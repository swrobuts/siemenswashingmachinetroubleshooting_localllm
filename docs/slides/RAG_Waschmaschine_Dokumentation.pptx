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3.xml" ContentType="application/vnd.openxmlformats-officedocument.presentationml.notesSlide+xml"/>
  <Override PartName="/ppt/tags/tag4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50.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5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5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53.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137"/>
  </p:notesMasterIdLst>
  <p:handoutMasterIdLst>
    <p:handoutMasterId r:id="rId138"/>
  </p:handoutMasterIdLst>
  <p:sldIdLst>
    <p:sldId id="317" r:id="rId77"/>
    <p:sldId id="311" r:id="rId78"/>
    <p:sldId id="380" r:id="rId79"/>
    <p:sldId id="257" r:id="rId80"/>
    <p:sldId id="312" r:id="rId81"/>
    <p:sldId id="259" r:id="rId82"/>
    <p:sldId id="343" r:id="rId83"/>
    <p:sldId id="323" r:id="rId84"/>
    <p:sldId id="262" r:id="rId85"/>
    <p:sldId id="263" r:id="rId86"/>
    <p:sldId id="344" r:id="rId87"/>
    <p:sldId id="265" r:id="rId88"/>
    <p:sldId id="345" r:id="rId89"/>
    <p:sldId id="363" r:id="rId90"/>
    <p:sldId id="270" r:id="rId91"/>
    <p:sldId id="334" r:id="rId92"/>
    <p:sldId id="346" r:id="rId93"/>
    <p:sldId id="373" r:id="rId94"/>
    <p:sldId id="273" r:id="rId95"/>
    <p:sldId id="266" r:id="rId96"/>
    <p:sldId id="274" r:id="rId97"/>
    <p:sldId id="347" r:id="rId98"/>
    <p:sldId id="276" r:id="rId99"/>
    <p:sldId id="348" r:id="rId100"/>
    <p:sldId id="349" r:id="rId101"/>
    <p:sldId id="279" r:id="rId102"/>
    <p:sldId id="350" r:id="rId103"/>
    <p:sldId id="280" r:id="rId104"/>
    <p:sldId id="281" r:id="rId105"/>
    <p:sldId id="351" r:id="rId106"/>
    <p:sldId id="378" r:id="rId107"/>
    <p:sldId id="353" r:id="rId108"/>
    <p:sldId id="285" r:id="rId109"/>
    <p:sldId id="354" r:id="rId110"/>
    <p:sldId id="365" r:id="rId111"/>
    <p:sldId id="355" r:id="rId112"/>
    <p:sldId id="374" r:id="rId113"/>
    <p:sldId id="290" r:id="rId114"/>
    <p:sldId id="291" r:id="rId115"/>
    <p:sldId id="372" r:id="rId116"/>
    <p:sldId id="358" r:id="rId117"/>
    <p:sldId id="359" r:id="rId118"/>
    <p:sldId id="292" r:id="rId119"/>
    <p:sldId id="367" r:id="rId120"/>
    <p:sldId id="368" r:id="rId121"/>
    <p:sldId id="313" r:id="rId122"/>
    <p:sldId id="296" r:id="rId123"/>
    <p:sldId id="297" r:id="rId124"/>
    <p:sldId id="299" r:id="rId125"/>
    <p:sldId id="321" r:id="rId126"/>
    <p:sldId id="300" r:id="rId127"/>
    <p:sldId id="301" r:id="rId128"/>
    <p:sldId id="302" r:id="rId129"/>
    <p:sldId id="360" r:id="rId130"/>
    <p:sldId id="375" r:id="rId131"/>
    <p:sldId id="361" r:id="rId132"/>
    <p:sldId id="305" r:id="rId133"/>
    <p:sldId id="377" r:id="rId134"/>
    <p:sldId id="362" r:id="rId135"/>
    <p:sldId id="356" r:id="rId136"/>
  </p:sldIdLst>
  <p:sldSz cx="13004800" cy="7315200"/>
  <p:notesSz cx="6858000" cy="9144000"/>
  <p:embeddedFontLst>
    <p:embeddedFont>
      <p:font typeface="Consolas" panose="020B0609020204030204" pitchFamily="49" charset="0"/>
      <p:regular r:id="rId139"/>
      <p:bold r:id="rId140"/>
      <p:italic r:id="rId141"/>
      <p:boldItalic r:id="rId142"/>
    </p:embeddedFont>
    <p:embeddedFont>
      <p:font typeface="GT Planar Light" pitchFamily="50" charset="0"/>
      <p:regular r:id="rId143"/>
    </p:embeddedFont>
    <p:embeddedFont>
      <p:font typeface="GT Planar Medium" pitchFamily="50" charset="0"/>
      <p:regular r:id="rId144"/>
    </p:embeddedFont>
    <p:embeddedFont>
      <p:font typeface="Segoe UI" panose="020B0502040204020203" pitchFamily="34" charset="0"/>
      <p:regular r:id="rId145"/>
      <p:bold r:id="rId146"/>
      <p:italic r:id="rId147"/>
      <p:boldItalic r:id="rId148"/>
    </p:embeddedFont>
  </p:embeddedFontLst>
  <p:custDataLst>
    <p:tags r:id="rId149"/>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36345A09-9BD1-4EDC-97DB-A6665783AC49}">
          <p14:sldIdLst>
            <p14:sldId id="317"/>
            <p14:sldId id="311"/>
            <p14:sldId id="380"/>
          </p14:sldIdLst>
        </p14:section>
        <p14:section name="Eine Anleitung, eine App, zwei Suchwege" id="{7E157BA7-F3EA-4A95-8673-31ADC9F90FE5}">
          <p14:sldIdLst>
            <p14:sldId id="257"/>
            <p14:sldId id="312"/>
          </p14:sldIdLst>
        </p14:section>
        <p14:section name="RAG sucht, bevor das Modell antwortet" id="{69487038-4D9A-449F-9AC8-13E180FBA44D}">
          <p14:sldIdLst>
            <p14:sldId id="259"/>
            <p14:sldId id="343"/>
            <p14:sldId id="323"/>
            <p14:sldId id="262"/>
            <p14:sldId id="263"/>
            <p14:sldId id="344"/>
          </p14:sldIdLst>
        </p14:section>
        <p14:section name="Vom PDF zum durchsuchbaren Index" id="{6AA76437-C6B2-4C0D-AFAB-DA630B6D81EA}">
          <p14:sldIdLst>
            <p14:sldId id="265"/>
            <p14:sldId id="345"/>
            <p14:sldId id="363"/>
            <p14:sldId id="270"/>
            <p14:sldId id="334"/>
            <p14:sldId id="346"/>
            <p14:sldId id="373"/>
            <p14:sldId id="273"/>
            <p14:sldId id="266"/>
          </p14:sldIdLst>
        </p14:section>
        <p14:section name="Suchen, sortieren, ablehnen" id="{5FA4EB72-33FB-45A6-BD42-6C12CE7F37AE}">
          <p14:sldIdLst>
            <p14:sldId id="274"/>
            <p14:sldId id="347"/>
            <p14:sldId id="276"/>
            <p14:sldId id="348"/>
            <p14:sldId id="349"/>
            <p14:sldId id="279"/>
            <p14:sldId id="350"/>
            <p14:sldId id="280"/>
          </p14:sldIdLst>
        </p14:section>
        <p14:section name="Zwei Antwortmodelle, ein Retrieval-Kern" id="{2A6B6A74-933D-49E5-A3D0-4CFF074EE272}">
          <p14:sldIdLst>
            <p14:sldId id="281"/>
            <p14:sldId id="351"/>
            <p14:sldId id="378"/>
            <p14:sldId id="353"/>
          </p14:sldIdLst>
        </p14:section>
        <p14:section name="PageIndex, Cache und Streaming" id="{AE8F6342-E137-48D6-87BA-ED3E858FA9D3}">
          <p14:sldIdLst>
            <p14:sldId id="285"/>
            <p14:sldId id="354"/>
            <p14:sldId id="365"/>
            <p14:sldId id="355"/>
            <p14:sldId id="374"/>
            <p14:sldId id="290"/>
            <p14:sldId id="291"/>
          </p14:sldIdLst>
        </p14:section>
        <p14:section name="Die Antwort wandert per QR-Code aufs Handy (Ausbaustufe)" id="{39B2E2CA-90AE-420B-ACEC-A2FDC34D96B5}">
          <p14:sldIdLst>
            <p14:sldId id="372"/>
            <p14:sldId id="358"/>
            <p14:sldId id="359"/>
          </p14:sldIdLst>
        </p14:section>
        <p14:section name="Was die Prüfung ergab" id="{B15FA82F-DA14-4CDA-B93F-701CC7B0CA2B}">
          <p14:sldIdLst>
            <p14:sldId id="292"/>
            <p14:sldId id="367"/>
            <p14:sldId id="368"/>
            <p14:sldId id="313"/>
            <p14:sldId id="296"/>
            <p14:sldId id="297"/>
            <p14:sldId id="299"/>
            <p14:sldId id="321"/>
            <p14:sldId id="300"/>
            <p14:sldId id="301"/>
          </p14:sldIdLst>
        </p14:section>
        <p14:section name="Betrieb und Ausbau" id="{9912AC65-1796-439E-ACEF-8F74EA19CC0C}">
          <p14:sldIdLst>
            <p14:sldId id="302"/>
            <p14:sldId id="360"/>
            <p14:sldId id="375"/>
            <p14:sldId id="361"/>
            <p14:sldId id="305"/>
            <p14:sldId id="377"/>
            <p14:sldId id="362"/>
            <p14:sldId id="356"/>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D32"/>
    <a:srgbClr val="FFFFFF"/>
    <a:srgbClr val="F7F5EF"/>
    <a:srgbClr val="E3DED1"/>
    <a:srgbClr val="4AB5C4"/>
    <a:srgbClr val="F3F3F3"/>
    <a:srgbClr val="000000"/>
    <a:srgbClr val="FFFD00"/>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E43C96-49DD-4726-AC4E-A666E5F9FEED}" v="203" dt="2026-09-19T14:21:40.32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344" y="360"/>
      </p:cViewPr>
      <p:guideLst>
        <p:guide orient="horz" pos="807"/>
        <p:guide pos="739"/>
        <p:guide orient="horz" pos="2417"/>
        <p:guide pos="795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41.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slide" Target="slides/slide8.xml"/><Relationship Id="rId138" Type="http://schemas.openxmlformats.org/officeDocument/2006/relationships/handoutMaster" Target="handoutMasters/handoutMaster1.xml"/><Relationship Id="rId107" Type="http://schemas.openxmlformats.org/officeDocument/2006/relationships/slide" Target="slides/slide31.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slide" Target="slides/slide52.xml"/><Relationship Id="rId149" Type="http://schemas.openxmlformats.org/officeDocument/2006/relationships/tags" Target="tags/tag1.xml"/><Relationship Id="rId5" Type="http://schemas.openxmlformats.org/officeDocument/2006/relationships/customXml" Target="../customXml/item5.xml"/><Relationship Id="rId95" Type="http://schemas.openxmlformats.org/officeDocument/2006/relationships/slide" Target="slides/slide19.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slide" Target="slides/slide37.xml"/><Relationship Id="rId118" Type="http://schemas.openxmlformats.org/officeDocument/2006/relationships/slide" Target="slides/slide42.xml"/><Relationship Id="rId134" Type="http://schemas.openxmlformats.org/officeDocument/2006/relationships/slide" Target="slides/slide58.xml"/><Relationship Id="rId139" Type="http://schemas.openxmlformats.org/officeDocument/2006/relationships/font" Target="fonts/font1.fntdata"/><Relationship Id="rId80" Type="http://schemas.openxmlformats.org/officeDocument/2006/relationships/slide" Target="slides/slide4.xml"/><Relationship Id="rId85" Type="http://schemas.openxmlformats.org/officeDocument/2006/relationships/slide" Target="slides/slide9.xml"/><Relationship Id="rId150" Type="http://schemas.openxmlformats.org/officeDocument/2006/relationships/presProps" Target="presProps.xml"/><Relationship Id="rId155" Type="http://schemas.microsoft.com/office/2015/10/relationships/revisionInfo" Target="revisionInfo.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slide" Target="slides/slide27.xml"/><Relationship Id="rId108" Type="http://schemas.openxmlformats.org/officeDocument/2006/relationships/slide" Target="slides/slide32.xml"/><Relationship Id="rId124" Type="http://schemas.openxmlformats.org/officeDocument/2006/relationships/slide" Target="slides/slide48.xml"/><Relationship Id="rId129" Type="http://schemas.openxmlformats.org/officeDocument/2006/relationships/slide" Target="slides/slide53.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slide" Target="slides/slide15.xml"/><Relationship Id="rId96" Type="http://schemas.openxmlformats.org/officeDocument/2006/relationships/slide" Target="slides/slide20.xml"/><Relationship Id="rId140" Type="http://schemas.openxmlformats.org/officeDocument/2006/relationships/font" Target="fonts/font2.fntdata"/><Relationship Id="rId145"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38.xml"/><Relationship Id="rId119" Type="http://schemas.openxmlformats.org/officeDocument/2006/relationships/slide" Target="slides/slide43.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slide" Target="slides/slide5.xml"/><Relationship Id="rId86" Type="http://schemas.openxmlformats.org/officeDocument/2006/relationships/slide" Target="slides/slide10.xml"/><Relationship Id="rId130" Type="http://schemas.openxmlformats.org/officeDocument/2006/relationships/slide" Target="slides/slide54.xml"/><Relationship Id="rId135" Type="http://schemas.openxmlformats.org/officeDocument/2006/relationships/slide" Target="slides/slide59.xml"/><Relationship Id="rId151" Type="http://schemas.openxmlformats.org/officeDocument/2006/relationships/viewProps" Target="viewProps.xml"/><Relationship Id="rId156" Type="http://schemas.microsoft.com/office/2018/10/relationships/authors" Target="authors.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slide" Target="slides/slide33.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slideMaster" Target="slideMasters/slideMaster1.xml"/><Relationship Id="rId97" Type="http://schemas.openxmlformats.org/officeDocument/2006/relationships/slide" Target="slides/slide21.xml"/><Relationship Id="rId104" Type="http://schemas.openxmlformats.org/officeDocument/2006/relationships/slide" Target="slides/slide28.xml"/><Relationship Id="rId120" Type="http://schemas.openxmlformats.org/officeDocument/2006/relationships/slide" Target="slides/slide44.xml"/><Relationship Id="rId125" Type="http://schemas.openxmlformats.org/officeDocument/2006/relationships/slide" Target="slides/slide49.xml"/><Relationship Id="rId141" Type="http://schemas.openxmlformats.org/officeDocument/2006/relationships/font" Target="fonts/font3.fntdata"/><Relationship Id="rId146" Type="http://schemas.openxmlformats.org/officeDocument/2006/relationships/font" Target="fonts/font8.fntdata"/><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slide" Target="slides/slide16.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slide" Target="slides/slide11.xml"/><Relationship Id="rId110" Type="http://schemas.openxmlformats.org/officeDocument/2006/relationships/slide" Target="slides/slide34.xml"/><Relationship Id="rId115" Type="http://schemas.openxmlformats.org/officeDocument/2006/relationships/slide" Target="slides/slide39.xml"/><Relationship Id="rId131" Type="http://schemas.openxmlformats.org/officeDocument/2006/relationships/slide" Target="slides/slide55.xml"/><Relationship Id="rId136" Type="http://schemas.openxmlformats.org/officeDocument/2006/relationships/slide" Target="slides/slide60.xml"/><Relationship Id="rId61" Type="http://schemas.openxmlformats.org/officeDocument/2006/relationships/customXml" Target="../customXml/item61.xml"/><Relationship Id="rId82" Type="http://schemas.openxmlformats.org/officeDocument/2006/relationships/slide" Target="slides/slide6.xml"/><Relationship Id="rId152" Type="http://schemas.openxmlformats.org/officeDocument/2006/relationships/theme" Target="theme/theme1.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slide" Target="slides/slide1.xml"/><Relationship Id="rId100" Type="http://schemas.openxmlformats.org/officeDocument/2006/relationships/slide" Target="slides/slide24.xml"/><Relationship Id="rId105" Type="http://schemas.openxmlformats.org/officeDocument/2006/relationships/slide" Target="slides/slide29.xml"/><Relationship Id="rId126" Type="http://schemas.openxmlformats.org/officeDocument/2006/relationships/slide" Target="slides/slide50.xml"/><Relationship Id="rId147" Type="http://schemas.openxmlformats.org/officeDocument/2006/relationships/font" Target="fonts/font9.fntdata"/><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slide" Target="slides/slide17.xml"/><Relationship Id="rId98" Type="http://schemas.openxmlformats.org/officeDocument/2006/relationships/slide" Target="slides/slide22.xml"/><Relationship Id="rId121" Type="http://schemas.openxmlformats.org/officeDocument/2006/relationships/slide" Target="slides/slide45.xml"/><Relationship Id="rId142" Type="http://schemas.openxmlformats.org/officeDocument/2006/relationships/font" Target="fonts/font4.fntdata"/><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 Target="slides/slide40.xml"/><Relationship Id="rId137"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slide" Target="slides/slide7.xml"/><Relationship Id="rId88" Type="http://schemas.openxmlformats.org/officeDocument/2006/relationships/slide" Target="slides/slide12.xml"/><Relationship Id="rId111" Type="http://schemas.openxmlformats.org/officeDocument/2006/relationships/slide" Target="slides/slide35.xml"/><Relationship Id="rId132" Type="http://schemas.openxmlformats.org/officeDocument/2006/relationships/slide" Target="slides/slide56.xml"/><Relationship Id="rId153" Type="http://schemas.openxmlformats.org/officeDocument/2006/relationships/tableStyles" Target="tableStyles.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slide" Target="slides/slide30.xml"/><Relationship Id="rId127" Type="http://schemas.openxmlformats.org/officeDocument/2006/relationships/slide" Target="slides/slide51.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slide" Target="slides/slide2.xml"/><Relationship Id="rId94" Type="http://schemas.openxmlformats.org/officeDocument/2006/relationships/slide" Target="slides/slide18.xml"/><Relationship Id="rId99" Type="http://schemas.openxmlformats.org/officeDocument/2006/relationships/slide" Target="slides/slide23.xml"/><Relationship Id="rId101" Type="http://schemas.openxmlformats.org/officeDocument/2006/relationships/slide" Target="slides/slide25.xml"/><Relationship Id="rId122" Type="http://schemas.openxmlformats.org/officeDocument/2006/relationships/slide" Target="slides/slide46.xml"/><Relationship Id="rId143" Type="http://schemas.openxmlformats.org/officeDocument/2006/relationships/font" Target="fonts/font5.fntdata"/><Relationship Id="rId148" Type="http://schemas.openxmlformats.org/officeDocument/2006/relationships/font" Target="fonts/font10.fntdata"/><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slide" Target="slides/slide13.xml"/><Relationship Id="rId112" Type="http://schemas.openxmlformats.org/officeDocument/2006/relationships/slide" Target="slides/slide36.xml"/><Relationship Id="rId133" Type="http://schemas.openxmlformats.org/officeDocument/2006/relationships/slide" Target="slides/slide57.xml"/><Relationship Id="rId154" Type="http://schemas.microsoft.com/office/2016/11/relationships/changesInfo" Target="changesInfos/changesInfo1.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slide" Target="slides/slide3.xml"/><Relationship Id="rId102" Type="http://schemas.openxmlformats.org/officeDocument/2006/relationships/slide" Target="slides/slide26.xml"/><Relationship Id="rId123" Type="http://schemas.openxmlformats.org/officeDocument/2006/relationships/slide" Target="slides/slide47.xml"/><Relationship Id="rId144" Type="http://schemas.openxmlformats.org/officeDocument/2006/relationships/font" Target="fonts/font6.fntdata"/><Relationship Id="rId90"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undo custSel addSld delSld modSld sldOrd addSection modSection">
      <pc:chgData name="Dr. Robert Butscher" userId="61bc653898ddc2e0" providerId="LiveId" clId="{51D723D9-59D9-44A1-A120-82CD4C10D8A5}" dt="2026-09-19T14:21:40.325" v="1160"/>
      <pc:docMkLst>
        <pc:docMk/>
      </pc:docMkLst>
      <pc:sldChg chg="addSp delSp modSp mod">
        <pc:chgData name="Dr. Robert Butscher" userId="61bc653898ddc2e0" providerId="LiveId" clId="{51D723D9-59D9-44A1-A120-82CD4C10D8A5}" dt="2026-09-19T14:09:25.642" v="550" actId="1076"/>
        <pc:sldMkLst>
          <pc:docMk/>
          <pc:sldMk cId="0" sldId="257"/>
        </pc:sldMkLst>
        <pc:picChg chg="add del mod ord modCrop">
          <ac:chgData name="Dr. Robert Butscher" userId="61bc653898ddc2e0" providerId="LiveId" clId="{51D723D9-59D9-44A1-A120-82CD4C10D8A5}" dt="2026-09-19T14:07:35.414" v="530" actId="21"/>
          <ac:picMkLst>
            <pc:docMk/>
            <pc:sldMk cId="0" sldId="257"/>
            <ac:picMk id="4" creationId="{49E37EE1-8855-B7BD-551A-A5882620B467}"/>
          </ac:picMkLst>
        </pc:picChg>
        <pc:picChg chg="add mod">
          <ac:chgData name="Dr. Robert Butscher" userId="61bc653898ddc2e0" providerId="LiveId" clId="{51D723D9-59D9-44A1-A120-82CD4C10D8A5}" dt="2026-09-19T14:09:25.642" v="550" actId="1076"/>
          <ac:picMkLst>
            <pc:docMk/>
            <pc:sldMk cId="0" sldId="257"/>
            <ac:picMk id="6" creationId="{CB41E596-6844-0440-72D5-DAFA426E2E8D}"/>
          </ac:picMkLst>
        </pc:picChg>
      </pc:sldChg>
      <pc:sldChg chg="addSp modSp mod">
        <pc:chgData name="Dr. Robert Butscher" userId="61bc653898ddc2e0" providerId="LiveId" clId="{51D723D9-59D9-44A1-A120-82CD4C10D8A5}" dt="2026-09-19T14:10:09.463" v="556" actId="1076"/>
        <pc:sldMkLst>
          <pc:docMk/>
          <pc:sldMk cId="0" sldId="259"/>
        </pc:sldMkLst>
        <pc:picChg chg="add mod ord">
          <ac:chgData name="Dr. Robert Butscher" userId="61bc653898ddc2e0" providerId="LiveId" clId="{51D723D9-59D9-44A1-A120-82CD4C10D8A5}" dt="2026-09-19T14:10:09.463" v="556" actId="1076"/>
          <ac:picMkLst>
            <pc:docMk/>
            <pc:sldMk cId="0" sldId="259"/>
            <ac:picMk id="4" creationId="{DD82C126-A1C1-A9F9-DAE3-26BAB1DA8006}"/>
          </ac:picMkLst>
        </pc:picChg>
      </pc:sldChg>
      <pc:sldChg chg="addSp delSp modSp del mod chgLayout">
        <pc:chgData name="Dr. Robert Butscher" userId="61bc653898ddc2e0" providerId="LiveId" clId="{51D723D9-59D9-44A1-A120-82CD4C10D8A5}" dt="2026-09-19T13:59:11.436" v="426"/>
        <pc:sldMkLst>
          <pc:docMk/>
          <pc:sldMk cId="0" sldId="260"/>
        </pc:sldMkLst>
        <pc:spChg chg="mod ord">
          <ac:chgData name="Dr. Robert Butscher" userId="61bc653898ddc2e0" providerId="LiveId" clId="{51D723D9-59D9-44A1-A120-82CD4C10D8A5}" dt="2026-09-19T13:49:01.738" v="259" actId="6264"/>
          <ac:spMkLst>
            <pc:docMk/>
            <pc:sldMk cId="0" sldId="260"/>
            <ac:spMk id="2" creationId="{00000000-0000-0000-0000-000000000000}"/>
          </ac:spMkLst>
        </pc:spChg>
        <pc:spChg chg="mod ord">
          <ac:chgData name="Dr. Robert Butscher" userId="61bc653898ddc2e0" providerId="LiveId" clId="{51D723D9-59D9-44A1-A120-82CD4C10D8A5}" dt="2026-09-19T13:49:01.738" v="259" actId="6264"/>
          <ac:spMkLst>
            <pc:docMk/>
            <pc:sldMk cId="0" sldId="260"/>
            <ac:spMk id="3" creationId="{00000000-0000-0000-0000-000000000000}"/>
          </ac:spMkLst>
        </pc:spChg>
        <pc:spChg chg="mod ord">
          <ac:chgData name="Dr. Robert Butscher" userId="61bc653898ddc2e0" providerId="LiveId" clId="{51D723D9-59D9-44A1-A120-82CD4C10D8A5}" dt="2026-09-19T13:49:01.738" v="259" actId="6264"/>
          <ac:spMkLst>
            <pc:docMk/>
            <pc:sldMk cId="0" sldId="260"/>
            <ac:spMk id="4" creationId="{00000000-0000-0000-0000-000000000000}"/>
          </ac:spMkLst>
        </pc:spChg>
        <pc:spChg chg="mod ord">
          <ac:chgData name="Dr. Robert Butscher" userId="61bc653898ddc2e0" providerId="LiveId" clId="{51D723D9-59D9-44A1-A120-82CD4C10D8A5}" dt="2026-09-19T13:49:37.828" v="280" actId="20577"/>
          <ac:spMkLst>
            <pc:docMk/>
            <pc:sldMk cId="0" sldId="260"/>
            <ac:spMk id="5" creationId="{00000000-0000-0000-0000-000000000000}"/>
          </ac:spMkLst>
        </pc:spChg>
        <pc:spChg chg="mod">
          <ac:chgData name="Dr. Robert Butscher" userId="61bc653898ddc2e0" providerId="LiveId" clId="{51D723D9-59D9-44A1-A120-82CD4C10D8A5}" dt="2026-09-19T13:49:47.396" v="284" actId="1076"/>
          <ac:spMkLst>
            <pc:docMk/>
            <pc:sldMk cId="0" sldId="260"/>
            <ac:spMk id="6" creationId="{00000000-0000-0000-0000-000000000000}"/>
          </ac:spMkLst>
        </pc:spChg>
        <pc:spChg chg="mod">
          <ac:chgData name="Dr. Robert Butscher" userId="61bc653898ddc2e0" providerId="LiveId" clId="{51D723D9-59D9-44A1-A120-82CD4C10D8A5}" dt="2026-09-19T13:49:47.396" v="284" actId="1076"/>
          <ac:spMkLst>
            <pc:docMk/>
            <pc:sldMk cId="0" sldId="260"/>
            <ac:spMk id="7" creationId="{00000000-0000-0000-0000-000000000000}"/>
          </ac:spMkLst>
        </pc:spChg>
        <pc:spChg chg="mod">
          <ac:chgData name="Dr. Robert Butscher" userId="61bc653898ddc2e0" providerId="LiveId" clId="{51D723D9-59D9-44A1-A120-82CD4C10D8A5}" dt="2026-09-19T13:49:47.396" v="284" actId="1076"/>
          <ac:spMkLst>
            <pc:docMk/>
            <pc:sldMk cId="0" sldId="260"/>
            <ac:spMk id="8" creationId="{00000000-0000-0000-0000-000000000000}"/>
          </ac:spMkLst>
        </pc:spChg>
        <pc:spChg chg="mod">
          <ac:chgData name="Dr. Robert Butscher" userId="61bc653898ddc2e0" providerId="LiveId" clId="{51D723D9-59D9-44A1-A120-82CD4C10D8A5}" dt="2026-09-19T13:49:47.396" v="284" actId="1076"/>
          <ac:spMkLst>
            <pc:docMk/>
            <pc:sldMk cId="0" sldId="260"/>
            <ac:spMk id="9" creationId="{00000000-0000-0000-0000-000000000000}"/>
          </ac:spMkLst>
        </pc:spChg>
        <pc:spChg chg="mod">
          <ac:chgData name="Dr. Robert Butscher" userId="61bc653898ddc2e0" providerId="LiveId" clId="{51D723D9-59D9-44A1-A120-82CD4C10D8A5}" dt="2026-09-19T13:49:47.396" v="284" actId="1076"/>
          <ac:spMkLst>
            <pc:docMk/>
            <pc:sldMk cId="0" sldId="260"/>
            <ac:spMk id="10" creationId="{00000000-0000-0000-0000-000000000000}"/>
          </ac:spMkLst>
        </pc:spChg>
        <pc:spChg chg="mod">
          <ac:chgData name="Dr. Robert Butscher" userId="61bc653898ddc2e0" providerId="LiveId" clId="{51D723D9-59D9-44A1-A120-82CD4C10D8A5}" dt="2026-09-19T13:49:47.396" v="284" actId="1076"/>
          <ac:spMkLst>
            <pc:docMk/>
            <pc:sldMk cId="0" sldId="260"/>
            <ac:spMk id="11" creationId="{00000000-0000-0000-0000-000000000000}"/>
          </ac:spMkLst>
        </pc:spChg>
        <pc:spChg chg="mod">
          <ac:chgData name="Dr. Robert Butscher" userId="61bc653898ddc2e0" providerId="LiveId" clId="{51D723D9-59D9-44A1-A120-82CD4C10D8A5}" dt="2026-09-19T13:49:47.396" v="284" actId="1076"/>
          <ac:spMkLst>
            <pc:docMk/>
            <pc:sldMk cId="0" sldId="260"/>
            <ac:spMk id="12" creationId="{00000000-0000-0000-0000-000000000000}"/>
          </ac:spMkLst>
        </pc:spChg>
        <pc:spChg chg="mod">
          <ac:chgData name="Dr. Robert Butscher" userId="61bc653898ddc2e0" providerId="LiveId" clId="{51D723D9-59D9-44A1-A120-82CD4C10D8A5}" dt="2026-09-19T13:49:47.396" v="284" actId="1076"/>
          <ac:spMkLst>
            <pc:docMk/>
            <pc:sldMk cId="0" sldId="260"/>
            <ac:spMk id="13" creationId="{00000000-0000-0000-0000-000000000000}"/>
          </ac:spMkLst>
        </pc:spChg>
        <pc:spChg chg="mod">
          <ac:chgData name="Dr. Robert Butscher" userId="61bc653898ddc2e0" providerId="LiveId" clId="{51D723D9-59D9-44A1-A120-82CD4C10D8A5}" dt="2026-09-19T13:49:47.396" v="284" actId="1076"/>
          <ac:spMkLst>
            <pc:docMk/>
            <pc:sldMk cId="0" sldId="260"/>
            <ac:spMk id="14" creationId="{00000000-0000-0000-0000-000000000000}"/>
          </ac:spMkLst>
        </pc:spChg>
        <pc:spChg chg="mod">
          <ac:chgData name="Dr. Robert Butscher" userId="61bc653898ddc2e0" providerId="LiveId" clId="{51D723D9-59D9-44A1-A120-82CD4C10D8A5}" dt="2026-09-19T13:49:47.396" v="284" actId="1076"/>
          <ac:spMkLst>
            <pc:docMk/>
            <pc:sldMk cId="0" sldId="260"/>
            <ac:spMk id="15" creationId="{00000000-0000-0000-0000-000000000000}"/>
          </ac:spMkLst>
        </pc:spChg>
        <pc:spChg chg="add del mod">
          <ac:chgData name="Dr. Robert Butscher" userId="61bc653898ddc2e0" providerId="LiveId" clId="{51D723D9-59D9-44A1-A120-82CD4C10D8A5}" dt="2026-09-19T13:49:01.738" v="259" actId="6264"/>
          <ac:spMkLst>
            <pc:docMk/>
            <pc:sldMk cId="0" sldId="260"/>
            <ac:spMk id="18" creationId="{FAC7006D-3E8B-1B69-F516-7641239DFFA5}"/>
          </ac:spMkLst>
        </pc:spChg>
        <pc:spChg chg="add del mod">
          <ac:chgData name="Dr. Robert Butscher" userId="61bc653898ddc2e0" providerId="LiveId" clId="{51D723D9-59D9-44A1-A120-82CD4C10D8A5}" dt="2026-09-19T13:49:01.738" v="259" actId="6264"/>
          <ac:spMkLst>
            <pc:docMk/>
            <pc:sldMk cId="0" sldId="260"/>
            <ac:spMk id="19" creationId="{1A505A62-6F81-8981-5A8B-70FDAAA26A08}"/>
          </ac:spMkLst>
        </pc:spChg>
        <pc:spChg chg="add del mod">
          <ac:chgData name="Dr. Robert Butscher" userId="61bc653898ddc2e0" providerId="LiveId" clId="{51D723D9-59D9-44A1-A120-82CD4C10D8A5}" dt="2026-09-19T13:49:01.738" v="259" actId="6264"/>
          <ac:spMkLst>
            <pc:docMk/>
            <pc:sldMk cId="0" sldId="260"/>
            <ac:spMk id="20" creationId="{FE7C47BE-AAF2-CEB7-DDA9-AD932726C7DD}"/>
          </ac:spMkLst>
        </pc:spChg>
        <pc:spChg chg="add del mod">
          <ac:chgData name="Dr. Robert Butscher" userId="61bc653898ddc2e0" providerId="LiveId" clId="{51D723D9-59D9-44A1-A120-82CD4C10D8A5}" dt="2026-09-19T13:49:01.738" v="259" actId="6264"/>
          <ac:spMkLst>
            <pc:docMk/>
            <pc:sldMk cId="0" sldId="260"/>
            <ac:spMk id="21" creationId="{B5C7D4FB-2FEA-2F53-F852-E5FE37ECAEE2}"/>
          </ac:spMkLst>
        </pc:spChg>
        <pc:spChg chg="add del mod">
          <ac:chgData name="Dr. Robert Butscher" userId="61bc653898ddc2e0" providerId="LiveId" clId="{51D723D9-59D9-44A1-A120-82CD4C10D8A5}" dt="2026-09-19T13:49:41.658" v="283"/>
          <ac:spMkLst>
            <pc:docMk/>
            <pc:sldMk cId="0" sldId="260"/>
            <ac:spMk id="22" creationId="{07F03C29-3F0F-BE94-FBB6-495E26DC71C0}"/>
          </ac:spMkLst>
        </pc:spChg>
      </pc:sldChg>
      <pc:sldChg chg="addSp delSp modSp mod chgLayout">
        <pc:chgData name="Dr. Robert Butscher" userId="61bc653898ddc2e0" providerId="LiveId" clId="{51D723D9-59D9-44A1-A120-82CD4C10D8A5}" dt="2026-09-19T13:50:12.970" v="286" actId="6264"/>
        <pc:sldMkLst>
          <pc:docMk/>
          <pc:sldMk cId="0" sldId="262"/>
        </pc:sldMkLst>
        <pc:spChg chg="mod ord">
          <ac:chgData name="Dr. Robert Butscher" userId="61bc653898ddc2e0" providerId="LiveId" clId="{51D723D9-59D9-44A1-A120-82CD4C10D8A5}" dt="2026-09-19T13:50:12.970" v="286" actId="6264"/>
          <ac:spMkLst>
            <pc:docMk/>
            <pc:sldMk cId="0" sldId="262"/>
            <ac:spMk id="2" creationId="{00000000-0000-0000-0000-000000000000}"/>
          </ac:spMkLst>
        </pc:spChg>
        <pc:spChg chg="mod ord">
          <ac:chgData name="Dr. Robert Butscher" userId="61bc653898ddc2e0" providerId="LiveId" clId="{51D723D9-59D9-44A1-A120-82CD4C10D8A5}" dt="2026-09-19T13:50:12.970" v="286" actId="6264"/>
          <ac:spMkLst>
            <pc:docMk/>
            <pc:sldMk cId="0" sldId="262"/>
            <ac:spMk id="3" creationId="{00000000-0000-0000-0000-000000000000}"/>
          </ac:spMkLst>
        </pc:spChg>
        <pc:spChg chg="mod ord">
          <ac:chgData name="Dr. Robert Butscher" userId="61bc653898ddc2e0" providerId="LiveId" clId="{51D723D9-59D9-44A1-A120-82CD4C10D8A5}" dt="2026-09-19T13:50:12.970" v="286" actId="6264"/>
          <ac:spMkLst>
            <pc:docMk/>
            <pc:sldMk cId="0" sldId="262"/>
            <ac:spMk id="4" creationId="{00000000-0000-0000-0000-000000000000}"/>
          </ac:spMkLst>
        </pc:spChg>
        <pc:spChg chg="mod ord">
          <ac:chgData name="Dr. Robert Butscher" userId="61bc653898ddc2e0" providerId="LiveId" clId="{51D723D9-59D9-44A1-A120-82CD4C10D8A5}" dt="2026-09-19T13:50:12.970" v="286" actId="6264"/>
          <ac:spMkLst>
            <pc:docMk/>
            <pc:sldMk cId="0" sldId="262"/>
            <ac:spMk id="5" creationId="{00000000-0000-0000-0000-000000000000}"/>
          </ac:spMkLst>
        </pc:spChg>
        <pc:spChg chg="add del mod">
          <ac:chgData name="Dr. Robert Butscher" userId="61bc653898ddc2e0" providerId="LiveId" clId="{51D723D9-59D9-44A1-A120-82CD4C10D8A5}" dt="2026-09-19T13:50:12.970" v="286" actId="6264"/>
          <ac:spMkLst>
            <pc:docMk/>
            <pc:sldMk cId="0" sldId="262"/>
            <ac:spMk id="20" creationId="{4F2ADB37-0135-612D-BE37-FB20041C5EEB}"/>
          </ac:spMkLst>
        </pc:spChg>
        <pc:spChg chg="add del mod">
          <ac:chgData name="Dr. Robert Butscher" userId="61bc653898ddc2e0" providerId="LiveId" clId="{51D723D9-59D9-44A1-A120-82CD4C10D8A5}" dt="2026-09-19T13:50:12.970" v="286" actId="6264"/>
          <ac:spMkLst>
            <pc:docMk/>
            <pc:sldMk cId="0" sldId="262"/>
            <ac:spMk id="21" creationId="{DBD31B2D-4AA8-3640-FD28-D0F8302A0E96}"/>
          </ac:spMkLst>
        </pc:spChg>
        <pc:spChg chg="add del mod">
          <ac:chgData name="Dr. Robert Butscher" userId="61bc653898ddc2e0" providerId="LiveId" clId="{51D723D9-59D9-44A1-A120-82CD4C10D8A5}" dt="2026-09-19T13:50:12.970" v="286" actId="6264"/>
          <ac:spMkLst>
            <pc:docMk/>
            <pc:sldMk cId="0" sldId="262"/>
            <ac:spMk id="22" creationId="{70338B38-CD41-4B2B-D4E6-044AD6D369C8}"/>
          </ac:spMkLst>
        </pc:spChg>
        <pc:spChg chg="add del mod">
          <ac:chgData name="Dr. Robert Butscher" userId="61bc653898ddc2e0" providerId="LiveId" clId="{51D723D9-59D9-44A1-A120-82CD4C10D8A5}" dt="2026-09-19T13:50:12.970" v="286" actId="6264"/>
          <ac:spMkLst>
            <pc:docMk/>
            <pc:sldMk cId="0" sldId="262"/>
            <ac:spMk id="23" creationId="{A613A502-E7EC-B512-D2C6-B6955BB0CA6F}"/>
          </ac:spMkLst>
        </pc:spChg>
      </pc:sldChg>
      <pc:sldChg chg="addSp delSp modSp mod chgLayout">
        <pc:chgData name="Dr. Robert Butscher" userId="61bc653898ddc2e0" providerId="LiveId" clId="{51D723D9-59D9-44A1-A120-82CD4C10D8A5}" dt="2026-09-19T13:50:33.327" v="289" actId="20577"/>
        <pc:sldMkLst>
          <pc:docMk/>
          <pc:sldMk cId="0" sldId="263"/>
        </pc:sldMkLst>
        <pc:spChg chg="mod ord">
          <ac:chgData name="Dr. Robert Butscher" userId="61bc653898ddc2e0" providerId="LiveId" clId="{51D723D9-59D9-44A1-A120-82CD4C10D8A5}" dt="2026-09-19T13:50:24.932" v="287" actId="6264"/>
          <ac:spMkLst>
            <pc:docMk/>
            <pc:sldMk cId="0" sldId="263"/>
            <ac:spMk id="2" creationId="{00000000-0000-0000-0000-000000000000}"/>
          </ac:spMkLst>
        </pc:spChg>
        <pc:spChg chg="mod ord">
          <ac:chgData name="Dr. Robert Butscher" userId="61bc653898ddc2e0" providerId="LiveId" clId="{51D723D9-59D9-44A1-A120-82CD4C10D8A5}" dt="2026-09-19T13:50:24.932" v="287" actId="6264"/>
          <ac:spMkLst>
            <pc:docMk/>
            <pc:sldMk cId="0" sldId="263"/>
            <ac:spMk id="3" creationId="{00000000-0000-0000-0000-000000000000}"/>
          </ac:spMkLst>
        </pc:spChg>
        <pc:spChg chg="mod ord">
          <ac:chgData name="Dr. Robert Butscher" userId="61bc653898ddc2e0" providerId="LiveId" clId="{51D723D9-59D9-44A1-A120-82CD4C10D8A5}" dt="2026-09-19T13:50:24.932" v="287" actId="6264"/>
          <ac:spMkLst>
            <pc:docMk/>
            <pc:sldMk cId="0" sldId="263"/>
            <ac:spMk id="4" creationId="{00000000-0000-0000-0000-000000000000}"/>
          </ac:spMkLst>
        </pc:spChg>
        <pc:spChg chg="mod ord">
          <ac:chgData name="Dr. Robert Butscher" userId="61bc653898ddc2e0" providerId="LiveId" clId="{51D723D9-59D9-44A1-A120-82CD4C10D8A5}" dt="2026-09-19T13:50:33.327" v="289" actId="20577"/>
          <ac:spMkLst>
            <pc:docMk/>
            <pc:sldMk cId="0" sldId="263"/>
            <ac:spMk id="5" creationId="{00000000-0000-0000-0000-000000000000}"/>
          </ac:spMkLst>
        </pc:spChg>
        <pc:spChg chg="add del mod">
          <ac:chgData name="Dr. Robert Butscher" userId="61bc653898ddc2e0" providerId="LiveId" clId="{51D723D9-59D9-44A1-A120-82CD4C10D8A5}" dt="2026-09-19T13:50:24.932" v="287" actId="6264"/>
          <ac:spMkLst>
            <pc:docMk/>
            <pc:sldMk cId="0" sldId="263"/>
            <ac:spMk id="22" creationId="{06F55027-ADD1-4A44-DAB2-1B27F11289C0}"/>
          </ac:spMkLst>
        </pc:spChg>
        <pc:spChg chg="add del mod">
          <ac:chgData name="Dr. Robert Butscher" userId="61bc653898ddc2e0" providerId="LiveId" clId="{51D723D9-59D9-44A1-A120-82CD4C10D8A5}" dt="2026-09-19T13:50:24.932" v="287" actId="6264"/>
          <ac:spMkLst>
            <pc:docMk/>
            <pc:sldMk cId="0" sldId="263"/>
            <ac:spMk id="23" creationId="{DB0A1798-84C8-EF12-EB4B-0DC3EDC6E5E0}"/>
          </ac:spMkLst>
        </pc:spChg>
        <pc:spChg chg="add del mod">
          <ac:chgData name="Dr. Robert Butscher" userId="61bc653898ddc2e0" providerId="LiveId" clId="{51D723D9-59D9-44A1-A120-82CD4C10D8A5}" dt="2026-09-19T13:50:24.932" v="287" actId="6264"/>
          <ac:spMkLst>
            <pc:docMk/>
            <pc:sldMk cId="0" sldId="263"/>
            <ac:spMk id="24" creationId="{DCA99ED3-6953-986D-8143-F91A8D1F1622}"/>
          </ac:spMkLst>
        </pc:spChg>
        <pc:spChg chg="add del mod">
          <ac:chgData name="Dr. Robert Butscher" userId="61bc653898ddc2e0" providerId="LiveId" clId="{51D723D9-59D9-44A1-A120-82CD4C10D8A5}" dt="2026-09-19T13:50:24.932" v="287" actId="6264"/>
          <ac:spMkLst>
            <pc:docMk/>
            <pc:sldMk cId="0" sldId="263"/>
            <ac:spMk id="25" creationId="{CB4D6175-1F79-E1EC-8E80-55676F1C8E68}"/>
          </ac:spMkLst>
        </pc:spChg>
      </pc:sldChg>
      <pc:sldChg chg="addSp delSp modSp del mod chgLayout">
        <pc:chgData name="Dr. Robert Butscher" userId="61bc653898ddc2e0" providerId="LiveId" clId="{51D723D9-59D9-44A1-A120-82CD4C10D8A5}" dt="2026-09-19T13:59:14.600" v="430"/>
        <pc:sldMkLst>
          <pc:docMk/>
          <pc:sldMk cId="0" sldId="264"/>
        </pc:sldMkLst>
        <pc:spChg chg="mod ord">
          <ac:chgData name="Dr. Robert Butscher" userId="61bc653898ddc2e0" providerId="LiveId" clId="{51D723D9-59D9-44A1-A120-82CD4C10D8A5}" dt="2026-09-19T13:50:39.783" v="290" actId="6264"/>
          <ac:spMkLst>
            <pc:docMk/>
            <pc:sldMk cId="0" sldId="264"/>
            <ac:spMk id="2" creationId="{00000000-0000-0000-0000-000000000000}"/>
          </ac:spMkLst>
        </pc:spChg>
        <pc:spChg chg="mod ord">
          <ac:chgData name="Dr. Robert Butscher" userId="61bc653898ddc2e0" providerId="LiveId" clId="{51D723D9-59D9-44A1-A120-82CD4C10D8A5}" dt="2026-09-19T13:50:39.783" v="290" actId="6264"/>
          <ac:spMkLst>
            <pc:docMk/>
            <pc:sldMk cId="0" sldId="264"/>
            <ac:spMk id="3" creationId="{00000000-0000-0000-0000-000000000000}"/>
          </ac:spMkLst>
        </pc:spChg>
        <pc:spChg chg="mod ord">
          <ac:chgData name="Dr. Robert Butscher" userId="61bc653898ddc2e0" providerId="LiveId" clId="{51D723D9-59D9-44A1-A120-82CD4C10D8A5}" dt="2026-09-19T13:50:39.783" v="290" actId="6264"/>
          <ac:spMkLst>
            <pc:docMk/>
            <pc:sldMk cId="0" sldId="264"/>
            <ac:spMk id="4" creationId="{00000000-0000-0000-0000-000000000000}"/>
          </ac:spMkLst>
        </pc:spChg>
        <pc:spChg chg="mod ord">
          <ac:chgData name="Dr. Robert Butscher" userId="61bc653898ddc2e0" providerId="LiveId" clId="{51D723D9-59D9-44A1-A120-82CD4C10D8A5}" dt="2026-09-19T13:50:50.491" v="293" actId="20577"/>
          <ac:spMkLst>
            <pc:docMk/>
            <pc:sldMk cId="0" sldId="264"/>
            <ac:spMk id="5" creationId="{00000000-0000-0000-0000-000000000000}"/>
          </ac:spMkLst>
        </pc:spChg>
        <pc:spChg chg="add del mod">
          <ac:chgData name="Dr. Robert Butscher" userId="61bc653898ddc2e0" providerId="LiveId" clId="{51D723D9-59D9-44A1-A120-82CD4C10D8A5}" dt="2026-09-19T13:50:39.783" v="290" actId="6264"/>
          <ac:spMkLst>
            <pc:docMk/>
            <pc:sldMk cId="0" sldId="264"/>
            <ac:spMk id="17" creationId="{AA0C45D4-726E-934E-CAC9-A9D329EE9EB7}"/>
          </ac:spMkLst>
        </pc:spChg>
        <pc:spChg chg="add del mod">
          <ac:chgData name="Dr. Robert Butscher" userId="61bc653898ddc2e0" providerId="LiveId" clId="{51D723D9-59D9-44A1-A120-82CD4C10D8A5}" dt="2026-09-19T13:50:39.783" v="290" actId="6264"/>
          <ac:spMkLst>
            <pc:docMk/>
            <pc:sldMk cId="0" sldId="264"/>
            <ac:spMk id="18" creationId="{66CFC764-C9C4-DB6B-4A8E-A509A20C2625}"/>
          </ac:spMkLst>
        </pc:spChg>
        <pc:spChg chg="add del mod">
          <ac:chgData name="Dr. Robert Butscher" userId="61bc653898ddc2e0" providerId="LiveId" clId="{51D723D9-59D9-44A1-A120-82CD4C10D8A5}" dt="2026-09-19T13:50:39.783" v="290" actId="6264"/>
          <ac:spMkLst>
            <pc:docMk/>
            <pc:sldMk cId="0" sldId="264"/>
            <ac:spMk id="19" creationId="{49B47570-88B7-8F06-4E24-DD25980348C2}"/>
          </ac:spMkLst>
        </pc:spChg>
        <pc:spChg chg="add del mod">
          <ac:chgData name="Dr. Robert Butscher" userId="61bc653898ddc2e0" providerId="LiveId" clId="{51D723D9-59D9-44A1-A120-82CD4C10D8A5}" dt="2026-09-19T13:50:39.783" v="290" actId="6264"/>
          <ac:spMkLst>
            <pc:docMk/>
            <pc:sldMk cId="0" sldId="264"/>
            <ac:spMk id="20" creationId="{211A7777-2603-2F22-8A34-D3484AA2C1D3}"/>
          </ac:spMkLst>
        </pc:spChg>
      </pc:sldChg>
      <pc:sldChg chg="addSp modSp mod">
        <pc:chgData name="Dr. Robert Butscher" userId="61bc653898ddc2e0" providerId="LiveId" clId="{51D723D9-59D9-44A1-A120-82CD4C10D8A5}" dt="2026-09-19T14:10:49.204" v="560" actId="1076"/>
        <pc:sldMkLst>
          <pc:docMk/>
          <pc:sldMk cId="0" sldId="265"/>
        </pc:sldMkLst>
        <pc:picChg chg="add mod">
          <ac:chgData name="Dr. Robert Butscher" userId="61bc653898ddc2e0" providerId="LiveId" clId="{51D723D9-59D9-44A1-A120-82CD4C10D8A5}" dt="2026-09-19T14:10:49.204" v="560" actId="1076"/>
          <ac:picMkLst>
            <pc:docMk/>
            <pc:sldMk cId="0" sldId="265"/>
            <ac:picMk id="4" creationId="{465D6C07-0715-F5C1-B271-F027CC9509BE}"/>
          </ac:picMkLst>
        </pc:picChg>
      </pc:sldChg>
      <pc:sldChg chg="addSp delSp modSp mod chgLayout">
        <pc:chgData name="Dr. Robert Butscher" userId="61bc653898ddc2e0" providerId="LiveId" clId="{51D723D9-59D9-44A1-A120-82CD4C10D8A5}" dt="2026-09-19T13:53:45.050" v="379" actId="6264"/>
        <pc:sldMkLst>
          <pc:docMk/>
          <pc:sldMk cId="0" sldId="266"/>
        </pc:sldMkLst>
        <pc:spChg chg="mod ord">
          <ac:chgData name="Dr. Robert Butscher" userId="61bc653898ddc2e0" providerId="LiveId" clId="{51D723D9-59D9-44A1-A120-82CD4C10D8A5}" dt="2026-09-19T13:53:45.050" v="379" actId="6264"/>
          <ac:spMkLst>
            <pc:docMk/>
            <pc:sldMk cId="0" sldId="266"/>
            <ac:spMk id="2" creationId="{00000000-0000-0000-0000-000000000000}"/>
          </ac:spMkLst>
        </pc:spChg>
        <pc:spChg chg="mod ord">
          <ac:chgData name="Dr. Robert Butscher" userId="61bc653898ddc2e0" providerId="LiveId" clId="{51D723D9-59D9-44A1-A120-82CD4C10D8A5}" dt="2026-09-19T13:53:45.050" v="379" actId="6264"/>
          <ac:spMkLst>
            <pc:docMk/>
            <pc:sldMk cId="0" sldId="266"/>
            <ac:spMk id="3" creationId="{00000000-0000-0000-0000-000000000000}"/>
          </ac:spMkLst>
        </pc:spChg>
        <pc:spChg chg="mod ord">
          <ac:chgData name="Dr. Robert Butscher" userId="61bc653898ddc2e0" providerId="LiveId" clId="{51D723D9-59D9-44A1-A120-82CD4C10D8A5}" dt="2026-09-19T13:53:45.050" v="379" actId="6264"/>
          <ac:spMkLst>
            <pc:docMk/>
            <pc:sldMk cId="0" sldId="266"/>
            <ac:spMk id="4" creationId="{00000000-0000-0000-0000-000000000000}"/>
          </ac:spMkLst>
        </pc:spChg>
        <pc:spChg chg="mod ord">
          <ac:chgData name="Dr. Robert Butscher" userId="61bc653898ddc2e0" providerId="LiveId" clId="{51D723D9-59D9-44A1-A120-82CD4C10D8A5}" dt="2026-09-19T13:53:45.050" v="379" actId="6264"/>
          <ac:spMkLst>
            <pc:docMk/>
            <pc:sldMk cId="0" sldId="266"/>
            <ac:spMk id="5" creationId="{00000000-0000-0000-0000-000000000000}"/>
          </ac:spMkLst>
        </pc:spChg>
        <pc:spChg chg="add del mod">
          <ac:chgData name="Dr. Robert Butscher" userId="61bc653898ddc2e0" providerId="LiveId" clId="{51D723D9-59D9-44A1-A120-82CD4C10D8A5}" dt="2026-09-19T13:53:45.050" v="379" actId="6264"/>
          <ac:spMkLst>
            <pc:docMk/>
            <pc:sldMk cId="0" sldId="266"/>
            <ac:spMk id="7" creationId="{F9C9C584-2D5A-C03A-329E-0D7C335956DC}"/>
          </ac:spMkLst>
        </pc:spChg>
        <pc:spChg chg="add del mod">
          <ac:chgData name="Dr. Robert Butscher" userId="61bc653898ddc2e0" providerId="LiveId" clId="{51D723D9-59D9-44A1-A120-82CD4C10D8A5}" dt="2026-09-19T13:53:45.050" v="379" actId="6264"/>
          <ac:spMkLst>
            <pc:docMk/>
            <pc:sldMk cId="0" sldId="266"/>
            <ac:spMk id="8" creationId="{C8D35550-3E2C-F815-8674-A0400A9D7388}"/>
          </ac:spMkLst>
        </pc:spChg>
        <pc:spChg chg="add del mod">
          <ac:chgData name="Dr. Robert Butscher" userId="61bc653898ddc2e0" providerId="LiveId" clId="{51D723D9-59D9-44A1-A120-82CD4C10D8A5}" dt="2026-09-19T13:53:45.050" v="379" actId="6264"/>
          <ac:spMkLst>
            <pc:docMk/>
            <pc:sldMk cId="0" sldId="266"/>
            <ac:spMk id="9" creationId="{49113BEF-A82D-1FEA-0795-F3A318D1C2DA}"/>
          </ac:spMkLst>
        </pc:spChg>
        <pc:spChg chg="add del mod">
          <ac:chgData name="Dr. Robert Butscher" userId="61bc653898ddc2e0" providerId="LiveId" clId="{51D723D9-59D9-44A1-A120-82CD4C10D8A5}" dt="2026-09-19T13:53:45.050" v="379" actId="6264"/>
          <ac:spMkLst>
            <pc:docMk/>
            <pc:sldMk cId="0" sldId="266"/>
            <ac:spMk id="10" creationId="{EA38A72F-50BC-8E37-E272-E9219BB174A1}"/>
          </ac:spMkLst>
        </pc:spChg>
      </pc:sldChg>
      <pc:sldChg chg="addSp delSp modSp mod chgLayout">
        <pc:chgData name="Dr. Robert Butscher" userId="61bc653898ddc2e0" providerId="LiveId" clId="{51D723D9-59D9-44A1-A120-82CD4C10D8A5}" dt="2026-09-19T13:51:54.094" v="327" actId="6264"/>
        <pc:sldMkLst>
          <pc:docMk/>
          <pc:sldMk cId="0" sldId="270"/>
        </pc:sldMkLst>
        <pc:spChg chg="mod ord">
          <ac:chgData name="Dr. Robert Butscher" userId="61bc653898ddc2e0" providerId="LiveId" clId="{51D723D9-59D9-44A1-A120-82CD4C10D8A5}" dt="2026-09-19T13:51:54.094" v="327" actId="6264"/>
          <ac:spMkLst>
            <pc:docMk/>
            <pc:sldMk cId="0" sldId="270"/>
            <ac:spMk id="2" creationId="{00000000-0000-0000-0000-000000000000}"/>
          </ac:spMkLst>
        </pc:spChg>
        <pc:spChg chg="mod ord">
          <ac:chgData name="Dr. Robert Butscher" userId="61bc653898ddc2e0" providerId="LiveId" clId="{51D723D9-59D9-44A1-A120-82CD4C10D8A5}" dt="2026-09-19T13:51:54.094" v="327" actId="6264"/>
          <ac:spMkLst>
            <pc:docMk/>
            <pc:sldMk cId="0" sldId="270"/>
            <ac:spMk id="3" creationId="{00000000-0000-0000-0000-000000000000}"/>
          </ac:spMkLst>
        </pc:spChg>
        <pc:spChg chg="mod ord">
          <ac:chgData name="Dr. Robert Butscher" userId="61bc653898ddc2e0" providerId="LiveId" clId="{51D723D9-59D9-44A1-A120-82CD4C10D8A5}" dt="2026-09-19T13:51:54.094" v="327" actId="6264"/>
          <ac:spMkLst>
            <pc:docMk/>
            <pc:sldMk cId="0" sldId="270"/>
            <ac:spMk id="4" creationId="{00000000-0000-0000-0000-000000000000}"/>
          </ac:spMkLst>
        </pc:spChg>
        <pc:spChg chg="mod ord">
          <ac:chgData name="Dr. Robert Butscher" userId="61bc653898ddc2e0" providerId="LiveId" clId="{51D723D9-59D9-44A1-A120-82CD4C10D8A5}" dt="2026-09-19T13:51:54.094" v="327" actId="6264"/>
          <ac:spMkLst>
            <pc:docMk/>
            <pc:sldMk cId="0" sldId="270"/>
            <ac:spMk id="5" creationId="{00000000-0000-0000-0000-000000000000}"/>
          </ac:spMkLst>
        </pc:spChg>
        <pc:spChg chg="add del mod">
          <ac:chgData name="Dr. Robert Butscher" userId="61bc653898ddc2e0" providerId="LiveId" clId="{51D723D9-59D9-44A1-A120-82CD4C10D8A5}" dt="2026-09-19T13:51:39.962" v="325" actId="6264"/>
          <ac:spMkLst>
            <pc:docMk/>
            <pc:sldMk cId="0" sldId="270"/>
            <ac:spMk id="25" creationId="{B42E1F14-BC3E-CE90-1232-2BAA33CCDAB0}"/>
          </ac:spMkLst>
        </pc:spChg>
        <pc:spChg chg="add del mod">
          <ac:chgData name="Dr. Robert Butscher" userId="61bc653898ddc2e0" providerId="LiveId" clId="{51D723D9-59D9-44A1-A120-82CD4C10D8A5}" dt="2026-09-19T13:51:39.962" v="325" actId="6264"/>
          <ac:spMkLst>
            <pc:docMk/>
            <pc:sldMk cId="0" sldId="270"/>
            <ac:spMk id="26" creationId="{100B518C-2D7D-48FA-DF80-25D0A56319BC}"/>
          </ac:spMkLst>
        </pc:spChg>
        <pc:spChg chg="add del mod">
          <ac:chgData name="Dr. Robert Butscher" userId="61bc653898ddc2e0" providerId="LiveId" clId="{51D723D9-59D9-44A1-A120-82CD4C10D8A5}" dt="2026-09-19T13:51:39.962" v="325" actId="6264"/>
          <ac:spMkLst>
            <pc:docMk/>
            <pc:sldMk cId="0" sldId="270"/>
            <ac:spMk id="27" creationId="{8C5E9208-0BA6-312F-4F04-C7E519628A97}"/>
          </ac:spMkLst>
        </pc:spChg>
        <pc:spChg chg="add del mod">
          <ac:chgData name="Dr. Robert Butscher" userId="61bc653898ddc2e0" providerId="LiveId" clId="{51D723D9-59D9-44A1-A120-82CD4C10D8A5}" dt="2026-09-19T13:51:39.962" v="325" actId="6264"/>
          <ac:spMkLst>
            <pc:docMk/>
            <pc:sldMk cId="0" sldId="270"/>
            <ac:spMk id="28" creationId="{FD2F1066-FA7D-03B5-80C7-C6EEBFDAE3A9}"/>
          </ac:spMkLst>
        </pc:spChg>
        <pc:spChg chg="add del mod">
          <ac:chgData name="Dr. Robert Butscher" userId="61bc653898ddc2e0" providerId="LiveId" clId="{51D723D9-59D9-44A1-A120-82CD4C10D8A5}" dt="2026-09-19T13:51:54.094" v="327" actId="6264"/>
          <ac:spMkLst>
            <pc:docMk/>
            <pc:sldMk cId="0" sldId="270"/>
            <ac:spMk id="29" creationId="{757FEF94-51D9-C5AF-BD70-22A211A051D2}"/>
          </ac:spMkLst>
        </pc:spChg>
        <pc:spChg chg="add del mod">
          <ac:chgData name="Dr. Robert Butscher" userId="61bc653898ddc2e0" providerId="LiveId" clId="{51D723D9-59D9-44A1-A120-82CD4C10D8A5}" dt="2026-09-19T13:51:54.094" v="327" actId="6264"/>
          <ac:spMkLst>
            <pc:docMk/>
            <pc:sldMk cId="0" sldId="270"/>
            <ac:spMk id="30" creationId="{D1291DBA-2E68-7263-9D63-398699B72324}"/>
          </ac:spMkLst>
        </pc:spChg>
        <pc:spChg chg="add del mod">
          <ac:chgData name="Dr. Robert Butscher" userId="61bc653898ddc2e0" providerId="LiveId" clId="{51D723D9-59D9-44A1-A120-82CD4C10D8A5}" dt="2026-09-19T13:51:54.094" v="327" actId="6264"/>
          <ac:spMkLst>
            <pc:docMk/>
            <pc:sldMk cId="0" sldId="270"/>
            <ac:spMk id="31" creationId="{EE9041D1-1017-CD8C-3BD6-081ACC9B2689}"/>
          </ac:spMkLst>
        </pc:spChg>
        <pc:spChg chg="add del mod">
          <ac:chgData name="Dr. Robert Butscher" userId="61bc653898ddc2e0" providerId="LiveId" clId="{51D723D9-59D9-44A1-A120-82CD4C10D8A5}" dt="2026-09-19T13:51:54.094" v="327" actId="6264"/>
          <ac:spMkLst>
            <pc:docMk/>
            <pc:sldMk cId="0" sldId="270"/>
            <ac:spMk id="32" creationId="{6C74DC8A-6E44-56EF-0DB7-0C9BCC352D57}"/>
          </ac:spMkLst>
        </pc:spChg>
      </pc:sldChg>
      <pc:sldChg chg="addSp delSp modSp mod chgLayout">
        <pc:chgData name="Dr. Robert Butscher" userId="61bc653898ddc2e0" providerId="LiveId" clId="{51D723D9-59D9-44A1-A120-82CD4C10D8A5}" dt="2026-09-19T13:53:38.168" v="378" actId="6264"/>
        <pc:sldMkLst>
          <pc:docMk/>
          <pc:sldMk cId="0" sldId="273"/>
        </pc:sldMkLst>
        <pc:spChg chg="mod ord">
          <ac:chgData name="Dr. Robert Butscher" userId="61bc653898ddc2e0" providerId="LiveId" clId="{51D723D9-59D9-44A1-A120-82CD4C10D8A5}" dt="2026-09-19T13:53:38.168" v="378" actId="6264"/>
          <ac:spMkLst>
            <pc:docMk/>
            <pc:sldMk cId="0" sldId="273"/>
            <ac:spMk id="2" creationId="{00000000-0000-0000-0000-000000000000}"/>
          </ac:spMkLst>
        </pc:spChg>
        <pc:spChg chg="mod ord">
          <ac:chgData name="Dr. Robert Butscher" userId="61bc653898ddc2e0" providerId="LiveId" clId="{51D723D9-59D9-44A1-A120-82CD4C10D8A5}" dt="2026-09-19T13:53:38.168" v="378" actId="6264"/>
          <ac:spMkLst>
            <pc:docMk/>
            <pc:sldMk cId="0" sldId="273"/>
            <ac:spMk id="3" creationId="{00000000-0000-0000-0000-000000000000}"/>
          </ac:spMkLst>
        </pc:spChg>
        <pc:spChg chg="mod ord">
          <ac:chgData name="Dr. Robert Butscher" userId="61bc653898ddc2e0" providerId="LiveId" clId="{51D723D9-59D9-44A1-A120-82CD4C10D8A5}" dt="2026-09-19T13:53:38.168" v="378" actId="6264"/>
          <ac:spMkLst>
            <pc:docMk/>
            <pc:sldMk cId="0" sldId="273"/>
            <ac:spMk id="4" creationId="{00000000-0000-0000-0000-000000000000}"/>
          </ac:spMkLst>
        </pc:spChg>
        <pc:spChg chg="mod ord">
          <ac:chgData name="Dr. Robert Butscher" userId="61bc653898ddc2e0" providerId="LiveId" clId="{51D723D9-59D9-44A1-A120-82CD4C10D8A5}" dt="2026-09-19T13:53:38.168" v="378" actId="6264"/>
          <ac:spMkLst>
            <pc:docMk/>
            <pc:sldMk cId="0" sldId="273"/>
            <ac:spMk id="5" creationId="{00000000-0000-0000-0000-000000000000}"/>
          </ac:spMkLst>
        </pc:spChg>
        <pc:spChg chg="add del mod">
          <ac:chgData name="Dr. Robert Butscher" userId="61bc653898ddc2e0" providerId="LiveId" clId="{51D723D9-59D9-44A1-A120-82CD4C10D8A5}" dt="2026-09-19T13:53:38.168" v="378" actId="6264"/>
          <ac:spMkLst>
            <pc:docMk/>
            <pc:sldMk cId="0" sldId="273"/>
            <ac:spMk id="17" creationId="{34B73726-76BC-C325-CC8E-ACC17FAC410B}"/>
          </ac:spMkLst>
        </pc:spChg>
        <pc:spChg chg="add del mod">
          <ac:chgData name="Dr. Robert Butscher" userId="61bc653898ddc2e0" providerId="LiveId" clId="{51D723D9-59D9-44A1-A120-82CD4C10D8A5}" dt="2026-09-19T13:53:38.168" v="378" actId="6264"/>
          <ac:spMkLst>
            <pc:docMk/>
            <pc:sldMk cId="0" sldId="273"/>
            <ac:spMk id="18" creationId="{F4B3AEBE-227F-7194-02F5-9FD06F323F85}"/>
          </ac:spMkLst>
        </pc:spChg>
        <pc:spChg chg="add del mod">
          <ac:chgData name="Dr. Robert Butscher" userId="61bc653898ddc2e0" providerId="LiveId" clId="{51D723D9-59D9-44A1-A120-82CD4C10D8A5}" dt="2026-09-19T13:53:38.168" v="378" actId="6264"/>
          <ac:spMkLst>
            <pc:docMk/>
            <pc:sldMk cId="0" sldId="273"/>
            <ac:spMk id="19" creationId="{F2ECF7BF-064E-F899-2227-D7953DA3EF7A}"/>
          </ac:spMkLst>
        </pc:spChg>
        <pc:spChg chg="add del mod">
          <ac:chgData name="Dr. Robert Butscher" userId="61bc653898ddc2e0" providerId="LiveId" clId="{51D723D9-59D9-44A1-A120-82CD4C10D8A5}" dt="2026-09-19T13:53:38.168" v="378" actId="6264"/>
          <ac:spMkLst>
            <pc:docMk/>
            <pc:sldMk cId="0" sldId="273"/>
            <ac:spMk id="20" creationId="{05386B53-C25F-6D3E-61FB-642CEFF55C36}"/>
          </ac:spMkLst>
        </pc:spChg>
      </pc:sldChg>
      <pc:sldChg chg="addSp modSp mod">
        <pc:chgData name="Dr. Robert Butscher" userId="61bc653898ddc2e0" providerId="LiveId" clId="{51D723D9-59D9-44A1-A120-82CD4C10D8A5}" dt="2026-09-19T14:11:24.245" v="566" actId="1076"/>
        <pc:sldMkLst>
          <pc:docMk/>
          <pc:sldMk cId="0" sldId="274"/>
        </pc:sldMkLst>
        <pc:picChg chg="add mod">
          <ac:chgData name="Dr. Robert Butscher" userId="61bc653898ddc2e0" providerId="LiveId" clId="{51D723D9-59D9-44A1-A120-82CD4C10D8A5}" dt="2026-09-19T14:11:24.245" v="566" actId="1076"/>
          <ac:picMkLst>
            <pc:docMk/>
            <pc:sldMk cId="0" sldId="274"/>
            <ac:picMk id="4" creationId="{B8126A09-9846-73EC-BE89-A49CF179C154}"/>
          </ac:picMkLst>
        </pc:picChg>
      </pc:sldChg>
      <pc:sldChg chg="addSp delSp modSp del mod chgLayout">
        <pc:chgData name="Dr. Robert Butscher" userId="61bc653898ddc2e0" providerId="LiveId" clId="{51D723D9-59D9-44A1-A120-82CD4C10D8A5}" dt="2026-09-19T13:59:24.194" v="439"/>
        <pc:sldMkLst>
          <pc:docMk/>
          <pc:sldMk cId="0" sldId="275"/>
        </pc:sldMkLst>
        <pc:spChg chg="mod ord">
          <ac:chgData name="Dr. Robert Butscher" userId="61bc653898ddc2e0" providerId="LiveId" clId="{51D723D9-59D9-44A1-A120-82CD4C10D8A5}" dt="2026-09-19T13:53:56.378" v="380" actId="6264"/>
          <ac:spMkLst>
            <pc:docMk/>
            <pc:sldMk cId="0" sldId="275"/>
            <ac:spMk id="2" creationId="{00000000-0000-0000-0000-000000000000}"/>
          </ac:spMkLst>
        </pc:spChg>
        <pc:spChg chg="mod ord">
          <ac:chgData name="Dr. Robert Butscher" userId="61bc653898ddc2e0" providerId="LiveId" clId="{51D723D9-59D9-44A1-A120-82CD4C10D8A5}" dt="2026-09-19T13:53:56.378" v="380" actId="6264"/>
          <ac:spMkLst>
            <pc:docMk/>
            <pc:sldMk cId="0" sldId="275"/>
            <ac:spMk id="3" creationId="{00000000-0000-0000-0000-000000000000}"/>
          </ac:spMkLst>
        </pc:spChg>
        <pc:spChg chg="mod ord">
          <ac:chgData name="Dr. Robert Butscher" userId="61bc653898ddc2e0" providerId="LiveId" clId="{51D723D9-59D9-44A1-A120-82CD4C10D8A5}" dt="2026-09-19T13:53:56.378" v="380" actId="6264"/>
          <ac:spMkLst>
            <pc:docMk/>
            <pc:sldMk cId="0" sldId="275"/>
            <ac:spMk id="4" creationId="{00000000-0000-0000-0000-000000000000}"/>
          </ac:spMkLst>
        </pc:spChg>
        <pc:spChg chg="mod ord">
          <ac:chgData name="Dr. Robert Butscher" userId="61bc653898ddc2e0" providerId="LiveId" clId="{51D723D9-59D9-44A1-A120-82CD4C10D8A5}" dt="2026-09-19T13:54:03.076" v="384" actId="20577"/>
          <ac:spMkLst>
            <pc:docMk/>
            <pc:sldMk cId="0" sldId="275"/>
            <ac:spMk id="5" creationId="{00000000-0000-0000-0000-000000000000}"/>
          </ac:spMkLst>
        </pc:spChg>
        <pc:spChg chg="add del mod">
          <ac:chgData name="Dr. Robert Butscher" userId="61bc653898ddc2e0" providerId="LiveId" clId="{51D723D9-59D9-44A1-A120-82CD4C10D8A5}" dt="2026-09-19T13:53:56.378" v="380" actId="6264"/>
          <ac:spMkLst>
            <pc:docMk/>
            <pc:sldMk cId="0" sldId="275"/>
            <ac:spMk id="17" creationId="{E66A14B2-13E5-3FE9-3B2E-7CCAA4F48127}"/>
          </ac:spMkLst>
        </pc:spChg>
        <pc:spChg chg="add del mod">
          <ac:chgData name="Dr. Robert Butscher" userId="61bc653898ddc2e0" providerId="LiveId" clId="{51D723D9-59D9-44A1-A120-82CD4C10D8A5}" dt="2026-09-19T13:53:56.378" v="380" actId="6264"/>
          <ac:spMkLst>
            <pc:docMk/>
            <pc:sldMk cId="0" sldId="275"/>
            <ac:spMk id="18" creationId="{396780D8-5E0D-6F6B-E59C-25661E6C990F}"/>
          </ac:spMkLst>
        </pc:spChg>
        <pc:spChg chg="add del mod">
          <ac:chgData name="Dr. Robert Butscher" userId="61bc653898ddc2e0" providerId="LiveId" clId="{51D723D9-59D9-44A1-A120-82CD4C10D8A5}" dt="2026-09-19T13:53:56.378" v="380" actId="6264"/>
          <ac:spMkLst>
            <pc:docMk/>
            <pc:sldMk cId="0" sldId="275"/>
            <ac:spMk id="19" creationId="{8A321CC0-C344-A26A-D4EC-B603C083BCD3}"/>
          </ac:spMkLst>
        </pc:spChg>
        <pc:spChg chg="add del mod">
          <ac:chgData name="Dr. Robert Butscher" userId="61bc653898ddc2e0" providerId="LiveId" clId="{51D723D9-59D9-44A1-A120-82CD4C10D8A5}" dt="2026-09-19T13:53:56.378" v="380" actId="6264"/>
          <ac:spMkLst>
            <pc:docMk/>
            <pc:sldMk cId="0" sldId="275"/>
            <ac:spMk id="20" creationId="{7D4225DF-08D4-5615-7C4F-850BDC56705E}"/>
          </ac:spMkLst>
        </pc:spChg>
      </pc:sldChg>
      <pc:sldChg chg="addSp delSp modSp mod chgLayout">
        <pc:chgData name="Dr. Robert Butscher" userId="61bc653898ddc2e0" providerId="LiveId" clId="{51D723D9-59D9-44A1-A120-82CD4C10D8A5}" dt="2026-09-19T13:54:10.116" v="385" actId="6264"/>
        <pc:sldMkLst>
          <pc:docMk/>
          <pc:sldMk cId="0" sldId="276"/>
        </pc:sldMkLst>
        <pc:spChg chg="mod ord">
          <ac:chgData name="Dr. Robert Butscher" userId="61bc653898ddc2e0" providerId="LiveId" clId="{51D723D9-59D9-44A1-A120-82CD4C10D8A5}" dt="2026-09-19T13:54:10.116" v="385" actId="6264"/>
          <ac:spMkLst>
            <pc:docMk/>
            <pc:sldMk cId="0" sldId="276"/>
            <ac:spMk id="2" creationId="{00000000-0000-0000-0000-000000000000}"/>
          </ac:spMkLst>
        </pc:spChg>
        <pc:spChg chg="mod ord">
          <ac:chgData name="Dr. Robert Butscher" userId="61bc653898ddc2e0" providerId="LiveId" clId="{51D723D9-59D9-44A1-A120-82CD4C10D8A5}" dt="2026-09-19T13:54:10.116" v="385" actId="6264"/>
          <ac:spMkLst>
            <pc:docMk/>
            <pc:sldMk cId="0" sldId="276"/>
            <ac:spMk id="3" creationId="{00000000-0000-0000-0000-000000000000}"/>
          </ac:spMkLst>
        </pc:spChg>
        <pc:spChg chg="mod ord">
          <ac:chgData name="Dr. Robert Butscher" userId="61bc653898ddc2e0" providerId="LiveId" clId="{51D723D9-59D9-44A1-A120-82CD4C10D8A5}" dt="2026-09-19T13:54:10.116" v="385" actId="6264"/>
          <ac:spMkLst>
            <pc:docMk/>
            <pc:sldMk cId="0" sldId="276"/>
            <ac:spMk id="4" creationId="{00000000-0000-0000-0000-000000000000}"/>
          </ac:spMkLst>
        </pc:spChg>
        <pc:spChg chg="mod ord">
          <ac:chgData name="Dr. Robert Butscher" userId="61bc653898ddc2e0" providerId="LiveId" clId="{51D723D9-59D9-44A1-A120-82CD4C10D8A5}" dt="2026-09-19T13:54:10.116" v="385" actId="6264"/>
          <ac:spMkLst>
            <pc:docMk/>
            <pc:sldMk cId="0" sldId="276"/>
            <ac:spMk id="5" creationId="{00000000-0000-0000-0000-000000000000}"/>
          </ac:spMkLst>
        </pc:spChg>
        <pc:spChg chg="add del mod">
          <ac:chgData name="Dr. Robert Butscher" userId="61bc653898ddc2e0" providerId="LiveId" clId="{51D723D9-59D9-44A1-A120-82CD4C10D8A5}" dt="2026-09-19T13:54:10.116" v="385" actId="6264"/>
          <ac:spMkLst>
            <pc:docMk/>
            <pc:sldMk cId="0" sldId="276"/>
            <ac:spMk id="18" creationId="{EC110704-ADF0-1A7D-6E70-BEDF5C3737AA}"/>
          </ac:spMkLst>
        </pc:spChg>
        <pc:spChg chg="add del mod">
          <ac:chgData name="Dr. Robert Butscher" userId="61bc653898ddc2e0" providerId="LiveId" clId="{51D723D9-59D9-44A1-A120-82CD4C10D8A5}" dt="2026-09-19T13:54:10.116" v="385" actId="6264"/>
          <ac:spMkLst>
            <pc:docMk/>
            <pc:sldMk cId="0" sldId="276"/>
            <ac:spMk id="19" creationId="{F3ADE866-65CD-D430-F32C-8FAC6B745816}"/>
          </ac:spMkLst>
        </pc:spChg>
        <pc:spChg chg="add del mod">
          <ac:chgData name="Dr. Robert Butscher" userId="61bc653898ddc2e0" providerId="LiveId" clId="{51D723D9-59D9-44A1-A120-82CD4C10D8A5}" dt="2026-09-19T13:54:10.116" v="385" actId="6264"/>
          <ac:spMkLst>
            <pc:docMk/>
            <pc:sldMk cId="0" sldId="276"/>
            <ac:spMk id="20" creationId="{776C4927-249A-3C23-3367-5CAF7DB6BA06}"/>
          </ac:spMkLst>
        </pc:spChg>
        <pc:spChg chg="add del mod">
          <ac:chgData name="Dr. Robert Butscher" userId="61bc653898ddc2e0" providerId="LiveId" clId="{51D723D9-59D9-44A1-A120-82CD4C10D8A5}" dt="2026-09-19T13:54:10.116" v="385" actId="6264"/>
          <ac:spMkLst>
            <pc:docMk/>
            <pc:sldMk cId="0" sldId="276"/>
            <ac:spMk id="21" creationId="{8BA202C4-0E17-3EE1-C0AE-F0C4EEB9BEF9}"/>
          </ac:spMkLst>
        </pc:spChg>
      </pc:sldChg>
      <pc:sldChg chg="addSp delSp modSp del mod chgLayout">
        <pc:chgData name="Dr. Robert Butscher" userId="61bc653898ddc2e0" providerId="LiveId" clId="{51D723D9-59D9-44A1-A120-82CD4C10D8A5}" dt="2026-09-19T13:59:27.749" v="446"/>
        <pc:sldMkLst>
          <pc:docMk/>
          <pc:sldMk cId="0" sldId="278"/>
        </pc:sldMkLst>
        <pc:spChg chg="mod ord">
          <ac:chgData name="Dr. Robert Butscher" userId="61bc653898ddc2e0" providerId="LiveId" clId="{51D723D9-59D9-44A1-A120-82CD4C10D8A5}" dt="2026-09-19T13:55:46.833" v="387" actId="6264"/>
          <ac:spMkLst>
            <pc:docMk/>
            <pc:sldMk cId="0" sldId="278"/>
            <ac:spMk id="2" creationId="{00000000-0000-0000-0000-000000000000}"/>
          </ac:spMkLst>
        </pc:spChg>
        <pc:spChg chg="mod ord">
          <ac:chgData name="Dr. Robert Butscher" userId="61bc653898ddc2e0" providerId="LiveId" clId="{51D723D9-59D9-44A1-A120-82CD4C10D8A5}" dt="2026-09-19T13:55:46.833" v="387" actId="6264"/>
          <ac:spMkLst>
            <pc:docMk/>
            <pc:sldMk cId="0" sldId="278"/>
            <ac:spMk id="3" creationId="{00000000-0000-0000-0000-000000000000}"/>
          </ac:spMkLst>
        </pc:spChg>
        <pc:spChg chg="mod ord">
          <ac:chgData name="Dr. Robert Butscher" userId="61bc653898ddc2e0" providerId="LiveId" clId="{51D723D9-59D9-44A1-A120-82CD4C10D8A5}" dt="2026-09-19T13:55:46.833" v="387" actId="6264"/>
          <ac:spMkLst>
            <pc:docMk/>
            <pc:sldMk cId="0" sldId="278"/>
            <ac:spMk id="4" creationId="{00000000-0000-0000-0000-000000000000}"/>
          </ac:spMkLst>
        </pc:spChg>
        <pc:spChg chg="mod ord">
          <ac:chgData name="Dr. Robert Butscher" userId="61bc653898ddc2e0" providerId="LiveId" clId="{51D723D9-59D9-44A1-A120-82CD4C10D8A5}" dt="2026-09-19T13:55:46.833" v="387" actId="6264"/>
          <ac:spMkLst>
            <pc:docMk/>
            <pc:sldMk cId="0" sldId="278"/>
            <ac:spMk id="5" creationId="{00000000-0000-0000-0000-000000000000}"/>
          </ac:spMkLst>
        </pc:spChg>
        <pc:spChg chg="add del mod">
          <ac:chgData name="Dr. Robert Butscher" userId="61bc653898ddc2e0" providerId="LiveId" clId="{51D723D9-59D9-44A1-A120-82CD4C10D8A5}" dt="2026-09-19T13:55:46.833" v="387" actId="6264"/>
          <ac:spMkLst>
            <pc:docMk/>
            <pc:sldMk cId="0" sldId="278"/>
            <ac:spMk id="12" creationId="{ADDEE711-98E5-5DDA-95E9-C7D04E133786}"/>
          </ac:spMkLst>
        </pc:spChg>
        <pc:spChg chg="add del mod">
          <ac:chgData name="Dr. Robert Butscher" userId="61bc653898ddc2e0" providerId="LiveId" clId="{51D723D9-59D9-44A1-A120-82CD4C10D8A5}" dt="2026-09-19T13:55:46.833" v="387" actId="6264"/>
          <ac:spMkLst>
            <pc:docMk/>
            <pc:sldMk cId="0" sldId="278"/>
            <ac:spMk id="13" creationId="{059E037A-F085-61F9-C774-161DE3FC5C44}"/>
          </ac:spMkLst>
        </pc:spChg>
        <pc:spChg chg="add del mod">
          <ac:chgData name="Dr. Robert Butscher" userId="61bc653898ddc2e0" providerId="LiveId" clId="{51D723D9-59D9-44A1-A120-82CD4C10D8A5}" dt="2026-09-19T13:55:46.833" v="387" actId="6264"/>
          <ac:spMkLst>
            <pc:docMk/>
            <pc:sldMk cId="0" sldId="278"/>
            <ac:spMk id="14" creationId="{F054A14A-F1F2-E992-3C13-1FDE7CE85D53}"/>
          </ac:spMkLst>
        </pc:spChg>
        <pc:spChg chg="add del mod">
          <ac:chgData name="Dr. Robert Butscher" userId="61bc653898ddc2e0" providerId="LiveId" clId="{51D723D9-59D9-44A1-A120-82CD4C10D8A5}" dt="2026-09-19T13:55:46.833" v="387" actId="6264"/>
          <ac:spMkLst>
            <pc:docMk/>
            <pc:sldMk cId="0" sldId="278"/>
            <ac:spMk id="15" creationId="{426F76A0-DC5A-5A08-49C8-4327F017E47F}"/>
          </ac:spMkLst>
        </pc:spChg>
      </pc:sldChg>
      <pc:sldChg chg="addSp delSp modSp mod chgLayout">
        <pc:chgData name="Dr. Robert Butscher" userId="61bc653898ddc2e0" providerId="LiveId" clId="{51D723D9-59D9-44A1-A120-82CD4C10D8A5}" dt="2026-09-19T13:55:51.207" v="388" actId="6264"/>
        <pc:sldMkLst>
          <pc:docMk/>
          <pc:sldMk cId="0" sldId="279"/>
        </pc:sldMkLst>
        <pc:spChg chg="mod ord">
          <ac:chgData name="Dr. Robert Butscher" userId="61bc653898ddc2e0" providerId="LiveId" clId="{51D723D9-59D9-44A1-A120-82CD4C10D8A5}" dt="2026-09-19T13:55:51.207" v="388" actId="6264"/>
          <ac:spMkLst>
            <pc:docMk/>
            <pc:sldMk cId="0" sldId="279"/>
            <ac:spMk id="2" creationId="{00000000-0000-0000-0000-000000000000}"/>
          </ac:spMkLst>
        </pc:spChg>
        <pc:spChg chg="mod ord">
          <ac:chgData name="Dr. Robert Butscher" userId="61bc653898ddc2e0" providerId="LiveId" clId="{51D723D9-59D9-44A1-A120-82CD4C10D8A5}" dt="2026-09-19T13:55:51.207" v="388" actId="6264"/>
          <ac:spMkLst>
            <pc:docMk/>
            <pc:sldMk cId="0" sldId="279"/>
            <ac:spMk id="3" creationId="{00000000-0000-0000-0000-000000000000}"/>
          </ac:spMkLst>
        </pc:spChg>
        <pc:spChg chg="mod ord">
          <ac:chgData name="Dr. Robert Butscher" userId="61bc653898ddc2e0" providerId="LiveId" clId="{51D723D9-59D9-44A1-A120-82CD4C10D8A5}" dt="2026-09-19T13:55:51.207" v="388" actId="6264"/>
          <ac:spMkLst>
            <pc:docMk/>
            <pc:sldMk cId="0" sldId="279"/>
            <ac:spMk id="4" creationId="{00000000-0000-0000-0000-000000000000}"/>
          </ac:spMkLst>
        </pc:spChg>
        <pc:spChg chg="mod ord">
          <ac:chgData name="Dr. Robert Butscher" userId="61bc653898ddc2e0" providerId="LiveId" clId="{51D723D9-59D9-44A1-A120-82CD4C10D8A5}" dt="2026-09-19T13:55:51.207" v="388" actId="6264"/>
          <ac:spMkLst>
            <pc:docMk/>
            <pc:sldMk cId="0" sldId="279"/>
            <ac:spMk id="5" creationId="{00000000-0000-0000-0000-000000000000}"/>
          </ac:spMkLst>
        </pc:spChg>
        <pc:spChg chg="add del mod">
          <ac:chgData name="Dr. Robert Butscher" userId="61bc653898ddc2e0" providerId="LiveId" clId="{51D723D9-59D9-44A1-A120-82CD4C10D8A5}" dt="2026-09-19T13:55:51.207" v="388" actId="6264"/>
          <ac:spMkLst>
            <pc:docMk/>
            <pc:sldMk cId="0" sldId="279"/>
            <ac:spMk id="16" creationId="{362BF5E0-B1F9-68FD-F950-A64463E7D30D}"/>
          </ac:spMkLst>
        </pc:spChg>
        <pc:spChg chg="add del mod">
          <ac:chgData name="Dr. Robert Butscher" userId="61bc653898ddc2e0" providerId="LiveId" clId="{51D723D9-59D9-44A1-A120-82CD4C10D8A5}" dt="2026-09-19T13:55:51.207" v="388" actId="6264"/>
          <ac:spMkLst>
            <pc:docMk/>
            <pc:sldMk cId="0" sldId="279"/>
            <ac:spMk id="17" creationId="{7D1F8A76-9C3D-BAC8-DF11-908F82D02E40}"/>
          </ac:spMkLst>
        </pc:spChg>
        <pc:spChg chg="add del mod">
          <ac:chgData name="Dr. Robert Butscher" userId="61bc653898ddc2e0" providerId="LiveId" clId="{51D723D9-59D9-44A1-A120-82CD4C10D8A5}" dt="2026-09-19T13:55:51.207" v="388" actId="6264"/>
          <ac:spMkLst>
            <pc:docMk/>
            <pc:sldMk cId="0" sldId="279"/>
            <ac:spMk id="18" creationId="{3039D087-47C5-D972-552F-7678ABA5CB18}"/>
          </ac:spMkLst>
        </pc:spChg>
        <pc:spChg chg="add del mod">
          <ac:chgData name="Dr. Robert Butscher" userId="61bc653898ddc2e0" providerId="LiveId" clId="{51D723D9-59D9-44A1-A120-82CD4C10D8A5}" dt="2026-09-19T13:55:51.207" v="388" actId="6264"/>
          <ac:spMkLst>
            <pc:docMk/>
            <pc:sldMk cId="0" sldId="279"/>
            <ac:spMk id="19" creationId="{68981EFA-C5DD-BD2D-B3FF-BA4C73FEA3DE}"/>
          </ac:spMkLst>
        </pc:spChg>
      </pc:sldChg>
      <pc:sldChg chg="addSp delSp modSp mod chgLayout">
        <pc:chgData name="Dr. Robert Butscher" userId="61bc653898ddc2e0" providerId="LiveId" clId="{51D723D9-59D9-44A1-A120-82CD4C10D8A5}" dt="2026-09-19T13:56:10.208" v="393" actId="20577"/>
        <pc:sldMkLst>
          <pc:docMk/>
          <pc:sldMk cId="0" sldId="280"/>
        </pc:sldMkLst>
        <pc:spChg chg="mod ord">
          <ac:chgData name="Dr. Robert Butscher" userId="61bc653898ddc2e0" providerId="LiveId" clId="{51D723D9-59D9-44A1-A120-82CD4C10D8A5}" dt="2026-09-19T13:56:03.136" v="392" actId="6264"/>
          <ac:spMkLst>
            <pc:docMk/>
            <pc:sldMk cId="0" sldId="280"/>
            <ac:spMk id="2" creationId="{00000000-0000-0000-0000-000000000000}"/>
          </ac:spMkLst>
        </pc:spChg>
        <pc:spChg chg="mod ord">
          <ac:chgData name="Dr. Robert Butscher" userId="61bc653898ddc2e0" providerId="LiveId" clId="{51D723D9-59D9-44A1-A120-82CD4C10D8A5}" dt="2026-09-19T13:56:03.136" v="392" actId="6264"/>
          <ac:spMkLst>
            <pc:docMk/>
            <pc:sldMk cId="0" sldId="280"/>
            <ac:spMk id="3" creationId="{00000000-0000-0000-0000-000000000000}"/>
          </ac:spMkLst>
        </pc:spChg>
        <pc:spChg chg="mod ord">
          <ac:chgData name="Dr. Robert Butscher" userId="61bc653898ddc2e0" providerId="LiveId" clId="{51D723D9-59D9-44A1-A120-82CD4C10D8A5}" dt="2026-09-19T13:56:03.136" v="392" actId="6264"/>
          <ac:spMkLst>
            <pc:docMk/>
            <pc:sldMk cId="0" sldId="280"/>
            <ac:spMk id="4" creationId="{00000000-0000-0000-0000-000000000000}"/>
          </ac:spMkLst>
        </pc:spChg>
        <pc:spChg chg="mod ord">
          <ac:chgData name="Dr. Robert Butscher" userId="61bc653898ddc2e0" providerId="LiveId" clId="{51D723D9-59D9-44A1-A120-82CD4C10D8A5}" dt="2026-09-19T13:56:10.208" v="393" actId="20577"/>
          <ac:spMkLst>
            <pc:docMk/>
            <pc:sldMk cId="0" sldId="280"/>
            <ac:spMk id="5" creationId="{00000000-0000-0000-0000-000000000000}"/>
          </ac:spMkLst>
        </pc:spChg>
        <pc:spChg chg="add del mod">
          <ac:chgData name="Dr. Robert Butscher" userId="61bc653898ddc2e0" providerId="LiveId" clId="{51D723D9-59D9-44A1-A120-82CD4C10D8A5}" dt="2026-09-19T13:56:03.136" v="392" actId="6264"/>
          <ac:spMkLst>
            <pc:docMk/>
            <pc:sldMk cId="0" sldId="280"/>
            <ac:spMk id="16" creationId="{B9CD2BBD-EA1C-DE56-D1B4-C97DD464DF90}"/>
          </ac:spMkLst>
        </pc:spChg>
        <pc:spChg chg="add del mod">
          <ac:chgData name="Dr. Robert Butscher" userId="61bc653898ddc2e0" providerId="LiveId" clId="{51D723D9-59D9-44A1-A120-82CD4C10D8A5}" dt="2026-09-19T13:56:03.136" v="392" actId="6264"/>
          <ac:spMkLst>
            <pc:docMk/>
            <pc:sldMk cId="0" sldId="280"/>
            <ac:spMk id="17" creationId="{88994349-5DFA-BFF8-7620-67E6370BA1C5}"/>
          </ac:spMkLst>
        </pc:spChg>
        <pc:spChg chg="add del mod">
          <ac:chgData name="Dr. Robert Butscher" userId="61bc653898ddc2e0" providerId="LiveId" clId="{51D723D9-59D9-44A1-A120-82CD4C10D8A5}" dt="2026-09-19T13:56:03.136" v="392" actId="6264"/>
          <ac:spMkLst>
            <pc:docMk/>
            <pc:sldMk cId="0" sldId="280"/>
            <ac:spMk id="18" creationId="{52DB37C2-E7F2-41F3-2A81-AB0D315CEE09}"/>
          </ac:spMkLst>
        </pc:spChg>
        <pc:spChg chg="add del mod">
          <ac:chgData name="Dr. Robert Butscher" userId="61bc653898ddc2e0" providerId="LiveId" clId="{51D723D9-59D9-44A1-A120-82CD4C10D8A5}" dt="2026-09-19T13:56:03.136" v="392" actId="6264"/>
          <ac:spMkLst>
            <pc:docMk/>
            <pc:sldMk cId="0" sldId="280"/>
            <ac:spMk id="19" creationId="{46BD8C0A-76D7-F0F1-AF48-7C7CC9391287}"/>
          </ac:spMkLst>
        </pc:spChg>
      </pc:sldChg>
      <pc:sldChg chg="addSp modSp mod">
        <pc:chgData name="Dr. Robert Butscher" userId="61bc653898ddc2e0" providerId="LiveId" clId="{51D723D9-59D9-44A1-A120-82CD4C10D8A5}" dt="2026-09-19T14:12:11.938" v="575" actId="732"/>
        <pc:sldMkLst>
          <pc:docMk/>
          <pc:sldMk cId="0" sldId="281"/>
        </pc:sldMkLst>
        <pc:picChg chg="add mod ord modCrop">
          <ac:chgData name="Dr. Robert Butscher" userId="61bc653898ddc2e0" providerId="LiveId" clId="{51D723D9-59D9-44A1-A120-82CD4C10D8A5}" dt="2026-09-19T14:12:11.938" v="575" actId="732"/>
          <ac:picMkLst>
            <pc:docMk/>
            <pc:sldMk cId="0" sldId="281"/>
            <ac:picMk id="4" creationId="{2C23D27D-3E7C-5091-F5BE-64867536F256}"/>
          </ac:picMkLst>
        </pc:picChg>
      </pc:sldChg>
      <pc:sldChg chg="addSp delSp modSp del mod chgLayout">
        <pc:chgData name="Dr. Robert Butscher" userId="61bc653898ddc2e0" providerId="LiveId" clId="{51D723D9-59D9-44A1-A120-82CD4C10D8A5}" dt="2026-09-19T13:59:32.612" v="451"/>
        <pc:sldMkLst>
          <pc:docMk/>
          <pc:sldMk cId="0" sldId="282"/>
        </pc:sldMkLst>
        <pc:spChg chg="mod ord">
          <ac:chgData name="Dr. Robert Butscher" userId="61bc653898ddc2e0" providerId="LiveId" clId="{51D723D9-59D9-44A1-A120-82CD4C10D8A5}" dt="2026-09-19T13:56:16.275" v="394" actId="6264"/>
          <ac:spMkLst>
            <pc:docMk/>
            <pc:sldMk cId="0" sldId="282"/>
            <ac:spMk id="2" creationId="{00000000-0000-0000-0000-000000000000}"/>
          </ac:spMkLst>
        </pc:spChg>
        <pc:spChg chg="mod ord">
          <ac:chgData name="Dr. Robert Butscher" userId="61bc653898ddc2e0" providerId="LiveId" clId="{51D723D9-59D9-44A1-A120-82CD4C10D8A5}" dt="2026-09-19T13:56:16.275" v="394" actId="6264"/>
          <ac:spMkLst>
            <pc:docMk/>
            <pc:sldMk cId="0" sldId="282"/>
            <ac:spMk id="3" creationId="{00000000-0000-0000-0000-000000000000}"/>
          </ac:spMkLst>
        </pc:spChg>
        <pc:spChg chg="mod ord">
          <ac:chgData name="Dr. Robert Butscher" userId="61bc653898ddc2e0" providerId="LiveId" clId="{51D723D9-59D9-44A1-A120-82CD4C10D8A5}" dt="2026-09-19T13:56:16.275" v="394" actId="6264"/>
          <ac:spMkLst>
            <pc:docMk/>
            <pc:sldMk cId="0" sldId="282"/>
            <ac:spMk id="4" creationId="{00000000-0000-0000-0000-000000000000}"/>
          </ac:spMkLst>
        </pc:spChg>
        <pc:spChg chg="mod ord">
          <ac:chgData name="Dr. Robert Butscher" userId="61bc653898ddc2e0" providerId="LiveId" clId="{51D723D9-59D9-44A1-A120-82CD4C10D8A5}" dt="2026-09-19T13:56:16.275" v="394" actId="6264"/>
          <ac:spMkLst>
            <pc:docMk/>
            <pc:sldMk cId="0" sldId="282"/>
            <ac:spMk id="5" creationId="{00000000-0000-0000-0000-000000000000}"/>
          </ac:spMkLst>
        </pc:spChg>
        <pc:spChg chg="add del mod">
          <ac:chgData name="Dr. Robert Butscher" userId="61bc653898ddc2e0" providerId="LiveId" clId="{51D723D9-59D9-44A1-A120-82CD4C10D8A5}" dt="2026-09-19T13:56:16.275" v="394" actId="6264"/>
          <ac:spMkLst>
            <pc:docMk/>
            <pc:sldMk cId="0" sldId="282"/>
            <ac:spMk id="16" creationId="{03C69165-FF26-CA56-039A-DB70F2FC1FB8}"/>
          </ac:spMkLst>
        </pc:spChg>
        <pc:spChg chg="add del mod">
          <ac:chgData name="Dr. Robert Butscher" userId="61bc653898ddc2e0" providerId="LiveId" clId="{51D723D9-59D9-44A1-A120-82CD4C10D8A5}" dt="2026-09-19T13:56:16.275" v="394" actId="6264"/>
          <ac:spMkLst>
            <pc:docMk/>
            <pc:sldMk cId="0" sldId="282"/>
            <ac:spMk id="17" creationId="{021049CF-CC6B-88C6-56B6-11D528E9BEDA}"/>
          </ac:spMkLst>
        </pc:spChg>
        <pc:spChg chg="add del mod">
          <ac:chgData name="Dr. Robert Butscher" userId="61bc653898ddc2e0" providerId="LiveId" clId="{51D723D9-59D9-44A1-A120-82CD4C10D8A5}" dt="2026-09-19T13:56:16.275" v="394" actId="6264"/>
          <ac:spMkLst>
            <pc:docMk/>
            <pc:sldMk cId="0" sldId="282"/>
            <ac:spMk id="18" creationId="{7DDFEED8-13A2-2DBF-2AB2-FB824F3C5FAF}"/>
          </ac:spMkLst>
        </pc:spChg>
        <pc:spChg chg="add del mod">
          <ac:chgData name="Dr. Robert Butscher" userId="61bc653898ddc2e0" providerId="LiveId" clId="{51D723D9-59D9-44A1-A120-82CD4C10D8A5}" dt="2026-09-19T13:56:16.275" v="394" actId="6264"/>
          <ac:spMkLst>
            <pc:docMk/>
            <pc:sldMk cId="0" sldId="282"/>
            <ac:spMk id="19" creationId="{C38D6192-9050-53C0-6988-79BA846ACAFC}"/>
          </ac:spMkLst>
        </pc:spChg>
      </pc:sldChg>
      <pc:sldChg chg="addSp delSp modSp del mod chgLayout">
        <pc:chgData name="Dr. Robert Butscher" userId="61bc653898ddc2e0" providerId="LiveId" clId="{51D723D9-59D9-44A1-A120-82CD4C10D8A5}" dt="2026-09-19T13:59:35.633" v="457"/>
        <pc:sldMkLst>
          <pc:docMk/>
          <pc:sldMk cId="0" sldId="284"/>
        </pc:sldMkLst>
        <pc:spChg chg="mod ord">
          <ac:chgData name="Dr. Robert Butscher" userId="61bc653898ddc2e0" providerId="LiveId" clId="{51D723D9-59D9-44A1-A120-82CD4C10D8A5}" dt="2026-09-19T13:56:28.058" v="396" actId="6264"/>
          <ac:spMkLst>
            <pc:docMk/>
            <pc:sldMk cId="0" sldId="284"/>
            <ac:spMk id="2" creationId="{00000000-0000-0000-0000-000000000000}"/>
          </ac:spMkLst>
        </pc:spChg>
        <pc:spChg chg="mod ord">
          <ac:chgData name="Dr. Robert Butscher" userId="61bc653898ddc2e0" providerId="LiveId" clId="{51D723D9-59D9-44A1-A120-82CD4C10D8A5}" dt="2026-09-19T13:56:28.058" v="396" actId="6264"/>
          <ac:spMkLst>
            <pc:docMk/>
            <pc:sldMk cId="0" sldId="284"/>
            <ac:spMk id="3" creationId="{00000000-0000-0000-0000-000000000000}"/>
          </ac:spMkLst>
        </pc:spChg>
        <pc:spChg chg="mod ord">
          <ac:chgData name="Dr. Robert Butscher" userId="61bc653898ddc2e0" providerId="LiveId" clId="{51D723D9-59D9-44A1-A120-82CD4C10D8A5}" dt="2026-09-19T13:56:28.058" v="396" actId="6264"/>
          <ac:spMkLst>
            <pc:docMk/>
            <pc:sldMk cId="0" sldId="284"/>
            <ac:spMk id="4" creationId="{00000000-0000-0000-0000-000000000000}"/>
          </ac:spMkLst>
        </pc:spChg>
        <pc:spChg chg="mod ord">
          <ac:chgData name="Dr. Robert Butscher" userId="61bc653898ddc2e0" providerId="LiveId" clId="{51D723D9-59D9-44A1-A120-82CD4C10D8A5}" dt="2026-09-19T13:56:31.312" v="397" actId="20577"/>
          <ac:spMkLst>
            <pc:docMk/>
            <pc:sldMk cId="0" sldId="284"/>
            <ac:spMk id="5" creationId="{00000000-0000-0000-0000-000000000000}"/>
          </ac:spMkLst>
        </pc:spChg>
        <pc:spChg chg="add del mod">
          <ac:chgData name="Dr. Robert Butscher" userId="61bc653898ddc2e0" providerId="LiveId" clId="{51D723D9-59D9-44A1-A120-82CD4C10D8A5}" dt="2026-09-19T13:56:28.058" v="396" actId="6264"/>
          <ac:spMkLst>
            <pc:docMk/>
            <pc:sldMk cId="0" sldId="284"/>
            <ac:spMk id="7" creationId="{F3D8D062-43CA-A977-DB5E-7A575E8AC475}"/>
          </ac:spMkLst>
        </pc:spChg>
        <pc:spChg chg="add del mod">
          <ac:chgData name="Dr. Robert Butscher" userId="61bc653898ddc2e0" providerId="LiveId" clId="{51D723D9-59D9-44A1-A120-82CD4C10D8A5}" dt="2026-09-19T13:56:28.058" v="396" actId="6264"/>
          <ac:spMkLst>
            <pc:docMk/>
            <pc:sldMk cId="0" sldId="284"/>
            <ac:spMk id="8" creationId="{9C60B059-93EC-1A1E-3588-A2CD20476C1E}"/>
          </ac:spMkLst>
        </pc:spChg>
        <pc:spChg chg="add del mod">
          <ac:chgData name="Dr. Robert Butscher" userId="61bc653898ddc2e0" providerId="LiveId" clId="{51D723D9-59D9-44A1-A120-82CD4C10D8A5}" dt="2026-09-19T13:56:28.058" v="396" actId="6264"/>
          <ac:spMkLst>
            <pc:docMk/>
            <pc:sldMk cId="0" sldId="284"/>
            <ac:spMk id="9" creationId="{141217FC-74EC-7B58-EE80-FA233A05E937}"/>
          </ac:spMkLst>
        </pc:spChg>
        <pc:spChg chg="add del mod">
          <ac:chgData name="Dr. Robert Butscher" userId="61bc653898ddc2e0" providerId="LiveId" clId="{51D723D9-59D9-44A1-A120-82CD4C10D8A5}" dt="2026-09-19T13:56:28.058" v="396" actId="6264"/>
          <ac:spMkLst>
            <pc:docMk/>
            <pc:sldMk cId="0" sldId="284"/>
            <ac:spMk id="10" creationId="{53B4ADC1-335F-1D56-09A7-77621711F277}"/>
          </ac:spMkLst>
        </pc:spChg>
      </pc:sldChg>
      <pc:sldChg chg="addSp modSp mod">
        <pc:chgData name="Dr. Robert Butscher" userId="61bc653898ddc2e0" providerId="LiveId" clId="{51D723D9-59D9-44A1-A120-82CD4C10D8A5}" dt="2026-09-19T14:13:52.294" v="587" actId="732"/>
        <pc:sldMkLst>
          <pc:docMk/>
          <pc:sldMk cId="0" sldId="285"/>
        </pc:sldMkLst>
        <pc:picChg chg="add mod modCrop">
          <ac:chgData name="Dr. Robert Butscher" userId="61bc653898ddc2e0" providerId="LiveId" clId="{51D723D9-59D9-44A1-A120-82CD4C10D8A5}" dt="2026-09-19T14:13:52.294" v="587" actId="732"/>
          <ac:picMkLst>
            <pc:docMk/>
            <pc:sldMk cId="0" sldId="285"/>
            <ac:picMk id="4" creationId="{C0C1862B-ADE4-8C49-06BF-53E337E075CE}"/>
          </ac:picMkLst>
        </pc:picChg>
      </pc:sldChg>
      <pc:sldChg chg="addSp delSp modSp del mod chgLayout">
        <pc:chgData name="Dr. Robert Butscher" userId="61bc653898ddc2e0" providerId="LiveId" clId="{51D723D9-59D9-44A1-A120-82CD4C10D8A5}" dt="2026-09-19T14:08:19.097" v="539"/>
        <pc:sldMkLst>
          <pc:docMk/>
          <pc:sldMk cId="0" sldId="287"/>
        </pc:sldMkLst>
        <pc:spChg chg="mod ord">
          <ac:chgData name="Dr. Robert Butscher" userId="61bc653898ddc2e0" providerId="LiveId" clId="{51D723D9-59D9-44A1-A120-82CD4C10D8A5}" dt="2026-09-19T13:56:48.609" v="399" actId="6264"/>
          <ac:spMkLst>
            <pc:docMk/>
            <pc:sldMk cId="0" sldId="287"/>
            <ac:spMk id="2" creationId="{00000000-0000-0000-0000-000000000000}"/>
          </ac:spMkLst>
        </pc:spChg>
        <pc:spChg chg="mod ord">
          <ac:chgData name="Dr. Robert Butscher" userId="61bc653898ddc2e0" providerId="LiveId" clId="{51D723D9-59D9-44A1-A120-82CD4C10D8A5}" dt="2026-09-19T13:56:48.609" v="399" actId="6264"/>
          <ac:spMkLst>
            <pc:docMk/>
            <pc:sldMk cId="0" sldId="287"/>
            <ac:spMk id="3" creationId="{00000000-0000-0000-0000-000000000000}"/>
          </ac:spMkLst>
        </pc:spChg>
        <pc:spChg chg="mod ord">
          <ac:chgData name="Dr. Robert Butscher" userId="61bc653898ddc2e0" providerId="LiveId" clId="{51D723D9-59D9-44A1-A120-82CD4C10D8A5}" dt="2026-09-19T13:56:48.609" v="399" actId="6264"/>
          <ac:spMkLst>
            <pc:docMk/>
            <pc:sldMk cId="0" sldId="287"/>
            <ac:spMk id="4" creationId="{00000000-0000-0000-0000-000000000000}"/>
          </ac:spMkLst>
        </pc:spChg>
        <pc:spChg chg="mod ord">
          <ac:chgData name="Dr. Robert Butscher" userId="61bc653898ddc2e0" providerId="LiveId" clId="{51D723D9-59D9-44A1-A120-82CD4C10D8A5}" dt="2026-09-19T13:56:48.609" v="399" actId="6264"/>
          <ac:spMkLst>
            <pc:docMk/>
            <pc:sldMk cId="0" sldId="287"/>
            <ac:spMk id="5" creationId="{00000000-0000-0000-0000-000000000000}"/>
          </ac:spMkLst>
        </pc:spChg>
        <pc:spChg chg="add del mod">
          <ac:chgData name="Dr. Robert Butscher" userId="61bc653898ddc2e0" providerId="LiveId" clId="{51D723D9-59D9-44A1-A120-82CD4C10D8A5}" dt="2026-09-19T13:56:48.609" v="399" actId="6264"/>
          <ac:spMkLst>
            <pc:docMk/>
            <pc:sldMk cId="0" sldId="287"/>
            <ac:spMk id="30" creationId="{161CB253-8BFE-D17E-6124-F0115567269F}"/>
          </ac:spMkLst>
        </pc:spChg>
        <pc:spChg chg="add del mod">
          <ac:chgData name="Dr. Robert Butscher" userId="61bc653898ddc2e0" providerId="LiveId" clId="{51D723D9-59D9-44A1-A120-82CD4C10D8A5}" dt="2026-09-19T13:56:48.609" v="399" actId="6264"/>
          <ac:spMkLst>
            <pc:docMk/>
            <pc:sldMk cId="0" sldId="287"/>
            <ac:spMk id="31" creationId="{258E29E6-DFB2-56CF-16CE-7B4A105C8E9F}"/>
          </ac:spMkLst>
        </pc:spChg>
        <pc:spChg chg="add del mod">
          <ac:chgData name="Dr. Robert Butscher" userId="61bc653898ddc2e0" providerId="LiveId" clId="{51D723D9-59D9-44A1-A120-82CD4C10D8A5}" dt="2026-09-19T13:56:48.609" v="399" actId="6264"/>
          <ac:spMkLst>
            <pc:docMk/>
            <pc:sldMk cId="0" sldId="287"/>
            <ac:spMk id="32" creationId="{6EF7E6DE-2D77-7064-D220-349F3D85A0CD}"/>
          </ac:spMkLst>
        </pc:spChg>
        <pc:spChg chg="add del mod">
          <ac:chgData name="Dr. Robert Butscher" userId="61bc653898ddc2e0" providerId="LiveId" clId="{51D723D9-59D9-44A1-A120-82CD4C10D8A5}" dt="2026-09-19T13:56:48.609" v="399" actId="6264"/>
          <ac:spMkLst>
            <pc:docMk/>
            <pc:sldMk cId="0" sldId="287"/>
            <ac:spMk id="33" creationId="{2384E023-097C-8162-A572-D3B796C475EF}"/>
          </ac:spMkLst>
        </pc:spChg>
      </pc:sldChg>
      <pc:sldChg chg="addSp delSp modSp del mod chgLayout">
        <pc:chgData name="Dr. Robert Butscher" userId="61bc653898ddc2e0" providerId="LiveId" clId="{51D723D9-59D9-44A1-A120-82CD4C10D8A5}" dt="2026-09-19T13:59:40.614" v="464"/>
        <pc:sldMkLst>
          <pc:docMk/>
          <pc:sldMk cId="0" sldId="288"/>
        </pc:sldMkLst>
        <pc:spChg chg="mod ord">
          <ac:chgData name="Dr. Robert Butscher" userId="61bc653898ddc2e0" providerId="LiveId" clId="{51D723D9-59D9-44A1-A120-82CD4C10D8A5}" dt="2026-09-19T13:56:53.608" v="400" actId="6264"/>
          <ac:spMkLst>
            <pc:docMk/>
            <pc:sldMk cId="0" sldId="288"/>
            <ac:spMk id="2" creationId="{00000000-0000-0000-0000-000000000000}"/>
          </ac:spMkLst>
        </pc:spChg>
        <pc:spChg chg="mod ord">
          <ac:chgData name="Dr. Robert Butscher" userId="61bc653898ddc2e0" providerId="LiveId" clId="{51D723D9-59D9-44A1-A120-82CD4C10D8A5}" dt="2026-09-19T13:56:53.608" v="400" actId="6264"/>
          <ac:spMkLst>
            <pc:docMk/>
            <pc:sldMk cId="0" sldId="288"/>
            <ac:spMk id="3" creationId="{00000000-0000-0000-0000-000000000000}"/>
          </ac:spMkLst>
        </pc:spChg>
        <pc:spChg chg="mod ord">
          <ac:chgData name="Dr. Robert Butscher" userId="61bc653898ddc2e0" providerId="LiveId" clId="{51D723D9-59D9-44A1-A120-82CD4C10D8A5}" dt="2026-09-19T13:56:53.608" v="400" actId="6264"/>
          <ac:spMkLst>
            <pc:docMk/>
            <pc:sldMk cId="0" sldId="288"/>
            <ac:spMk id="4" creationId="{00000000-0000-0000-0000-000000000000}"/>
          </ac:spMkLst>
        </pc:spChg>
        <pc:spChg chg="mod ord">
          <ac:chgData name="Dr. Robert Butscher" userId="61bc653898ddc2e0" providerId="LiveId" clId="{51D723D9-59D9-44A1-A120-82CD4C10D8A5}" dt="2026-09-19T13:57:17.044" v="405" actId="20577"/>
          <ac:spMkLst>
            <pc:docMk/>
            <pc:sldMk cId="0" sldId="288"/>
            <ac:spMk id="5" creationId="{00000000-0000-0000-0000-000000000000}"/>
          </ac:spMkLst>
        </pc:spChg>
        <pc:spChg chg="add del mod">
          <ac:chgData name="Dr. Robert Butscher" userId="61bc653898ddc2e0" providerId="LiveId" clId="{51D723D9-59D9-44A1-A120-82CD4C10D8A5}" dt="2026-09-19T13:56:53.608" v="400" actId="6264"/>
          <ac:spMkLst>
            <pc:docMk/>
            <pc:sldMk cId="0" sldId="288"/>
            <ac:spMk id="15" creationId="{ED7A3AC9-18BD-B007-6151-0B52B8AA1054}"/>
          </ac:spMkLst>
        </pc:spChg>
        <pc:spChg chg="add del mod">
          <ac:chgData name="Dr. Robert Butscher" userId="61bc653898ddc2e0" providerId="LiveId" clId="{51D723D9-59D9-44A1-A120-82CD4C10D8A5}" dt="2026-09-19T13:56:53.608" v="400" actId="6264"/>
          <ac:spMkLst>
            <pc:docMk/>
            <pc:sldMk cId="0" sldId="288"/>
            <ac:spMk id="16" creationId="{3D3D0AA4-DB0C-8125-9839-8624E23B1688}"/>
          </ac:spMkLst>
        </pc:spChg>
        <pc:spChg chg="add del mod">
          <ac:chgData name="Dr. Robert Butscher" userId="61bc653898ddc2e0" providerId="LiveId" clId="{51D723D9-59D9-44A1-A120-82CD4C10D8A5}" dt="2026-09-19T13:56:53.608" v="400" actId="6264"/>
          <ac:spMkLst>
            <pc:docMk/>
            <pc:sldMk cId="0" sldId="288"/>
            <ac:spMk id="17" creationId="{CE50D6C9-CA9B-2F91-97F0-3AFA093B570F}"/>
          </ac:spMkLst>
        </pc:spChg>
        <pc:spChg chg="add del mod">
          <ac:chgData name="Dr. Robert Butscher" userId="61bc653898ddc2e0" providerId="LiveId" clId="{51D723D9-59D9-44A1-A120-82CD4C10D8A5}" dt="2026-09-19T13:56:53.608" v="400" actId="6264"/>
          <ac:spMkLst>
            <pc:docMk/>
            <pc:sldMk cId="0" sldId="288"/>
            <ac:spMk id="18" creationId="{5EC7CDB5-CEED-45C8-84A6-D271B29993DD}"/>
          </ac:spMkLst>
        </pc:spChg>
      </pc:sldChg>
      <pc:sldChg chg="addSp delSp modSp mod chgLayout">
        <pc:chgData name="Dr. Robert Butscher" userId="61bc653898ddc2e0" providerId="LiveId" clId="{51D723D9-59D9-44A1-A120-82CD4C10D8A5}" dt="2026-09-19T13:57:31.729" v="408" actId="6264"/>
        <pc:sldMkLst>
          <pc:docMk/>
          <pc:sldMk cId="0" sldId="290"/>
        </pc:sldMkLst>
        <pc:spChg chg="mod ord">
          <ac:chgData name="Dr. Robert Butscher" userId="61bc653898ddc2e0" providerId="LiveId" clId="{51D723D9-59D9-44A1-A120-82CD4C10D8A5}" dt="2026-09-19T13:57:31.729" v="408" actId="6264"/>
          <ac:spMkLst>
            <pc:docMk/>
            <pc:sldMk cId="0" sldId="290"/>
            <ac:spMk id="2" creationId="{00000000-0000-0000-0000-000000000000}"/>
          </ac:spMkLst>
        </pc:spChg>
        <pc:spChg chg="mod ord">
          <ac:chgData name="Dr. Robert Butscher" userId="61bc653898ddc2e0" providerId="LiveId" clId="{51D723D9-59D9-44A1-A120-82CD4C10D8A5}" dt="2026-09-19T13:57:31.729" v="408" actId="6264"/>
          <ac:spMkLst>
            <pc:docMk/>
            <pc:sldMk cId="0" sldId="290"/>
            <ac:spMk id="3" creationId="{00000000-0000-0000-0000-000000000000}"/>
          </ac:spMkLst>
        </pc:spChg>
        <pc:spChg chg="mod ord">
          <ac:chgData name="Dr. Robert Butscher" userId="61bc653898ddc2e0" providerId="LiveId" clId="{51D723D9-59D9-44A1-A120-82CD4C10D8A5}" dt="2026-09-19T13:57:31.729" v="408" actId="6264"/>
          <ac:spMkLst>
            <pc:docMk/>
            <pc:sldMk cId="0" sldId="290"/>
            <ac:spMk id="4" creationId="{00000000-0000-0000-0000-000000000000}"/>
          </ac:spMkLst>
        </pc:spChg>
        <pc:spChg chg="mod ord">
          <ac:chgData name="Dr. Robert Butscher" userId="61bc653898ddc2e0" providerId="LiveId" clId="{51D723D9-59D9-44A1-A120-82CD4C10D8A5}" dt="2026-09-19T13:57:31.729" v="408" actId="6264"/>
          <ac:spMkLst>
            <pc:docMk/>
            <pc:sldMk cId="0" sldId="290"/>
            <ac:spMk id="5" creationId="{00000000-0000-0000-0000-000000000000}"/>
          </ac:spMkLst>
        </pc:spChg>
        <pc:spChg chg="add del mod">
          <ac:chgData name="Dr. Robert Butscher" userId="61bc653898ddc2e0" providerId="LiveId" clId="{51D723D9-59D9-44A1-A120-82CD4C10D8A5}" dt="2026-09-19T13:57:31.729" v="408" actId="6264"/>
          <ac:spMkLst>
            <pc:docMk/>
            <pc:sldMk cId="0" sldId="290"/>
            <ac:spMk id="18" creationId="{4BD56479-7D11-8FA6-363C-42FF80F406B5}"/>
          </ac:spMkLst>
        </pc:spChg>
        <pc:spChg chg="add del mod">
          <ac:chgData name="Dr. Robert Butscher" userId="61bc653898ddc2e0" providerId="LiveId" clId="{51D723D9-59D9-44A1-A120-82CD4C10D8A5}" dt="2026-09-19T13:57:31.729" v="408" actId="6264"/>
          <ac:spMkLst>
            <pc:docMk/>
            <pc:sldMk cId="0" sldId="290"/>
            <ac:spMk id="19" creationId="{EF729252-19A8-4C47-7C8F-D5595A561A0B}"/>
          </ac:spMkLst>
        </pc:spChg>
        <pc:spChg chg="add del mod">
          <ac:chgData name="Dr. Robert Butscher" userId="61bc653898ddc2e0" providerId="LiveId" clId="{51D723D9-59D9-44A1-A120-82CD4C10D8A5}" dt="2026-09-19T13:57:31.729" v="408" actId="6264"/>
          <ac:spMkLst>
            <pc:docMk/>
            <pc:sldMk cId="0" sldId="290"/>
            <ac:spMk id="20" creationId="{2A37F6F5-20C0-959D-831B-72AF43792625}"/>
          </ac:spMkLst>
        </pc:spChg>
        <pc:spChg chg="add del mod">
          <ac:chgData name="Dr. Robert Butscher" userId="61bc653898ddc2e0" providerId="LiveId" clId="{51D723D9-59D9-44A1-A120-82CD4C10D8A5}" dt="2026-09-19T13:57:31.729" v="408" actId="6264"/>
          <ac:spMkLst>
            <pc:docMk/>
            <pc:sldMk cId="0" sldId="290"/>
            <ac:spMk id="21" creationId="{F47530D1-BCD8-E2B3-27DA-30C4C101B40F}"/>
          </ac:spMkLst>
        </pc:spChg>
      </pc:sldChg>
      <pc:sldChg chg="addSp delSp modSp mod chgLayout">
        <pc:chgData name="Dr. Robert Butscher" userId="61bc653898ddc2e0" providerId="LiveId" clId="{51D723D9-59D9-44A1-A120-82CD4C10D8A5}" dt="2026-09-19T13:57:51.659" v="410" actId="20577"/>
        <pc:sldMkLst>
          <pc:docMk/>
          <pc:sldMk cId="0" sldId="291"/>
        </pc:sldMkLst>
        <pc:spChg chg="mod ord">
          <ac:chgData name="Dr. Robert Butscher" userId="61bc653898ddc2e0" providerId="LiveId" clId="{51D723D9-59D9-44A1-A120-82CD4C10D8A5}" dt="2026-09-19T13:57:37.866" v="409" actId="6264"/>
          <ac:spMkLst>
            <pc:docMk/>
            <pc:sldMk cId="0" sldId="291"/>
            <ac:spMk id="2" creationId="{00000000-0000-0000-0000-000000000000}"/>
          </ac:spMkLst>
        </pc:spChg>
        <pc:spChg chg="mod ord">
          <ac:chgData name="Dr. Robert Butscher" userId="61bc653898ddc2e0" providerId="LiveId" clId="{51D723D9-59D9-44A1-A120-82CD4C10D8A5}" dt="2026-09-19T13:57:37.866" v="409" actId="6264"/>
          <ac:spMkLst>
            <pc:docMk/>
            <pc:sldMk cId="0" sldId="291"/>
            <ac:spMk id="3" creationId="{00000000-0000-0000-0000-000000000000}"/>
          </ac:spMkLst>
        </pc:spChg>
        <pc:spChg chg="mod ord">
          <ac:chgData name="Dr. Robert Butscher" userId="61bc653898ddc2e0" providerId="LiveId" clId="{51D723D9-59D9-44A1-A120-82CD4C10D8A5}" dt="2026-09-19T13:57:37.866" v="409" actId="6264"/>
          <ac:spMkLst>
            <pc:docMk/>
            <pc:sldMk cId="0" sldId="291"/>
            <ac:spMk id="4" creationId="{00000000-0000-0000-0000-000000000000}"/>
          </ac:spMkLst>
        </pc:spChg>
        <pc:spChg chg="mod ord">
          <ac:chgData name="Dr. Robert Butscher" userId="61bc653898ddc2e0" providerId="LiveId" clId="{51D723D9-59D9-44A1-A120-82CD4C10D8A5}" dt="2026-09-19T13:57:51.659" v="410" actId="20577"/>
          <ac:spMkLst>
            <pc:docMk/>
            <pc:sldMk cId="0" sldId="291"/>
            <ac:spMk id="5" creationId="{00000000-0000-0000-0000-000000000000}"/>
          </ac:spMkLst>
        </pc:spChg>
        <pc:spChg chg="add del mod">
          <ac:chgData name="Dr. Robert Butscher" userId="61bc653898ddc2e0" providerId="LiveId" clId="{51D723D9-59D9-44A1-A120-82CD4C10D8A5}" dt="2026-09-19T13:57:37.866" v="409" actId="6264"/>
          <ac:spMkLst>
            <pc:docMk/>
            <pc:sldMk cId="0" sldId="291"/>
            <ac:spMk id="22" creationId="{DF0C4548-A644-E2C8-A88E-25614FED49AE}"/>
          </ac:spMkLst>
        </pc:spChg>
        <pc:spChg chg="add del mod">
          <ac:chgData name="Dr. Robert Butscher" userId="61bc653898ddc2e0" providerId="LiveId" clId="{51D723D9-59D9-44A1-A120-82CD4C10D8A5}" dt="2026-09-19T13:57:37.866" v="409" actId="6264"/>
          <ac:spMkLst>
            <pc:docMk/>
            <pc:sldMk cId="0" sldId="291"/>
            <ac:spMk id="23" creationId="{B20422E2-93FF-B5D0-19B1-8D6AB58E1715}"/>
          </ac:spMkLst>
        </pc:spChg>
        <pc:spChg chg="add del mod">
          <ac:chgData name="Dr. Robert Butscher" userId="61bc653898ddc2e0" providerId="LiveId" clId="{51D723D9-59D9-44A1-A120-82CD4C10D8A5}" dt="2026-09-19T13:57:37.866" v="409" actId="6264"/>
          <ac:spMkLst>
            <pc:docMk/>
            <pc:sldMk cId="0" sldId="291"/>
            <ac:spMk id="24" creationId="{620FF158-2A58-3324-840F-6149CCF5E04C}"/>
          </ac:spMkLst>
        </pc:spChg>
        <pc:spChg chg="add del mod">
          <ac:chgData name="Dr. Robert Butscher" userId="61bc653898ddc2e0" providerId="LiveId" clId="{51D723D9-59D9-44A1-A120-82CD4C10D8A5}" dt="2026-09-19T13:57:37.866" v="409" actId="6264"/>
          <ac:spMkLst>
            <pc:docMk/>
            <pc:sldMk cId="0" sldId="291"/>
            <ac:spMk id="25" creationId="{D0681F6B-8C75-F299-763C-DF5771C3D509}"/>
          </ac:spMkLst>
        </pc:spChg>
      </pc:sldChg>
      <pc:sldChg chg="addSp modSp mod">
        <pc:chgData name="Dr. Robert Butscher" userId="61bc653898ddc2e0" providerId="LiveId" clId="{51D723D9-59D9-44A1-A120-82CD4C10D8A5}" dt="2026-09-19T14:15:26.045" v="613" actId="1076"/>
        <pc:sldMkLst>
          <pc:docMk/>
          <pc:sldMk cId="0" sldId="292"/>
        </pc:sldMkLst>
        <pc:picChg chg="add mod modCrop">
          <ac:chgData name="Dr. Robert Butscher" userId="61bc653898ddc2e0" providerId="LiveId" clId="{51D723D9-59D9-44A1-A120-82CD4C10D8A5}" dt="2026-09-19T14:15:26.045" v="613" actId="1076"/>
          <ac:picMkLst>
            <pc:docMk/>
            <pc:sldMk cId="0" sldId="292"/>
            <ac:picMk id="4" creationId="{C27BEE1D-7A6F-D84D-3421-A799CDD3005C}"/>
          </ac:picMkLst>
        </pc:picChg>
      </pc:sldChg>
      <pc:sldChg chg="addSp delSp modSp del mod chgLayout">
        <pc:chgData name="Dr. Robert Butscher" userId="61bc653898ddc2e0" providerId="LiveId" clId="{51D723D9-59D9-44A1-A120-82CD4C10D8A5}" dt="2026-09-19T14:08:27.592" v="544"/>
        <pc:sldMkLst>
          <pc:docMk/>
          <pc:sldMk cId="0" sldId="293"/>
        </pc:sldMkLst>
        <pc:spChg chg="mod ord">
          <ac:chgData name="Dr. Robert Butscher" userId="61bc653898ddc2e0" providerId="LiveId" clId="{51D723D9-59D9-44A1-A120-82CD4C10D8A5}" dt="2026-09-19T13:58:19.949" v="416" actId="6264"/>
          <ac:spMkLst>
            <pc:docMk/>
            <pc:sldMk cId="0" sldId="293"/>
            <ac:spMk id="2" creationId="{00000000-0000-0000-0000-000000000000}"/>
          </ac:spMkLst>
        </pc:spChg>
        <pc:spChg chg="mod ord">
          <ac:chgData name="Dr. Robert Butscher" userId="61bc653898ddc2e0" providerId="LiveId" clId="{51D723D9-59D9-44A1-A120-82CD4C10D8A5}" dt="2026-09-19T13:58:19.949" v="416" actId="6264"/>
          <ac:spMkLst>
            <pc:docMk/>
            <pc:sldMk cId="0" sldId="293"/>
            <ac:spMk id="3" creationId="{00000000-0000-0000-0000-000000000000}"/>
          </ac:spMkLst>
        </pc:spChg>
        <pc:spChg chg="mod ord">
          <ac:chgData name="Dr. Robert Butscher" userId="61bc653898ddc2e0" providerId="LiveId" clId="{51D723D9-59D9-44A1-A120-82CD4C10D8A5}" dt="2026-09-19T13:58:19.949" v="416" actId="6264"/>
          <ac:spMkLst>
            <pc:docMk/>
            <pc:sldMk cId="0" sldId="293"/>
            <ac:spMk id="4" creationId="{00000000-0000-0000-0000-000000000000}"/>
          </ac:spMkLst>
        </pc:spChg>
        <pc:spChg chg="mod ord">
          <ac:chgData name="Dr. Robert Butscher" userId="61bc653898ddc2e0" providerId="LiveId" clId="{51D723D9-59D9-44A1-A120-82CD4C10D8A5}" dt="2026-09-19T13:58:19.949" v="416" actId="6264"/>
          <ac:spMkLst>
            <pc:docMk/>
            <pc:sldMk cId="0" sldId="293"/>
            <ac:spMk id="5" creationId="{00000000-0000-0000-0000-000000000000}"/>
          </ac:spMkLst>
        </pc:spChg>
        <pc:spChg chg="add del mod">
          <ac:chgData name="Dr. Robert Butscher" userId="61bc653898ddc2e0" providerId="LiveId" clId="{51D723D9-59D9-44A1-A120-82CD4C10D8A5}" dt="2026-09-19T13:58:19.949" v="416" actId="6264"/>
          <ac:spMkLst>
            <pc:docMk/>
            <pc:sldMk cId="0" sldId="293"/>
            <ac:spMk id="7" creationId="{7B8AD30E-EE4E-A5C6-5BB8-5982E49C76D4}"/>
          </ac:spMkLst>
        </pc:spChg>
        <pc:spChg chg="add del mod">
          <ac:chgData name="Dr. Robert Butscher" userId="61bc653898ddc2e0" providerId="LiveId" clId="{51D723D9-59D9-44A1-A120-82CD4C10D8A5}" dt="2026-09-19T13:58:19.949" v="416" actId="6264"/>
          <ac:spMkLst>
            <pc:docMk/>
            <pc:sldMk cId="0" sldId="293"/>
            <ac:spMk id="8" creationId="{2C510C72-C8AD-86AE-4A67-8271FF00D53C}"/>
          </ac:spMkLst>
        </pc:spChg>
        <pc:spChg chg="add del mod">
          <ac:chgData name="Dr. Robert Butscher" userId="61bc653898ddc2e0" providerId="LiveId" clId="{51D723D9-59D9-44A1-A120-82CD4C10D8A5}" dt="2026-09-19T13:58:19.949" v="416" actId="6264"/>
          <ac:spMkLst>
            <pc:docMk/>
            <pc:sldMk cId="0" sldId="293"/>
            <ac:spMk id="9" creationId="{F991578A-6D17-F56E-4253-4B56B2D17722}"/>
          </ac:spMkLst>
        </pc:spChg>
        <pc:spChg chg="add del mod">
          <ac:chgData name="Dr. Robert Butscher" userId="61bc653898ddc2e0" providerId="LiveId" clId="{51D723D9-59D9-44A1-A120-82CD4C10D8A5}" dt="2026-09-19T13:58:19.949" v="416" actId="6264"/>
          <ac:spMkLst>
            <pc:docMk/>
            <pc:sldMk cId="0" sldId="293"/>
            <ac:spMk id="10" creationId="{39E6DADB-A8CB-6BA1-F320-E1928656D435}"/>
          </ac:spMkLst>
        </pc:spChg>
      </pc:sldChg>
      <pc:sldChg chg="addSp delSp modSp mod chgLayout">
        <pc:chgData name="Dr. Robert Butscher" userId="61bc653898ddc2e0" providerId="LiveId" clId="{51D723D9-59D9-44A1-A120-82CD4C10D8A5}" dt="2026-09-19T13:59:16.688" v="435" actId="20577"/>
        <pc:sldMkLst>
          <pc:docMk/>
          <pc:sldMk cId="0" sldId="296"/>
        </pc:sldMkLst>
        <pc:spChg chg="mod ord">
          <ac:chgData name="Dr. Robert Butscher" userId="61bc653898ddc2e0" providerId="LiveId" clId="{51D723D9-59D9-44A1-A120-82CD4C10D8A5}" dt="2026-09-19T13:59:11.927" v="427" actId="6264"/>
          <ac:spMkLst>
            <pc:docMk/>
            <pc:sldMk cId="0" sldId="296"/>
            <ac:spMk id="2" creationId="{00000000-0000-0000-0000-000000000000}"/>
          </ac:spMkLst>
        </pc:spChg>
        <pc:spChg chg="mod ord">
          <ac:chgData name="Dr. Robert Butscher" userId="61bc653898ddc2e0" providerId="LiveId" clId="{51D723D9-59D9-44A1-A120-82CD4C10D8A5}" dt="2026-09-19T13:59:11.927" v="427" actId="6264"/>
          <ac:spMkLst>
            <pc:docMk/>
            <pc:sldMk cId="0" sldId="296"/>
            <ac:spMk id="3" creationId="{00000000-0000-0000-0000-000000000000}"/>
          </ac:spMkLst>
        </pc:spChg>
        <pc:spChg chg="mod ord">
          <ac:chgData name="Dr. Robert Butscher" userId="61bc653898ddc2e0" providerId="LiveId" clId="{51D723D9-59D9-44A1-A120-82CD4C10D8A5}" dt="2026-09-19T13:59:11.927" v="427" actId="6264"/>
          <ac:spMkLst>
            <pc:docMk/>
            <pc:sldMk cId="0" sldId="296"/>
            <ac:spMk id="4" creationId="{00000000-0000-0000-0000-000000000000}"/>
          </ac:spMkLst>
        </pc:spChg>
        <pc:spChg chg="mod ord">
          <ac:chgData name="Dr. Robert Butscher" userId="61bc653898ddc2e0" providerId="LiveId" clId="{51D723D9-59D9-44A1-A120-82CD4C10D8A5}" dt="2026-09-19T13:59:16.688" v="435" actId="20577"/>
          <ac:spMkLst>
            <pc:docMk/>
            <pc:sldMk cId="0" sldId="296"/>
            <ac:spMk id="5" creationId="{00000000-0000-0000-0000-000000000000}"/>
          </ac:spMkLst>
        </pc:spChg>
        <pc:spChg chg="add del mod">
          <ac:chgData name="Dr. Robert Butscher" userId="61bc653898ddc2e0" providerId="LiveId" clId="{51D723D9-59D9-44A1-A120-82CD4C10D8A5}" dt="2026-09-19T13:59:11.927" v="427" actId="6264"/>
          <ac:spMkLst>
            <pc:docMk/>
            <pc:sldMk cId="0" sldId="296"/>
            <ac:spMk id="24" creationId="{C063EEAB-7B51-1788-A94C-F6A0BCABB841}"/>
          </ac:spMkLst>
        </pc:spChg>
        <pc:spChg chg="add del mod">
          <ac:chgData name="Dr. Robert Butscher" userId="61bc653898ddc2e0" providerId="LiveId" clId="{51D723D9-59D9-44A1-A120-82CD4C10D8A5}" dt="2026-09-19T13:59:11.927" v="427" actId="6264"/>
          <ac:spMkLst>
            <pc:docMk/>
            <pc:sldMk cId="0" sldId="296"/>
            <ac:spMk id="25" creationId="{79D916D6-71B6-F51E-EF6A-47B2225B20A8}"/>
          </ac:spMkLst>
        </pc:spChg>
        <pc:spChg chg="add del mod">
          <ac:chgData name="Dr. Robert Butscher" userId="61bc653898ddc2e0" providerId="LiveId" clId="{51D723D9-59D9-44A1-A120-82CD4C10D8A5}" dt="2026-09-19T13:59:11.927" v="427" actId="6264"/>
          <ac:spMkLst>
            <pc:docMk/>
            <pc:sldMk cId="0" sldId="296"/>
            <ac:spMk id="26" creationId="{EFD50670-D43B-C043-3304-AC78CE8559A1}"/>
          </ac:spMkLst>
        </pc:spChg>
        <pc:spChg chg="add del mod">
          <ac:chgData name="Dr. Robert Butscher" userId="61bc653898ddc2e0" providerId="LiveId" clId="{51D723D9-59D9-44A1-A120-82CD4C10D8A5}" dt="2026-09-19T13:59:11.927" v="427" actId="6264"/>
          <ac:spMkLst>
            <pc:docMk/>
            <pc:sldMk cId="0" sldId="296"/>
            <ac:spMk id="27" creationId="{86226907-E8BD-1DBE-DFD6-9CF6C8B34287}"/>
          </ac:spMkLst>
        </pc:spChg>
      </pc:sldChg>
      <pc:sldChg chg="addSp delSp modSp mod chgLayout">
        <pc:chgData name="Dr. Robert Butscher" userId="61bc653898ddc2e0" providerId="LiveId" clId="{51D723D9-59D9-44A1-A120-82CD4C10D8A5}" dt="2026-09-19T13:59:41.865" v="465" actId="6264"/>
        <pc:sldMkLst>
          <pc:docMk/>
          <pc:sldMk cId="0" sldId="297"/>
        </pc:sldMkLst>
        <pc:spChg chg="mod ord">
          <ac:chgData name="Dr. Robert Butscher" userId="61bc653898ddc2e0" providerId="LiveId" clId="{51D723D9-59D9-44A1-A120-82CD4C10D8A5}" dt="2026-09-19T13:59:41.865" v="465" actId="6264"/>
          <ac:spMkLst>
            <pc:docMk/>
            <pc:sldMk cId="0" sldId="297"/>
            <ac:spMk id="2" creationId="{00000000-0000-0000-0000-000000000000}"/>
          </ac:spMkLst>
        </pc:spChg>
        <pc:spChg chg="mod ord">
          <ac:chgData name="Dr. Robert Butscher" userId="61bc653898ddc2e0" providerId="LiveId" clId="{51D723D9-59D9-44A1-A120-82CD4C10D8A5}" dt="2026-09-19T13:59:41.865" v="465" actId="6264"/>
          <ac:spMkLst>
            <pc:docMk/>
            <pc:sldMk cId="0" sldId="297"/>
            <ac:spMk id="3" creationId="{00000000-0000-0000-0000-000000000000}"/>
          </ac:spMkLst>
        </pc:spChg>
        <pc:spChg chg="mod ord">
          <ac:chgData name="Dr. Robert Butscher" userId="61bc653898ddc2e0" providerId="LiveId" clId="{51D723D9-59D9-44A1-A120-82CD4C10D8A5}" dt="2026-09-19T13:59:41.865" v="465" actId="6264"/>
          <ac:spMkLst>
            <pc:docMk/>
            <pc:sldMk cId="0" sldId="297"/>
            <ac:spMk id="4" creationId="{00000000-0000-0000-0000-000000000000}"/>
          </ac:spMkLst>
        </pc:spChg>
        <pc:spChg chg="mod ord">
          <ac:chgData name="Dr. Robert Butscher" userId="61bc653898ddc2e0" providerId="LiveId" clId="{51D723D9-59D9-44A1-A120-82CD4C10D8A5}" dt="2026-09-19T13:59:41.865" v="465" actId="6264"/>
          <ac:spMkLst>
            <pc:docMk/>
            <pc:sldMk cId="0" sldId="297"/>
            <ac:spMk id="5" creationId="{00000000-0000-0000-0000-000000000000}"/>
          </ac:spMkLst>
        </pc:spChg>
        <pc:spChg chg="add del mod">
          <ac:chgData name="Dr. Robert Butscher" userId="61bc653898ddc2e0" providerId="LiveId" clId="{51D723D9-59D9-44A1-A120-82CD4C10D8A5}" dt="2026-09-19T13:59:25.112" v="440" actId="6264"/>
          <ac:spMkLst>
            <pc:docMk/>
            <pc:sldMk cId="0" sldId="297"/>
            <ac:spMk id="19" creationId="{41D69F72-A79E-7907-322F-C1445E326505}"/>
          </ac:spMkLst>
        </pc:spChg>
        <pc:spChg chg="add del mod">
          <ac:chgData name="Dr. Robert Butscher" userId="61bc653898ddc2e0" providerId="LiveId" clId="{51D723D9-59D9-44A1-A120-82CD4C10D8A5}" dt="2026-09-19T13:59:25.112" v="440" actId="6264"/>
          <ac:spMkLst>
            <pc:docMk/>
            <pc:sldMk cId="0" sldId="297"/>
            <ac:spMk id="20" creationId="{50547BB1-7160-7313-9F76-036F4E39847D}"/>
          </ac:spMkLst>
        </pc:spChg>
        <pc:spChg chg="add del mod">
          <ac:chgData name="Dr. Robert Butscher" userId="61bc653898ddc2e0" providerId="LiveId" clId="{51D723D9-59D9-44A1-A120-82CD4C10D8A5}" dt="2026-09-19T13:59:25.112" v="440" actId="6264"/>
          <ac:spMkLst>
            <pc:docMk/>
            <pc:sldMk cId="0" sldId="297"/>
            <ac:spMk id="21" creationId="{0F1F7E1B-3DE8-ED8B-7450-320072534F81}"/>
          </ac:spMkLst>
        </pc:spChg>
        <pc:spChg chg="add del mod">
          <ac:chgData name="Dr. Robert Butscher" userId="61bc653898ddc2e0" providerId="LiveId" clId="{51D723D9-59D9-44A1-A120-82CD4C10D8A5}" dt="2026-09-19T13:59:25.112" v="440" actId="6264"/>
          <ac:spMkLst>
            <pc:docMk/>
            <pc:sldMk cId="0" sldId="297"/>
            <ac:spMk id="22" creationId="{332B479D-DFF3-919C-6D90-43F5079998C4}"/>
          </ac:spMkLst>
        </pc:spChg>
        <pc:spChg chg="add del mod">
          <ac:chgData name="Dr. Robert Butscher" userId="61bc653898ddc2e0" providerId="LiveId" clId="{51D723D9-59D9-44A1-A120-82CD4C10D8A5}" dt="2026-09-19T13:59:41.865" v="465" actId="6264"/>
          <ac:spMkLst>
            <pc:docMk/>
            <pc:sldMk cId="0" sldId="297"/>
            <ac:spMk id="23" creationId="{2E04454B-9B78-BACE-1657-54149A13F0BD}"/>
          </ac:spMkLst>
        </pc:spChg>
        <pc:spChg chg="add del mod">
          <ac:chgData name="Dr. Robert Butscher" userId="61bc653898ddc2e0" providerId="LiveId" clId="{51D723D9-59D9-44A1-A120-82CD4C10D8A5}" dt="2026-09-19T13:59:41.865" v="465" actId="6264"/>
          <ac:spMkLst>
            <pc:docMk/>
            <pc:sldMk cId="0" sldId="297"/>
            <ac:spMk id="24" creationId="{B08D7E1D-A304-14B9-571D-3B61CE27FF5C}"/>
          </ac:spMkLst>
        </pc:spChg>
        <pc:spChg chg="add del mod">
          <ac:chgData name="Dr. Robert Butscher" userId="61bc653898ddc2e0" providerId="LiveId" clId="{51D723D9-59D9-44A1-A120-82CD4C10D8A5}" dt="2026-09-19T13:59:41.865" v="465" actId="6264"/>
          <ac:spMkLst>
            <pc:docMk/>
            <pc:sldMk cId="0" sldId="297"/>
            <ac:spMk id="25" creationId="{BCD50970-C4C3-98C5-C547-E361B22AC5C5}"/>
          </ac:spMkLst>
        </pc:spChg>
        <pc:spChg chg="add del mod">
          <ac:chgData name="Dr. Robert Butscher" userId="61bc653898ddc2e0" providerId="LiveId" clId="{51D723D9-59D9-44A1-A120-82CD4C10D8A5}" dt="2026-09-19T13:59:41.865" v="465" actId="6264"/>
          <ac:spMkLst>
            <pc:docMk/>
            <pc:sldMk cId="0" sldId="297"/>
            <ac:spMk id="26" creationId="{9948C58C-5EC0-5052-6229-D7753F552762}"/>
          </ac:spMkLst>
        </pc:spChg>
      </pc:sldChg>
      <pc:sldChg chg="addSp delSp modSp mod chgLayout">
        <pc:chgData name="Dr. Robert Butscher" userId="61bc653898ddc2e0" providerId="LiveId" clId="{51D723D9-59D9-44A1-A120-82CD4C10D8A5}" dt="2026-09-19T13:59:45.956" v="466" actId="6264"/>
        <pc:sldMkLst>
          <pc:docMk/>
          <pc:sldMk cId="0" sldId="299"/>
        </pc:sldMkLst>
        <pc:spChg chg="mod ord">
          <ac:chgData name="Dr. Robert Butscher" userId="61bc653898ddc2e0" providerId="LiveId" clId="{51D723D9-59D9-44A1-A120-82CD4C10D8A5}" dt="2026-09-19T13:59:45.956" v="466" actId="6264"/>
          <ac:spMkLst>
            <pc:docMk/>
            <pc:sldMk cId="0" sldId="299"/>
            <ac:spMk id="2" creationId="{00000000-0000-0000-0000-000000000000}"/>
          </ac:spMkLst>
        </pc:spChg>
        <pc:spChg chg="mod ord">
          <ac:chgData name="Dr. Robert Butscher" userId="61bc653898ddc2e0" providerId="LiveId" clId="{51D723D9-59D9-44A1-A120-82CD4C10D8A5}" dt="2026-09-19T13:59:45.956" v="466" actId="6264"/>
          <ac:spMkLst>
            <pc:docMk/>
            <pc:sldMk cId="0" sldId="299"/>
            <ac:spMk id="3" creationId="{00000000-0000-0000-0000-000000000000}"/>
          </ac:spMkLst>
        </pc:spChg>
        <pc:spChg chg="mod ord">
          <ac:chgData name="Dr. Robert Butscher" userId="61bc653898ddc2e0" providerId="LiveId" clId="{51D723D9-59D9-44A1-A120-82CD4C10D8A5}" dt="2026-09-19T13:59:45.956" v="466" actId="6264"/>
          <ac:spMkLst>
            <pc:docMk/>
            <pc:sldMk cId="0" sldId="299"/>
            <ac:spMk id="4" creationId="{00000000-0000-0000-0000-000000000000}"/>
          </ac:spMkLst>
        </pc:spChg>
        <pc:spChg chg="mod ord">
          <ac:chgData name="Dr. Robert Butscher" userId="61bc653898ddc2e0" providerId="LiveId" clId="{51D723D9-59D9-44A1-A120-82CD4C10D8A5}" dt="2026-09-19T13:59:45.956" v="466" actId="6264"/>
          <ac:spMkLst>
            <pc:docMk/>
            <pc:sldMk cId="0" sldId="299"/>
            <ac:spMk id="5" creationId="{00000000-0000-0000-0000-000000000000}"/>
          </ac:spMkLst>
        </pc:spChg>
        <pc:spChg chg="add del mod">
          <ac:chgData name="Dr. Robert Butscher" userId="61bc653898ddc2e0" providerId="LiveId" clId="{51D723D9-59D9-44A1-A120-82CD4C10D8A5}" dt="2026-09-19T13:59:45.956" v="466" actId="6264"/>
          <ac:spMkLst>
            <pc:docMk/>
            <pc:sldMk cId="0" sldId="299"/>
            <ac:spMk id="24" creationId="{57310D6F-1543-03A2-80E3-D8AC8F5802C0}"/>
          </ac:spMkLst>
        </pc:spChg>
        <pc:spChg chg="add del mod">
          <ac:chgData name="Dr. Robert Butscher" userId="61bc653898ddc2e0" providerId="LiveId" clId="{51D723D9-59D9-44A1-A120-82CD4C10D8A5}" dt="2026-09-19T13:59:45.956" v="466" actId="6264"/>
          <ac:spMkLst>
            <pc:docMk/>
            <pc:sldMk cId="0" sldId="299"/>
            <ac:spMk id="25" creationId="{CFA0F83B-3562-A470-55E8-BC18278BE451}"/>
          </ac:spMkLst>
        </pc:spChg>
        <pc:spChg chg="add del mod">
          <ac:chgData name="Dr. Robert Butscher" userId="61bc653898ddc2e0" providerId="LiveId" clId="{51D723D9-59D9-44A1-A120-82CD4C10D8A5}" dt="2026-09-19T13:59:45.956" v="466" actId="6264"/>
          <ac:spMkLst>
            <pc:docMk/>
            <pc:sldMk cId="0" sldId="299"/>
            <ac:spMk id="26" creationId="{C8C5CABA-0B99-7B43-3F02-6F1C8972EE05}"/>
          </ac:spMkLst>
        </pc:spChg>
        <pc:spChg chg="add del mod">
          <ac:chgData name="Dr. Robert Butscher" userId="61bc653898ddc2e0" providerId="LiveId" clId="{51D723D9-59D9-44A1-A120-82CD4C10D8A5}" dt="2026-09-19T13:59:45.956" v="466" actId="6264"/>
          <ac:spMkLst>
            <pc:docMk/>
            <pc:sldMk cId="0" sldId="299"/>
            <ac:spMk id="27" creationId="{00B6960E-8A83-B35B-8B22-24C9EEDCDB1C}"/>
          </ac:spMkLst>
        </pc:spChg>
      </pc:sldChg>
      <pc:sldChg chg="addSp delSp modSp mod chgLayout">
        <pc:chgData name="Dr. Robert Butscher" userId="61bc653898ddc2e0" providerId="LiveId" clId="{51D723D9-59D9-44A1-A120-82CD4C10D8A5}" dt="2026-09-19T13:59:57.810" v="476" actId="20577"/>
        <pc:sldMkLst>
          <pc:docMk/>
          <pc:sldMk cId="0" sldId="300"/>
        </pc:sldMkLst>
        <pc:spChg chg="mod ord">
          <ac:chgData name="Dr. Robert Butscher" userId="61bc653898ddc2e0" providerId="LiveId" clId="{51D723D9-59D9-44A1-A120-82CD4C10D8A5}" dt="2026-09-19T13:59:51.957" v="468" actId="6264"/>
          <ac:spMkLst>
            <pc:docMk/>
            <pc:sldMk cId="0" sldId="300"/>
            <ac:spMk id="2" creationId="{00000000-0000-0000-0000-000000000000}"/>
          </ac:spMkLst>
        </pc:spChg>
        <pc:spChg chg="mod ord">
          <ac:chgData name="Dr. Robert Butscher" userId="61bc653898ddc2e0" providerId="LiveId" clId="{51D723D9-59D9-44A1-A120-82CD4C10D8A5}" dt="2026-09-19T13:59:51.957" v="468" actId="6264"/>
          <ac:spMkLst>
            <pc:docMk/>
            <pc:sldMk cId="0" sldId="300"/>
            <ac:spMk id="3" creationId="{00000000-0000-0000-0000-000000000000}"/>
          </ac:spMkLst>
        </pc:spChg>
        <pc:spChg chg="mod ord">
          <ac:chgData name="Dr. Robert Butscher" userId="61bc653898ddc2e0" providerId="LiveId" clId="{51D723D9-59D9-44A1-A120-82CD4C10D8A5}" dt="2026-09-19T13:59:51.957" v="468" actId="6264"/>
          <ac:spMkLst>
            <pc:docMk/>
            <pc:sldMk cId="0" sldId="300"/>
            <ac:spMk id="4" creationId="{00000000-0000-0000-0000-000000000000}"/>
          </ac:spMkLst>
        </pc:spChg>
        <pc:spChg chg="mod ord">
          <ac:chgData name="Dr. Robert Butscher" userId="61bc653898ddc2e0" providerId="LiveId" clId="{51D723D9-59D9-44A1-A120-82CD4C10D8A5}" dt="2026-09-19T13:59:57.810" v="476" actId="20577"/>
          <ac:spMkLst>
            <pc:docMk/>
            <pc:sldMk cId="0" sldId="300"/>
            <ac:spMk id="5" creationId="{00000000-0000-0000-0000-000000000000}"/>
          </ac:spMkLst>
        </pc:spChg>
        <pc:spChg chg="add del mod">
          <ac:chgData name="Dr. Robert Butscher" userId="61bc653898ddc2e0" providerId="LiveId" clId="{51D723D9-59D9-44A1-A120-82CD4C10D8A5}" dt="2026-09-19T13:59:51.957" v="468" actId="6264"/>
          <ac:spMkLst>
            <pc:docMk/>
            <pc:sldMk cId="0" sldId="300"/>
            <ac:spMk id="59" creationId="{5691E446-B933-F32F-F184-037E3F45FC99}"/>
          </ac:spMkLst>
        </pc:spChg>
        <pc:spChg chg="add del mod">
          <ac:chgData name="Dr. Robert Butscher" userId="61bc653898ddc2e0" providerId="LiveId" clId="{51D723D9-59D9-44A1-A120-82CD4C10D8A5}" dt="2026-09-19T13:59:51.957" v="468" actId="6264"/>
          <ac:spMkLst>
            <pc:docMk/>
            <pc:sldMk cId="0" sldId="300"/>
            <ac:spMk id="60" creationId="{05A20CF0-E0BB-C499-606D-F3EEAAA8D1DD}"/>
          </ac:spMkLst>
        </pc:spChg>
        <pc:spChg chg="add del mod">
          <ac:chgData name="Dr. Robert Butscher" userId="61bc653898ddc2e0" providerId="LiveId" clId="{51D723D9-59D9-44A1-A120-82CD4C10D8A5}" dt="2026-09-19T13:59:51.957" v="468" actId="6264"/>
          <ac:spMkLst>
            <pc:docMk/>
            <pc:sldMk cId="0" sldId="300"/>
            <ac:spMk id="61" creationId="{A5DBB3CE-1251-AB90-0DB7-72724F7BD2A1}"/>
          </ac:spMkLst>
        </pc:spChg>
        <pc:spChg chg="add del mod">
          <ac:chgData name="Dr. Robert Butscher" userId="61bc653898ddc2e0" providerId="LiveId" clId="{51D723D9-59D9-44A1-A120-82CD4C10D8A5}" dt="2026-09-19T13:59:51.957" v="468" actId="6264"/>
          <ac:spMkLst>
            <pc:docMk/>
            <pc:sldMk cId="0" sldId="300"/>
            <ac:spMk id="62" creationId="{52ECFB95-A63B-BB5B-D1D2-5361F817C8B9}"/>
          </ac:spMkLst>
        </pc:spChg>
      </pc:sldChg>
      <pc:sldChg chg="addSp delSp modSp mod chgLayout">
        <pc:chgData name="Dr. Robert Butscher" userId="61bc653898ddc2e0" providerId="LiveId" clId="{51D723D9-59D9-44A1-A120-82CD4C10D8A5}" dt="2026-09-19T14:00:02.023" v="477" actId="6264"/>
        <pc:sldMkLst>
          <pc:docMk/>
          <pc:sldMk cId="0" sldId="301"/>
        </pc:sldMkLst>
        <pc:spChg chg="mod ord">
          <ac:chgData name="Dr. Robert Butscher" userId="61bc653898ddc2e0" providerId="LiveId" clId="{51D723D9-59D9-44A1-A120-82CD4C10D8A5}" dt="2026-09-19T14:00:02.023" v="477" actId="6264"/>
          <ac:spMkLst>
            <pc:docMk/>
            <pc:sldMk cId="0" sldId="301"/>
            <ac:spMk id="2" creationId="{00000000-0000-0000-0000-000000000000}"/>
          </ac:spMkLst>
        </pc:spChg>
        <pc:spChg chg="mod ord">
          <ac:chgData name="Dr. Robert Butscher" userId="61bc653898ddc2e0" providerId="LiveId" clId="{51D723D9-59D9-44A1-A120-82CD4C10D8A5}" dt="2026-09-19T14:00:02.023" v="477" actId="6264"/>
          <ac:spMkLst>
            <pc:docMk/>
            <pc:sldMk cId="0" sldId="301"/>
            <ac:spMk id="3" creationId="{00000000-0000-0000-0000-000000000000}"/>
          </ac:spMkLst>
        </pc:spChg>
        <pc:spChg chg="mod ord">
          <ac:chgData name="Dr. Robert Butscher" userId="61bc653898ddc2e0" providerId="LiveId" clId="{51D723D9-59D9-44A1-A120-82CD4C10D8A5}" dt="2026-09-19T14:00:02.023" v="477" actId="6264"/>
          <ac:spMkLst>
            <pc:docMk/>
            <pc:sldMk cId="0" sldId="301"/>
            <ac:spMk id="4" creationId="{00000000-0000-0000-0000-000000000000}"/>
          </ac:spMkLst>
        </pc:spChg>
        <pc:spChg chg="mod ord">
          <ac:chgData name="Dr. Robert Butscher" userId="61bc653898ddc2e0" providerId="LiveId" clId="{51D723D9-59D9-44A1-A120-82CD4C10D8A5}" dt="2026-09-19T14:00:02.023" v="477" actId="6264"/>
          <ac:spMkLst>
            <pc:docMk/>
            <pc:sldMk cId="0" sldId="301"/>
            <ac:spMk id="5" creationId="{00000000-0000-0000-0000-000000000000}"/>
          </ac:spMkLst>
        </pc:spChg>
        <pc:spChg chg="add del mod">
          <ac:chgData name="Dr. Robert Butscher" userId="61bc653898ddc2e0" providerId="LiveId" clId="{51D723D9-59D9-44A1-A120-82CD4C10D8A5}" dt="2026-09-19T14:00:02.023" v="477" actId="6264"/>
          <ac:spMkLst>
            <pc:docMk/>
            <pc:sldMk cId="0" sldId="301"/>
            <ac:spMk id="24" creationId="{B9E82004-2696-5E48-1CD3-10527FCCFC50}"/>
          </ac:spMkLst>
        </pc:spChg>
        <pc:spChg chg="add del mod">
          <ac:chgData name="Dr. Robert Butscher" userId="61bc653898ddc2e0" providerId="LiveId" clId="{51D723D9-59D9-44A1-A120-82CD4C10D8A5}" dt="2026-09-19T14:00:02.023" v="477" actId="6264"/>
          <ac:spMkLst>
            <pc:docMk/>
            <pc:sldMk cId="0" sldId="301"/>
            <ac:spMk id="25" creationId="{E990A9E7-CA96-AB2A-EB53-0CA383AD3AA4}"/>
          </ac:spMkLst>
        </pc:spChg>
        <pc:spChg chg="add del mod">
          <ac:chgData name="Dr. Robert Butscher" userId="61bc653898ddc2e0" providerId="LiveId" clId="{51D723D9-59D9-44A1-A120-82CD4C10D8A5}" dt="2026-09-19T14:00:02.023" v="477" actId="6264"/>
          <ac:spMkLst>
            <pc:docMk/>
            <pc:sldMk cId="0" sldId="301"/>
            <ac:spMk id="26" creationId="{1952FF0D-68E5-F807-061A-E705C46C11A7}"/>
          </ac:spMkLst>
        </pc:spChg>
        <pc:spChg chg="add del mod">
          <ac:chgData name="Dr. Robert Butscher" userId="61bc653898ddc2e0" providerId="LiveId" clId="{51D723D9-59D9-44A1-A120-82CD4C10D8A5}" dt="2026-09-19T14:00:02.023" v="477" actId="6264"/>
          <ac:spMkLst>
            <pc:docMk/>
            <pc:sldMk cId="0" sldId="301"/>
            <ac:spMk id="27" creationId="{4E998075-A992-5CB9-1A26-C853A8FBD791}"/>
          </ac:spMkLst>
        </pc:spChg>
      </pc:sldChg>
      <pc:sldChg chg="addSp modSp mod">
        <pc:chgData name="Dr. Robert Butscher" userId="61bc653898ddc2e0" providerId="LiveId" clId="{51D723D9-59D9-44A1-A120-82CD4C10D8A5}" dt="2026-09-19T14:08:18.825" v="537" actId="14100"/>
        <pc:sldMkLst>
          <pc:docMk/>
          <pc:sldMk cId="0" sldId="302"/>
        </pc:sldMkLst>
        <pc:picChg chg="add mod">
          <ac:chgData name="Dr. Robert Butscher" userId="61bc653898ddc2e0" providerId="LiveId" clId="{51D723D9-59D9-44A1-A120-82CD4C10D8A5}" dt="2026-09-19T14:08:18.825" v="537" actId="14100"/>
          <ac:picMkLst>
            <pc:docMk/>
            <pc:sldMk cId="0" sldId="302"/>
            <ac:picMk id="4" creationId="{D435D64C-5EA4-7FAB-8877-301E78A21322}"/>
          </ac:picMkLst>
        </pc:picChg>
      </pc:sldChg>
      <pc:sldChg chg="addSp delSp modSp del mod chgLayout">
        <pc:chgData name="Dr. Robert Butscher" userId="61bc653898ddc2e0" providerId="LiveId" clId="{51D723D9-59D9-44A1-A120-82CD4C10D8A5}" dt="2026-09-19T14:00:32.916" v="493"/>
        <pc:sldMkLst>
          <pc:docMk/>
          <pc:sldMk cId="0" sldId="303"/>
        </pc:sldMkLst>
        <pc:spChg chg="mod ord">
          <ac:chgData name="Dr. Robert Butscher" userId="61bc653898ddc2e0" providerId="LiveId" clId="{51D723D9-59D9-44A1-A120-82CD4C10D8A5}" dt="2026-09-19T14:00:05.702" v="478" actId="6264"/>
          <ac:spMkLst>
            <pc:docMk/>
            <pc:sldMk cId="0" sldId="303"/>
            <ac:spMk id="2" creationId="{00000000-0000-0000-0000-000000000000}"/>
          </ac:spMkLst>
        </pc:spChg>
        <pc:spChg chg="mod ord">
          <ac:chgData name="Dr. Robert Butscher" userId="61bc653898ddc2e0" providerId="LiveId" clId="{51D723D9-59D9-44A1-A120-82CD4C10D8A5}" dt="2026-09-19T14:00:05.702" v="478" actId="6264"/>
          <ac:spMkLst>
            <pc:docMk/>
            <pc:sldMk cId="0" sldId="303"/>
            <ac:spMk id="3" creationId="{00000000-0000-0000-0000-000000000000}"/>
          </ac:spMkLst>
        </pc:spChg>
        <pc:spChg chg="mod ord">
          <ac:chgData name="Dr. Robert Butscher" userId="61bc653898ddc2e0" providerId="LiveId" clId="{51D723D9-59D9-44A1-A120-82CD4C10D8A5}" dt="2026-09-19T14:00:05.702" v="478" actId="6264"/>
          <ac:spMkLst>
            <pc:docMk/>
            <pc:sldMk cId="0" sldId="303"/>
            <ac:spMk id="4" creationId="{00000000-0000-0000-0000-000000000000}"/>
          </ac:spMkLst>
        </pc:spChg>
        <pc:spChg chg="mod ord">
          <ac:chgData name="Dr. Robert Butscher" userId="61bc653898ddc2e0" providerId="LiveId" clId="{51D723D9-59D9-44A1-A120-82CD4C10D8A5}" dt="2026-09-19T14:00:05.702" v="478" actId="6264"/>
          <ac:spMkLst>
            <pc:docMk/>
            <pc:sldMk cId="0" sldId="303"/>
            <ac:spMk id="5" creationId="{00000000-0000-0000-0000-000000000000}"/>
          </ac:spMkLst>
        </pc:spChg>
        <pc:spChg chg="add del mod">
          <ac:chgData name="Dr. Robert Butscher" userId="61bc653898ddc2e0" providerId="LiveId" clId="{51D723D9-59D9-44A1-A120-82CD4C10D8A5}" dt="2026-09-19T14:00:05.702" v="478" actId="6264"/>
          <ac:spMkLst>
            <pc:docMk/>
            <pc:sldMk cId="0" sldId="303"/>
            <ac:spMk id="7" creationId="{7E5FC2A5-D75F-4A3B-EF69-9C6557CF1196}"/>
          </ac:spMkLst>
        </pc:spChg>
        <pc:spChg chg="add del mod">
          <ac:chgData name="Dr. Robert Butscher" userId="61bc653898ddc2e0" providerId="LiveId" clId="{51D723D9-59D9-44A1-A120-82CD4C10D8A5}" dt="2026-09-19T14:00:05.702" v="478" actId="6264"/>
          <ac:spMkLst>
            <pc:docMk/>
            <pc:sldMk cId="0" sldId="303"/>
            <ac:spMk id="8" creationId="{6A27B9BB-FF92-A93B-E533-4032C04721DD}"/>
          </ac:spMkLst>
        </pc:spChg>
        <pc:spChg chg="add del mod">
          <ac:chgData name="Dr. Robert Butscher" userId="61bc653898ddc2e0" providerId="LiveId" clId="{51D723D9-59D9-44A1-A120-82CD4C10D8A5}" dt="2026-09-19T14:00:05.702" v="478" actId="6264"/>
          <ac:spMkLst>
            <pc:docMk/>
            <pc:sldMk cId="0" sldId="303"/>
            <ac:spMk id="9" creationId="{E9543A1E-4BBA-A875-583D-D5915A1F1CBC}"/>
          </ac:spMkLst>
        </pc:spChg>
        <pc:spChg chg="add del mod">
          <ac:chgData name="Dr. Robert Butscher" userId="61bc653898ddc2e0" providerId="LiveId" clId="{51D723D9-59D9-44A1-A120-82CD4C10D8A5}" dt="2026-09-19T14:00:05.702" v="478" actId="6264"/>
          <ac:spMkLst>
            <pc:docMk/>
            <pc:sldMk cId="0" sldId="303"/>
            <ac:spMk id="10" creationId="{83038D0B-F8A8-6393-6E4D-157D6FDE4532}"/>
          </ac:spMkLst>
        </pc:spChg>
      </pc:sldChg>
      <pc:sldChg chg="addSp delSp modSp del mod chgLayout">
        <pc:chgData name="Dr. Robert Butscher" userId="61bc653898ddc2e0" providerId="LiveId" clId="{51D723D9-59D9-44A1-A120-82CD4C10D8A5}" dt="2026-09-19T14:08:37.777" v="548"/>
        <pc:sldMkLst>
          <pc:docMk/>
          <pc:sldMk cId="0" sldId="304"/>
        </pc:sldMkLst>
        <pc:spChg chg="mod ord">
          <ac:chgData name="Dr. Robert Butscher" userId="61bc653898ddc2e0" providerId="LiveId" clId="{51D723D9-59D9-44A1-A120-82CD4C10D8A5}" dt="2026-09-19T14:03:55.111" v="517" actId="6264"/>
          <ac:spMkLst>
            <pc:docMk/>
            <pc:sldMk cId="0" sldId="304"/>
            <ac:spMk id="2" creationId="{00000000-0000-0000-0000-000000000000}"/>
          </ac:spMkLst>
        </pc:spChg>
        <pc:spChg chg="mod ord">
          <ac:chgData name="Dr. Robert Butscher" userId="61bc653898ddc2e0" providerId="LiveId" clId="{51D723D9-59D9-44A1-A120-82CD4C10D8A5}" dt="2026-09-19T14:03:55.111" v="517" actId="6264"/>
          <ac:spMkLst>
            <pc:docMk/>
            <pc:sldMk cId="0" sldId="304"/>
            <ac:spMk id="3" creationId="{00000000-0000-0000-0000-000000000000}"/>
          </ac:spMkLst>
        </pc:spChg>
        <pc:spChg chg="mod ord">
          <ac:chgData name="Dr. Robert Butscher" userId="61bc653898ddc2e0" providerId="LiveId" clId="{51D723D9-59D9-44A1-A120-82CD4C10D8A5}" dt="2026-09-19T14:03:55.111" v="517" actId="6264"/>
          <ac:spMkLst>
            <pc:docMk/>
            <pc:sldMk cId="0" sldId="304"/>
            <ac:spMk id="4" creationId="{00000000-0000-0000-0000-000000000000}"/>
          </ac:spMkLst>
        </pc:spChg>
        <pc:spChg chg="mod ord">
          <ac:chgData name="Dr. Robert Butscher" userId="61bc653898ddc2e0" providerId="LiveId" clId="{51D723D9-59D9-44A1-A120-82CD4C10D8A5}" dt="2026-09-19T14:03:55.111" v="517" actId="6264"/>
          <ac:spMkLst>
            <pc:docMk/>
            <pc:sldMk cId="0" sldId="304"/>
            <ac:spMk id="5" creationId="{00000000-0000-0000-0000-000000000000}"/>
          </ac:spMkLst>
        </pc:spChg>
        <pc:spChg chg="add del mod">
          <ac:chgData name="Dr. Robert Butscher" userId="61bc653898ddc2e0" providerId="LiveId" clId="{51D723D9-59D9-44A1-A120-82CD4C10D8A5}" dt="2026-09-19T14:00:09.491" v="479" actId="6264"/>
          <ac:spMkLst>
            <pc:docMk/>
            <pc:sldMk cId="0" sldId="304"/>
            <ac:spMk id="24" creationId="{6BB372EC-E58D-A2CE-4A03-BD0A406D0E04}"/>
          </ac:spMkLst>
        </pc:spChg>
        <pc:spChg chg="add del mod">
          <ac:chgData name="Dr. Robert Butscher" userId="61bc653898ddc2e0" providerId="LiveId" clId="{51D723D9-59D9-44A1-A120-82CD4C10D8A5}" dt="2026-09-19T14:00:09.491" v="479" actId="6264"/>
          <ac:spMkLst>
            <pc:docMk/>
            <pc:sldMk cId="0" sldId="304"/>
            <ac:spMk id="25" creationId="{9BA1E42B-5F2C-3F0C-3D2F-16D20CE21546}"/>
          </ac:spMkLst>
        </pc:spChg>
        <pc:spChg chg="add del mod">
          <ac:chgData name="Dr. Robert Butscher" userId="61bc653898ddc2e0" providerId="LiveId" clId="{51D723D9-59D9-44A1-A120-82CD4C10D8A5}" dt="2026-09-19T14:00:09.491" v="479" actId="6264"/>
          <ac:spMkLst>
            <pc:docMk/>
            <pc:sldMk cId="0" sldId="304"/>
            <ac:spMk id="26" creationId="{29A36BEC-9ADD-A502-A96A-DD57FFCF3FA1}"/>
          </ac:spMkLst>
        </pc:spChg>
        <pc:spChg chg="add del mod">
          <ac:chgData name="Dr. Robert Butscher" userId="61bc653898ddc2e0" providerId="LiveId" clId="{51D723D9-59D9-44A1-A120-82CD4C10D8A5}" dt="2026-09-19T14:00:09.491" v="479" actId="6264"/>
          <ac:spMkLst>
            <pc:docMk/>
            <pc:sldMk cId="0" sldId="304"/>
            <ac:spMk id="27" creationId="{D57654E9-17DD-2D59-BA44-ED0BD70D7B2F}"/>
          </ac:spMkLst>
        </pc:spChg>
        <pc:spChg chg="add del mod">
          <ac:chgData name="Dr. Robert Butscher" userId="61bc653898ddc2e0" providerId="LiveId" clId="{51D723D9-59D9-44A1-A120-82CD4C10D8A5}" dt="2026-09-19T14:03:55.111" v="517" actId="6264"/>
          <ac:spMkLst>
            <pc:docMk/>
            <pc:sldMk cId="0" sldId="304"/>
            <ac:spMk id="28" creationId="{419752AC-B2FB-137F-71B1-FD7A90B8CB73}"/>
          </ac:spMkLst>
        </pc:spChg>
        <pc:spChg chg="add del mod">
          <ac:chgData name="Dr. Robert Butscher" userId="61bc653898ddc2e0" providerId="LiveId" clId="{51D723D9-59D9-44A1-A120-82CD4C10D8A5}" dt="2026-09-19T14:03:55.111" v="517" actId="6264"/>
          <ac:spMkLst>
            <pc:docMk/>
            <pc:sldMk cId="0" sldId="304"/>
            <ac:spMk id="29" creationId="{E5377C57-E349-64A8-A71A-65164FB0C479}"/>
          </ac:spMkLst>
        </pc:spChg>
        <pc:spChg chg="add del mod">
          <ac:chgData name="Dr. Robert Butscher" userId="61bc653898ddc2e0" providerId="LiveId" clId="{51D723D9-59D9-44A1-A120-82CD4C10D8A5}" dt="2026-09-19T14:03:55.111" v="517" actId="6264"/>
          <ac:spMkLst>
            <pc:docMk/>
            <pc:sldMk cId="0" sldId="304"/>
            <ac:spMk id="30" creationId="{63E90381-6AB6-2B73-F591-81ED6459F665}"/>
          </ac:spMkLst>
        </pc:spChg>
        <pc:spChg chg="add del mod">
          <ac:chgData name="Dr. Robert Butscher" userId="61bc653898ddc2e0" providerId="LiveId" clId="{51D723D9-59D9-44A1-A120-82CD4C10D8A5}" dt="2026-09-19T14:03:55.111" v="517" actId="6264"/>
          <ac:spMkLst>
            <pc:docMk/>
            <pc:sldMk cId="0" sldId="304"/>
            <ac:spMk id="31" creationId="{140E768E-BF07-93E2-B960-3D7A7F1DB45B}"/>
          </ac:spMkLst>
        </pc:spChg>
      </pc:sldChg>
      <pc:sldChg chg="addSp delSp modSp mod chgLayout">
        <pc:chgData name="Dr. Robert Butscher" userId="61bc653898ddc2e0" providerId="LiveId" clId="{51D723D9-59D9-44A1-A120-82CD4C10D8A5}" dt="2026-09-19T14:00:16.830" v="481" actId="6264"/>
        <pc:sldMkLst>
          <pc:docMk/>
          <pc:sldMk cId="0" sldId="305"/>
        </pc:sldMkLst>
        <pc:spChg chg="mod ord">
          <ac:chgData name="Dr. Robert Butscher" userId="61bc653898ddc2e0" providerId="LiveId" clId="{51D723D9-59D9-44A1-A120-82CD4C10D8A5}" dt="2026-09-19T14:00:16.830" v="481" actId="6264"/>
          <ac:spMkLst>
            <pc:docMk/>
            <pc:sldMk cId="0" sldId="305"/>
            <ac:spMk id="2" creationId="{00000000-0000-0000-0000-000000000000}"/>
          </ac:spMkLst>
        </pc:spChg>
        <pc:spChg chg="mod ord">
          <ac:chgData name="Dr. Robert Butscher" userId="61bc653898ddc2e0" providerId="LiveId" clId="{51D723D9-59D9-44A1-A120-82CD4C10D8A5}" dt="2026-09-19T14:00:16.830" v="481" actId="6264"/>
          <ac:spMkLst>
            <pc:docMk/>
            <pc:sldMk cId="0" sldId="305"/>
            <ac:spMk id="3" creationId="{00000000-0000-0000-0000-000000000000}"/>
          </ac:spMkLst>
        </pc:spChg>
        <pc:spChg chg="mod ord">
          <ac:chgData name="Dr. Robert Butscher" userId="61bc653898ddc2e0" providerId="LiveId" clId="{51D723D9-59D9-44A1-A120-82CD4C10D8A5}" dt="2026-09-19T14:00:16.830" v="481" actId="6264"/>
          <ac:spMkLst>
            <pc:docMk/>
            <pc:sldMk cId="0" sldId="305"/>
            <ac:spMk id="4" creationId="{00000000-0000-0000-0000-000000000000}"/>
          </ac:spMkLst>
        </pc:spChg>
        <pc:spChg chg="mod ord">
          <ac:chgData name="Dr. Robert Butscher" userId="61bc653898ddc2e0" providerId="LiveId" clId="{51D723D9-59D9-44A1-A120-82CD4C10D8A5}" dt="2026-09-19T14:00:16.830" v="481" actId="6264"/>
          <ac:spMkLst>
            <pc:docMk/>
            <pc:sldMk cId="0" sldId="305"/>
            <ac:spMk id="5" creationId="{00000000-0000-0000-0000-000000000000}"/>
          </ac:spMkLst>
        </pc:spChg>
        <pc:spChg chg="add del mod">
          <ac:chgData name="Dr. Robert Butscher" userId="61bc653898ddc2e0" providerId="LiveId" clId="{51D723D9-59D9-44A1-A120-82CD4C10D8A5}" dt="2026-09-19T14:00:16.830" v="481" actId="6264"/>
          <ac:spMkLst>
            <pc:docMk/>
            <pc:sldMk cId="0" sldId="305"/>
            <ac:spMk id="18" creationId="{7F680694-082D-E82F-A131-5EE432EF7362}"/>
          </ac:spMkLst>
        </pc:spChg>
        <pc:spChg chg="add del mod">
          <ac:chgData name="Dr. Robert Butscher" userId="61bc653898ddc2e0" providerId="LiveId" clId="{51D723D9-59D9-44A1-A120-82CD4C10D8A5}" dt="2026-09-19T14:00:16.830" v="481" actId="6264"/>
          <ac:spMkLst>
            <pc:docMk/>
            <pc:sldMk cId="0" sldId="305"/>
            <ac:spMk id="19" creationId="{2914FB1D-D2C2-8922-327B-B2E304F96FAD}"/>
          </ac:spMkLst>
        </pc:spChg>
        <pc:spChg chg="add del mod">
          <ac:chgData name="Dr. Robert Butscher" userId="61bc653898ddc2e0" providerId="LiveId" clId="{51D723D9-59D9-44A1-A120-82CD4C10D8A5}" dt="2026-09-19T14:00:16.830" v="481" actId="6264"/>
          <ac:spMkLst>
            <pc:docMk/>
            <pc:sldMk cId="0" sldId="305"/>
            <ac:spMk id="20" creationId="{31975E28-1B0C-EBFB-DC5D-A6888C768A06}"/>
          </ac:spMkLst>
        </pc:spChg>
        <pc:spChg chg="add del mod">
          <ac:chgData name="Dr. Robert Butscher" userId="61bc653898ddc2e0" providerId="LiveId" clId="{51D723D9-59D9-44A1-A120-82CD4C10D8A5}" dt="2026-09-19T14:00:16.830" v="481" actId="6264"/>
          <ac:spMkLst>
            <pc:docMk/>
            <pc:sldMk cId="0" sldId="305"/>
            <ac:spMk id="21" creationId="{F0793974-DEC2-9329-1C45-B3A3591FDDA2}"/>
          </ac:spMkLst>
        </pc:spChg>
      </pc:sldChg>
      <pc:sldChg chg="addSp delSp modSp del mod chgLayout">
        <pc:chgData name="Dr. Robert Butscher" userId="61bc653898ddc2e0" providerId="LiveId" clId="{51D723D9-59D9-44A1-A120-82CD4C10D8A5}" dt="2026-09-19T14:00:34.989" v="496"/>
        <pc:sldMkLst>
          <pc:docMk/>
          <pc:sldMk cId="61645203" sldId="310"/>
        </pc:sldMkLst>
        <pc:spChg chg="mod ord">
          <ac:chgData name="Dr. Robert Butscher" userId="61bc653898ddc2e0" providerId="LiveId" clId="{51D723D9-59D9-44A1-A120-82CD4C10D8A5}" dt="2026-09-19T14:00:13.962" v="480" actId="6264"/>
          <ac:spMkLst>
            <pc:docMk/>
            <pc:sldMk cId="61645203" sldId="310"/>
            <ac:spMk id="2" creationId="{00000000-0000-0000-0000-000000000000}"/>
          </ac:spMkLst>
        </pc:spChg>
        <pc:spChg chg="mod ord">
          <ac:chgData name="Dr. Robert Butscher" userId="61bc653898ddc2e0" providerId="LiveId" clId="{51D723D9-59D9-44A1-A120-82CD4C10D8A5}" dt="2026-09-19T14:00:13.962" v="480" actId="6264"/>
          <ac:spMkLst>
            <pc:docMk/>
            <pc:sldMk cId="61645203" sldId="310"/>
            <ac:spMk id="3" creationId="{00000000-0000-0000-0000-000000000000}"/>
          </ac:spMkLst>
        </pc:spChg>
        <pc:spChg chg="mod ord">
          <ac:chgData name="Dr. Robert Butscher" userId="61bc653898ddc2e0" providerId="LiveId" clId="{51D723D9-59D9-44A1-A120-82CD4C10D8A5}" dt="2026-09-19T14:00:13.962" v="480" actId="6264"/>
          <ac:spMkLst>
            <pc:docMk/>
            <pc:sldMk cId="61645203" sldId="310"/>
            <ac:spMk id="4" creationId="{00000000-0000-0000-0000-000000000000}"/>
          </ac:spMkLst>
        </pc:spChg>
        <pc:spChg chg="mod ord">
          <ac:chgData name="Dr. Robert Butscher" userId="61bc653898ddc2e0" providerId="LiveId" clId="{51D723D9-59D9-44A1-A120-82CD4C10D8A5}" dt="2026-09-19T14:00:13.962" v="480" actId="6264"/>
          <ac:spMkLst>
            <pc:docMk/>
            <pc:sldMk cId="61645203" sldId="310"/>
            <ac:spMk id="5" creationId="{00000000-0000-0000-0000-000000000000}"/>
          </ac:spMkLst>
        </pc:spChg>
        <pc:spChg chg="add del mod">
          <ac:chgData name="Dr. Robert Butscher" userId="61bc653898ddc2e0" providerId="LiveId" clId="{51D723D9-59D9-44A1-A120-82CD4C10D8A5}" dt="2026-09-19T14:00:13.962" v="480" actId="6264"/>
          <ac:spMkLst>
            <pc:docMk/>
            <pc:sldMk cId="61645203" sldId="310"/>
            <ac:spMk id="7" creationId="{1084A37C-4C1B-EF72-ED90-B187D4ADD73F}"/>
          </ac:spMkLst>
        </pc:spChg>
        <pc:spChg chg="add del mod">
          <ac:chgData name="Dr. Robert Butscher" userId="61bc653898ddc2e0" providerId="LiveId" clId="{51D723D9-59D9-44A1-A120-82CD4C10D8A5}" dt="2026-09-19T14:00:13.962" v="480" actId="6264"/>
          <ac:spMkLst>
            <pc:docMk/>
            <pc:sldMk cId="61645203" sldId="310"/>
            <ac:spMk id="8" creationId="{03ACF13A-3772-E40B-4EB5-2588C636A064}"/>
          </ac:spMkLst>
        </pc:spChg>
        <pc:spChg chg="add del mod">
          <ac:chgData name="Dr. Robert Butscher" userId="61bc653898ddc2e0" providerId="LiveId" clId="{51D723D9-59D9-44A1-A120-82CD4C10D8A5}" dt="2026-09-19T14:00:13.962" v="480" actId="6264"/>
          <ac:spMkLst>
            <pc:docMk/>
            <pc:sldMk cId="61645203" sldId="310"/>
            <ac:spMk id="9" creationId="{A89C8A60-A720-4242-7264-8B28C08518DA}"/>
          </ac:spMkLst>
        </pc:spChg>
        <pc:spChg chg="add del mod">
          <ac:chgData name="Dr. Robert Butscher" userId="61bc653898ddc2e0" providerId="LiveId" clId="{51D723D9-59D9-44A1-A120-82CD4C10D8A5}" dt="2026-09-19T14:00:13.962" v="480" actId="6264"/>
          <ac:spMkLst>
            <pc:docMk/>
            <pc:sldMk cId="61645203" sldId="310"/>
            <ac:spMk id="10" creationId="{B82950B4-8F91-D506-8473-DFD0397BA702}"/>
          </ac:spMkLst>
        </pc:spChg>
      </pc:sldChg>
      <pc:sldChg chg="addSp delSp modSp del mod chgLayout">
        <pc:chgData name="Dr. Robert Butscher" userId="61bc653898ddc2e0" providerId="LiveId" clId="{51D723D9-59D9-44A1-A120-82CD4C10D8A5}" dt="2026-09-19T14:01:51.991" v="514" actId="2696"/>
        <pc:sldMkLst>
          <pc:docMk/>
          <pc:sldMk cId="819654474" sldId="311"/>
        </pc:sldMkLst>
        <pc:spChg chg="mod ord">
          <ac:chgData name="Dr. Robert Butscher" userId="61bc653898ddc2e0" providerId="LiveId" clId="{51D723D9-59D9-44A1-A120-82CD4C10D8A5}" dt="2026-09-19T14:01:47.441" v="513" actId="6264"/>
          <ac:spMkLst>
            <pc:docMk/>
            <pc:sldMk cId="819654474" sldId="311"/>
            <ac:spMk id="2" creationId="{00000000-0000-0000-0000-000000000000}"/>
          </ac:spMkLst>
        </pc:spChg>
        <pc:spChg chg="mod ord">
          <ac:chgData name="Dr. Robert Butscher" userId="61bc653898ddc2e0" providerId="LiveId" clId="{51D723D9-59D9-44A1-A120-82CD4C10D8A5}" dt="2026-09-19T14:01:47.441" v="513" actId="6264"/>
          <ac:spMkLst>
            <pc:docMk/>
            <pc:sldMk cId="819654474" sldId="311"/>
            <ac:spMk id="3" creationId="{00000000-0000-0000-0000-000000000000}"/>
          </ac:spMkLst>
        </pc:spChg>
        <pc:spChg chg="mod ord">
          <ac:chgData name="Dr. Robert Butscher" userId="61bc653898ddc2e0" providerId="LiveId" clId="{51D723D9-59D9-44A1-A120-82CD4C10D8A5}" dt="2026-09-19T14:01:47.441" v="513" actId="6264"/>
          <ac:spMkLst>
            <pc:docMk/>
            <pc:sldMk cId="819654474" sldId="311"/>
            <ac:spMk id="4" creationId="{00000000-0000-0000-0000-000000000000}"/>
          </ac:spMkLst>
        </pc:spChg>
        <pc:spChg chg="mod ord">
          <ac:chgData name="Dr. Robert Butscher" userId="61bc653898ddc2e0" providerId="LiveId" clId="{51D723D9-59D9-44A1-A120-82CD4C10D8A5}" dt="2026-09-19T14:01:47.441" v="513" actId="6264"/>
          <ac:spMkLst>
            <pc:docMk/>
            <pc:sldMk cId="819654474" sldId="311"/>
            <ac:spMk id="5" creationId="{00000000-0000-0000-0000-000000000000}"/>
          </ac:spMkLst>
        </pc:spChg>
        <pc:spChg chg="add del mod">
          <ac:chgData name="Dr. Robert Butscher" userId="61bc653898ddc2e0" providerId="LiveId" clId="{51D723D9-59D9-44A1-A120-82CD4C10D8A5}" dt="2026-09-19T14:01:47.441" v="513" actId="6264"/>
          <ac:spMkLst>
            <pc:docMk/>
            <pc:sldMk cId="819654474" sldId="311"/>
            <ac:spMk id="22" creationId="{F49AA62F-154A-9ADE-9432-CE15FD0C8C66}"/>
          </ac:spMkLst>
        </pc:spChg>
        <pc:spChg chg="add del mod">
          <ac:chgData name="Dr. Robert Butscher" userId="61bc653898ddc2e0" providerId="LiveId" clId="{51D723D9-59D9-44A1-A120-82CD4C10D8A5}" dt="2026-09-19T14:01:47.441" v="513" actId="6264"/>
          <ac:spMkLst>
            <pc:docMk/>
            <pc:sldMk cId="819654474" sldId="311"/>
            <ac:spMk id="23" creationId="{8DCCA59B-1DD9-FB1C-202C-EAED131B8FA1}"/>
          </ac:spMkLst>
        </pc:spChg>
        <pc:spChg chg="add del mod">
          <ac:chgData name="Dr. Robert Butscher" userId="61bc653898ddc2e0" providerId="LiveId" clId="{51D723D9-59D9-44A1-A120-82CD4C10D8A5}" dt="2026-09-19T14:01:47.441" v="513" actId="6264"/>
          <ac:spMkLst>
            <pc:docMk/>
            <pc:sldMk cId="819654474" sldId="311"/>
            <ac:spMk id="24" creationId="{06E40D27-8CDB-CB3F-438F-24B9D185B293}"/>
          </ac:spMkLst>
        </pc:spChg>
        <pc:spChg chg="add del mod">
          <ac:chgData name="Dr. Robert Butscher" userId="61bc653898ddc2e0" providerId="LiveId" clId="{51D723D9-59D9-44A1-A120-82CD4C10D8A5}" dt="2026-09-19T14:01:47.441" v="513" actId="6264"/>
          <ac:spMkLst>
            <pc:docMk/>
            <pc:sldMk cId="819654474" sldId="311"/>
            <ac:spMk id="25" creationId="{0C746010-25F9-1417-B4C7-ECD85280796F}"/>
          </ac:spMkLst>
        </pc:spChg>
      </pc:sldChg>
      <pc:sldChg chg="modSp add mod">
        <pc:chgData name="Dr. Robert Butscher" userId="61bc653898ddc2e0" providerId="LiveId" clId="{51D723D9-59D9-44A1-A120-82CD4C10D8A5}" dt="2026-09-19T14:21:07.731" v="1110" actId="20577"/>
        <pc:sldMkLst>
          <pc:docMk/>
          <pc:sldMk cId="3261324547" sldId="311"/>
        </pc:sldMkLst>
        <pc:spChg chg="mod">
          <ac:chgData name="Dr. Robert Butscher" userId="61bc653898ddc2e0" providerId="LiveId" clId="{51D723D9-59D9-44A1-A120-82CD4C10D8A5}" dt="2026-09-19T14:21:07.731" v="1110" actId="20577"/>
          <ac:spMkLst>
            <pc:docMk/>
            <pc:sldMk cId="3261324547" sldId="311"/>
            <ac:spMk id="3" creationId="{00000000-0000-0000-0000-000000000000}"/>
          </ac:spMkLst>
        </pc:spChg>
      </pc:sldChg>
      <pc:sldChg chg="add del ord">
        <pc:chgData name="Dr. Robert Butscher" userId="61bc653898ddc2e0" providerId="LiveId" clId="{51D723D9-59D9-44A1-A120-82CD4C10D8A5}" dt="2026-09-19T14:18:54.464" v="642" actId="2696"/>
        <pc:sldMkLst>
          <pc:docMk/>
          <pc:sldMk cId="3460701853" sldId="311"/>
        </pc:sldMkLst>
      </pc:sldChg>
      <pc:sldChg chg="addSp delSp modSp mod chgLayout">
        <pc:chgData name="Dr. Robert Butscher" userId="61bc653898ddc2e0" providerId="LiveId" clId="{51D723D9-59D9-44A1-A120-82CD4C10D8A5}" dt="2026-09-19T13:47:40.496" v="183" actId="6264"/>
        <pc:sldMkLst>
          <pc:docMk/>
          <pc:sldMk cId="2840193501" sldId="312"/>
        </pc:sldMkLst>
        <pc:spChg chg="mod ord">
          <ac:chgData name="Dr. Robert Butscher" userId="61bc653898ddc2e0" providerId="LiveId" clId="{51D723D9-59D9-44A1-A120-82CD4C10D8A5}" dt="2026-09-19T13:47:40.496" v="183" actId="6264"/>
          <ac:spMkLst>
            <pc:docMk/>
            <pc:sldMk cId="2840193501" sldId="312"/>
            <ac:spMk id="2" creationId="{00000000-0000-0000-0000-000000000000}"/>
          </ac:spMkLst>
        </pc:spChg>
        <pc:spChg chg="mod ord">
          <ac:chgData name="Dr. Robert Butscher" userId="61bc653898ddc2e0" providerId="LiveId" clId="{51D723D9-59D9-44A1-A120-82CD4C10D8A5}" dt="2026-09-19T13:47:40.496" v="183" actId="6264"/>
          <ac:spMkLst>
            <pc:docMk/>
            <pc:sldMk cId="2840193501" sldId="312"/>
            <ac:spMk id="3" creationId="{00000000-0000-0000-0000-000000000000}"/>
          </ac:spMkLst>
        </pc:spChg>
        <pc:spChg chg="mod ord">
          <ac:chgData name="Dr. Robert Butscher" userId="61bc653898ddc2e0" providerId="LiveId" clId="{51D723D9-59D9-44A1-A120-82CD4C10D8A5}" dt="2026-09-19T13:47:40.496" v="183" actId="6264"/>
          <ac:spMkLst>
            <pc:docMk/>
            <pc:sldMk cId="2840193501" sldId="312"/>
            <ac:spMk id="4" creationId="{00000000-0000-0000-0000-000000000000}"/>
          </ac:spMkLst>
        </pc:spChg>
        <pc:spChg chg="mod ord">
          <ac:chgData name="Dr. Robert Butscher" userId="61bc653898ddc2e0" providerId="LiveId" clId="{51D723D9-59D9-44A1-A120-82CD4C10D8A5}" dt="2026-09-19T13:47:40.496" v="183" actId="6264"/>
          <ac:spMkLst>
            <pc:docMk/>
            <pc:sldMk cId="2840193501" sldId="312"/>
            <ac:spMk id="5" creationId="{00000000-0000-0000-0000-000000000000}"/>
          </ac:spMkLst>
        </pc:spChg>
        <pc:spChg chg="add del mod">
          <ac:chgData name="Dr. Robert Butscher" userId="61bc653898ddc2e0" providerId="LiveId" clId="{51D723D9-59D9-44A1-A120-82CD4C10D8A5}" dt="2026-09-19T13:47:40.496" v="183" actId="6264"/>
          <ac:spMkLst>
            <pc:docMk/>
            <pc:sldMk cId="2840193501" sldId="312"/>
            <ac:spMk id="22" creationId="{A814A056-2340-69E1-1EC2-1FE099828CAD}"/>
          </ac:spMkLst>
        </pc:spChg>
        <pc:spChg chg="add del mod">
          <ac:chgData name="Dr. Robert Butscher" userId="61bc653898ddc2e0" providerId="LiveId" clId="{51D723D9-59D9-44A1-A120-82CD4C10D8A5}" dt="2026-09-19T13:47:40.496" v="183" actId="6264"/>
          <ac:spMkLst>
            <pc:docMk/>
            <pc:sldMk cId="2840193501" sldId="312"/>
            <ac:spMk id="23" creationId="{B9ACD6A5-BD96-9B44-CDAA-E28B1E9DE9FC}"/>
          </ac:spMkLst>
        </pc:spChg>
        <pc:spChg chg="add del mod">
          <ac:chgData name="Dr. Robert Butscher" userId="61bc653898ddc2e0" providerId="LiveId" clId="{51D723D9-59D9-44A1-A120-82CD4C10D8A5}" dt="2026-09-19T13:47:40.496" v="183" actId="6264"/>
          <ac:spMkLst>
            <pc:docMk/>
            <pc:sldMk cId="2840193501" sldId="312"/>
            <ac:spMk id="24" creationId="{EF8E66CC-EED4-3DD6-4993-BA06BADDAB9B}"/>
          </ac:spMkLst>
        </pc:spChg>
        <pc:spChg chg="add del mod">
          <ac:chgData name="Dr. Robert Butscher" userId="61bc653898ddc2e0" providerId="LiveId" clId="{51D723D9-59D9-44A1-A120-82CD4C10D8A5}" dt="2026-09-19T13:47:40.496" v="183" actId="6264"/>
          <ac:spMkLst>
            <pc:docMk/>
            <pc:sldMk cId="2840193501" sldId="312"/>
            <ac:spMk id="25" creationId="{06B6CE29-92C7-CE90-CFA4-927345061EAE}"/>
          </ac:spMkLst>
        </pc:spChg>
      </pc:sldChg>
      <pc:sldChg chg="addSp delSp modSp mod chgLayout">
        <pc:chgData name="Dr. Robert Butscher" userId="61bc653898ddc2e0" providerId="LiveId" clId="{51D723D9-59D9-44A1-A120-82CD4C10D8A5}" dt="2026-09-19T13:59:08.671" v="424" actId="6264"/>
        <pc:sldMkLst>
          <pc:docMk/>
          <pc:sldMk cId="938105081" sldId="313"/>
        </pc:sldMkLst>
        <pc:spChg chg="mod ord">
          <ac:chgData name="Dr. Robert Butscher" userId="61bc653898ddc2e0" providerId="LiveId" clId="{51D723D9-59D9-44A1-A120-82CD4C10D8A5}" dt="2026-09-19T13:59:08.671" v="424" actId="6264"/>
          <ac:spMkLst>
            <pc:docMk/>
            <pc:sldMk cId="938105081" sldId="313"/>
            <ac:spMk id="2" creationId="{00000000-0000-0000-0000-000000000000}"/>
          </ac:spMkLst>
        </pc:spChg>
        <pc:spChg chg="mod ord">
          <ac:chgData name="Dr. Robert Butscher" userId="61bc653898ddc2e0" providerId="LiveId" clId="{51D723D9-59D9-44A1-A120-82CD4C10D8A5}" dt="2026-09-19T13:59:08.671" v="424" actId="6264"/>
          <ac:spMkLst>
            <pc:docMk/>
            <pc:sldMk cId="938105081" sldId="313"/>
            <ac:spMk id="3" creationId="{00000000-0000-0000-0000-000000000000}"/>
          </ac:spMkLst>
        </pc:spChg>
        <pc:spChg chg="mod ord">
          <ac:chgData name="Dr. Robert Butscher" userId="61bc653898ddc2e0" providerId="LiveId" clId="{51D723D9-59D9-44A1-A120-82CD4C10D8A5}" dt="2026-09-19T13:59:08.671" v="424" actId="6264"/>
          <ac:spMkLst>
            <pc:docMk/>
            <pc:sldMk cId="938105081" sldId="313"/>
            <ac:spMk id="4" creationId="{00000000-0000-0000-0000-000000000000}"/>
          </ac:spMkLst>
        </pc:spChg>
        <pc:spChg chg="mod ord">
          <ac:chgData name="Dr. Robert Butscher" userId="61bc653898ddc2e0" providerId="LiveId" clId="{51D723D9-59D9-44A1-A120-82CD4C10D8A5}" dt="2026-09-19T13:59:08.671" v="424" actId="6264"/>
          <ac:spMkLst>
            <pc:docMk/>
            <pc:sldMk cId="938105081" sldId="313"/>
            <ac:spMk id="5" creationId="{00000000-0000-0000-0000-000000000000}"/>
          </ac:spMkLst>
        </pc:spChg>
        <pc:spChg chg="add del mod">
          <ac:chgData name="Dr. Robert Butscher" userId="61bc653898ddc2e0" providerId="LiveId" clId="{51D723D9-59D9-44A1-A120-82CD4C10D8A5}" dt="2026-09-19T13:59:08.671" v="424" actId="6264"/>
          <ac:spMkLst>
            <pc:docMk/>
            <pc:sldMk cId="938105081" sldId="313"/>
            <ac:spMk id="26" creationId="{23EBB95D-053E-DB18-7359-59A79DA4FF76}"/>
          </ac:spMkLst>
        </pc:spChg>
        <pc:spChg chg="add del mod">
          <ac:chgData name="Dr. Robert Butscher" userId="61bc653898ddc2e0" providerId="LiveId" clId="{51D723D9-59D9-44A1-A120-82CD4C10D8A5}" dt="2026-09-19T13:59:08.671" v="424" actId="6264"/>
          <ac:spMkLst>
            <pc:docMk/>
            <pc:sldMk cId="938105081" sldId="313"/>
            <ac:spMk id="27" creationId="{91AE0BD5-25B5-73B3-559A-4B8B590035E4}"/>
          </ac:spMkLst>
        </pc:spChg>
        <pc:spChg chg="add del mod">
          <ac:chgData name="Dr. Robert Butscher" userId="61bc653898ddc2e0" providerId="LiveId" clId="{51D723D9-59D9-44A1-A120-82CD4C10D8A5}" dt="2026-09-19T13:59:08.671" v="424" actId="6264"/>
          <ac:spMkLst>
            <pc:docMk/>
            <pc:sldMk cId="938105081" sldId="313"/>
            <ac:spMk id="28" creationId="{98F52902-E373-4D84-B842-B32594C74EA1}"/>
          </ac:spMkLst>
        </pc:spChg>
        <pc:spChg chg="add del mod">
          <ac:chgData name="Dr. Robert Butscher" userId="61bc653898ddc2e0" providerId="LiveId" clId="{51D723D9-59D9-44A1-A120-82CD4C10D8A5}" dt="2026-09-19T13:59:08.671" v="424" actId="6264"/>
          <ac:spMkLst>
            <pc:docMk/>
            <pc:sldMk cId="938105081" sldId="313"/>
            <ac:spMk id="29" creationId="{3ADE888A-7B5E-EB78-CAAD-4830A91E862D}"/>
          </ac:spMkLst>
        </pc:spChg>
      </pc:sldChg>
      <pc:sldChg chg="addSp delSp modSp del mod chgLayout">
        <pc:chgData name="Dr. Robert Butscher" userId="61bc653898ddc2e0" providerId="LiveId" clId="{51D723D9-59D9-44A1-A120-82CD4C10D8A5}" dt="2026-09-19T14:08:06.555" v="534"/>
        <pc:sldMkLst>
          <pc:docMk/>
          <pc:sldMk cId="2008410378" sldId="314"/>
        </pc:sldMkLst>
        <pc:spChg chg="mod ord">
          <ac:chgData name="Dr. Robert Butscher" userId="61bc653898ddc2e0" providerId="LiveId" clId="{51D723D9-59D9-44A1-A120-82CD4C10D8A5}" dt="2026-09-19T13:53:20.167" v="375" actId="6264"/>
          <ac:spMkLst>
            <pc:docMk/>
            <pc:sldMk cId="2008410378" sldId="314"/>
            <ac:spMk id="2" creationId="{00000000-0000-0000-0000-000000000000}"/>
          </ac:spMkLst>
        </pc:spChg>
        <pc:spChg chg="mod ord">
          <ac:chgData name="Dr. Robert Butscher" userId="61bc653898ddc2e0" providerId="LiveId" clId="{51D723D9-59D9-44A1-A120-82CD4C10D8A5}" dt="2026-09-19T13:53:20.167" v="375" actId="6264"/>
          <ac:spMkLst>
            <pc:docMk/>
            <pc:sldMk cId="2008410378" sldId="314"/>
            <ac:spMk id="3" creationId="{00000000-0000-0000-0000-000000000000}"/>
          </ac:spMkLst>
        </pc:spChg>
        <pc:spChg chg="mod ord">
          <ac:chgData name="Dr. Robert Butscher" userId="61bc653898ddc2e0" providerId="LiveId" clId="{51D723D9-59D9-44A1-A120-82CD4C10D8A5}" dt="2026-09-19T13:53:20.167" v="375" actId="6264"/>
          <ac:spMkLst>
            <pc:docMk/>
            <pc:sldMk cId="2008410378" sldId="314"/>
            <ac:spMk id="4" creationId="{00000000-0000-0000-0000-000000000000}"/>
          </ac:spMkLst>
        </pc:spChg>
        <pc:spChg chg="mod ord">
          <ac:chgData name="Dr. Robert Butscher" userId="61bc653898ddc2e0" providerId="LiveId" clId="{51D723D9-59D9-44A1-A120-82CD4C10D8A5}" dt="2026-09-19T13:53:20.167" v="375" actId="6264"/>
          <ac:spMkLst>
            <pc:docMk/>
            <pc:sldMk cId="2008410378" sldId="314"/>
            <ac:spMk id="5" creationId="{00000000-0000-0000-0000-000000000000}"/>
          </ac:spMkLst>
        </pc:spChg>
        <pc:spChg chg="mod">
          <ac:chgData name="Dr. Robert Butscher" userId="61bc653898ddc2e0" providerId="LiveId" clId="{51D723D9-59D9-44A1-A120-82CD4C10D8A5}" dt="2026-09-19T13:53:27.405" v="376" actId="1076"/>
          <ac:spMkLst>
            <pc:docMk/>
            <pc:sldMk cId="2008410378" sldId="314"/>
            <ac:spMk id="6" creationId="{00000000-0000-0000-0000-000000000000}"/>
          </ac:spMkLst>
        </pc:spChg>
        <pc:spChg chg="mod">
          <ac:chgData name="Dr. Robert Butscher" userId="61bc653898ddc2e0" providerId="LiveId" clId="{51D723D9-59D9-44A1-A120-82CD4C10D8A5}" dt="2026-09-19T13:53:27.405" v="376" actId="1076"/>
          <ac:spMkLst>
            <pc:docMk/>
            <pc:sldMk cId="2008410378" sldId="314"/>
            <ac:spMk id="10" creationId="{00000000-0000-0000-0000-000000000000}"/>
          </ac:spMkLst>
        </pc:spChg>
        <pc:spChg chg="mod">
          <ac:chgData name="Dr. Robert Butscher" userId="61bc653898ddc2e0" providerId="LiveId" clId="{51D723D9-59D9-44A1-A120-82CD4C10D8A5}" dt="2026-09-19T13:53:27.405" v="376" actId="1076"/>
          <ac:spMkLst>
            <pc:docMk/>
            <pc:sldMk cId="2008410378" sldId="314"/>
            <ac:spMk id="14" creationId="{00000000-0000-0000-0000-000000000000}"/>
          </ac:spMkLst>
        </pc:spChg>
        <pc:spChg chg="mod">
          <ac:chgData name="Dr. Robert Butscher" userId="61bc653898ddc2e0" providerId="LiveId" clId="{51D723D9-59D9-44A1-A120-82CD4C10D8A5}" dt="2026-09-19T13:53:27.405" v="376" actId="1076"/>
          <ac:spMkLst>
            <pc:docMk/>
            <pc:sldMk cId="2008410378" sldId="314"/>
            <ac:spMk id="15" creationId="{00000000-0000-0000-0000-000000000000}"/>
          </ac:spMkLst>
        </pc:spChg>
        <pc:spChg chg="mod">
          <ac:chgData name="Dr. Robert Butscher" userId="61bc653898ddc2e0" providerId="LiveId" clId="{51D723D9-59D9-44A1-A120-82CD4C10D8A5}" dt="2026-09-19T13:53:27.405" v="376" actId="1076"/>
          <ac:spMkLst>
            <pc:docMk/>
            <pc:sldMk cId="2008410378" sldId="314"/>
            <ac:spMk id="17" creationId="{00000000-0000-0000-0000-000000000000}"/>
          </ac:spMkLst>
        </pc:spChg>
        <pc:spChg chg="mod">
          <ac:chgData name="Dr. Robert Butscher" userId="61bc653898ddc2e0" providerId="LiveId" clId="{51D723D9-59D9-44A1-A120-82CD4C10D8A5}" dt="2026-09-19T13:53:27.405" v="376" actId="1076"/>
          <ac:spMkLst>
            <pc:docMk/>
            <pc:sldMk cId="2008410378" sldId="314"/>
            <ac:spMk id="19" creationId="{00000000-0000-0000-0000-000000000000}"/>
          </ac:spMkLst>
        </pc:spChg>
        <pc:spChg chg="mod">
          <ac:chgData name="Dr. Robert Butscher" userId="61bc653898ddc2e0" providerId="LiveId" clId="{51D723D9-59D9-44A1-A120-82CD4C10D8A5}" dt="2026-09-19T13:53:27.405" v="376" actId="1076"/>
          <ac:spMkLst>
            <pc:docMk/>
            <pc:sldMk cId="2008410378" sldId="314"/>
            <ac:spMk id="20" creationId="{00000000-0000-0000-0000-000000000000}"/>
          </ac:spMkLst>
        </pc:spChg>
        <pc:spChg chg="mod">
          <ac:chgData name="Dr. Robert Butscher" userId="61bc653898ddc2e0" providerId="LiveId" clId="{51D723D9-59D9-44A1-A120-82CD4C10D8A5}" dt="2026-09-19T13:53:34.131" v="377" actId="1076"/>
          <ac:spMkLst>
            <pc:docMk/>
            <pc:sldMk cId="2008410378" sldId="314"/>
            <ac:spMk id="21" creationId="{00000000-0000-0000-0000-000000000000}"/>
          </ac:spMkLst>
        </pc:spChg>
        <pc:spChg chg="mod">
          <ac:chgData name="Dr. Robert Butscher" userId="61bc653898ddc2e0" providerId="LiveId" clId="{51D723D9-59D9-44A1-A120-82CD4C10D8A5}" dt="2026-09-19T13:53:34.131" v="377" actId="1076"/>
          <ac:spMkLst>
            <pc:docMk/>
            <pc:sldMk cId="2008410378" sldId="314"/>
            <ac:spMk id="22" creationId="{00000000-0000-0000-0000-000000000000}"/>
          </ac:spMkLst>
        </pc:spChg>
        <pc:spChg chg="mod">
          <ac:chgData name="Dr. Robert Butscher" userId="61bc653898ddc2e0" providerId="LiveId" clId="{51D723D9-59D9-44A1-A120-82CD4C10D8A5}" dt="2026-09-19T13:53:34.131" v="377" actId="1076"/>
          <ac:spMkLst>
            <pc:docMk/>
            <pc:sldMk cId="2008410378" sldId="314"/>
            <ac:spMk id="23" creationId="{00000000-0000-0000-0000-000000000000}"/>
          </ac:spMkLst>
        </pc:spChg>
        <pc:spChg chg="mod">
          <ac:chgData name="Dr. Robert Butscher" userId="61bc653898ddc2e0" providerId="LiveId" clId="{51D723D9-59D9-44A1-A120-82CD4C10D8A5}" dt="2026-09-19T13:53:34.131" v="377" actId="1076"/>
          <ac:spMkLst>
            <pc:docMk/>
            <pc:sldMk cId="2008410378" sldId="314"/>
            <ac:spMk id="24" creationId="{00000000-0000-0000-0000-000000000000}"/>
          </ac:spMkLst>
        </pc:spChg>
        <pc:spChg chg="add del mod">
          <ac:chgData name="Dr. Robert Butscher" userId="61bc653898ddc2e0" providerId="LiveId" clId="{51D723D9-59D9-44A1-A120-82CD4C10D8A5}" dt="2026-09-19T13:53:20.167" v="375" actId="6264"/>
          <ac:spMkLst>
            <pc:docMk/>
            <pc:sldMk cId="2008410378" sldId="314"/>
            <ac:spMk id="25" creationId="{6CCF6313-F9DF-1F39-0967-F6281B38B614}"/>
          </ac:spMkLst>
        </pc:spChg>
        <pc:spChg chg="add del mod">
          <ac:chgData name="Dr. Robert Butscher" userId="61bc653898ddc2e0" providerId="LiveId" clId="{51D723D9-59D9-44A1-A120-82CD4C10D8A5}" dt="2026-09-19T13:53:20.167" v="375" actId="6264"/>
          <ac:spMkLst>
            <pc:docMk/>
            <pc:sldMk cId="2008410378" sldId="314"/>
            <ac:spMk id="26" creationId="{0F2186A2-4E81-A2FA-C700-50FEE21A2D9A}"/>
          </ac:spMkLst>
        </pc:spChg>
        <pc:spChg chg="add del mod">
          <ac:chgData name="Dr. Robert Butscher" userId="61bc653898ddc2e0" providerId="LiveId" clId="{51D723D9-59D9-44A1-A120-82CD4C10D8A5}" dt="2026-09-19T13:53:20.167" v="375" actId="6264"/>
          <ac:spMkLst>
            <pc:docMk/>
            <pc:sldMk cId="2008410378" sldId="314"/>
            <ac:spMk id="27" creationId="{2DE6781D-39F0-4662-1058-1A3033AC737D}"/>
          </ac:spMkLst>
        </pc:spChg>
        <pc:spChg chg="add del mod">
          <ac:chgData name="Dr. Robert Butscher" userId="61bc653898ddc2e0" providerId="LiveId" clId="{51D723D9-59D9-44A1-A120-82CD4C10D8A5}" dt="2026-09-19T13:53:20.167" v="375" actId="6264"/>
          <ac:spMkLst>
            <pc:docMk/>
            <pc:sldMk cId="2008410378" sldId="314"/>
            <ac:spMk id="28" creationId="{FB77EED7-5CB7-F9FD-A897-18825EF52F2B}"/>
          </ac:spMkLst>
        </pc:spChg>
      </pc:sldChg>
      <pc:sldChg chg="addSp delSp modSp del mod chgLayout">
        <pc:chgData name="Dr. Robert Butscher" userId="61bc653898ddc2e0" providerId="LiveId" clId="{51D723D9-59D9-44A1-A120-82CD4C10D8A5}" dt="2026-09-19T14:08:03.180" v="532"/>
        <pc:sldMkLst>
          <pc:docMk/>
          <pc:sldMk cId="1942142099" sldId="315"/>
        </pc:sldMkLst>
        <pc:spChg chg="mod ord">
          <ac:chgData name="Dr. Robert Butscher" userId="61bc653898ddc2e0" providerId="LiveId" clId="{51D723D9-59D9-44A1-A120-82CD4C10D8A5}" dt="2026-09-19T13:51:13.111" v="297" actId="6264"/>
          <ac:spMkLst>
            <pc:docMk/>
            <pc:sldMk cId="1942142099" sldId="315"/>
            <ac:spMk id="2" creationId="{00000000-0000-0000-0000-000000000000}"/>
          </ac:spMkLst>
        </pc:spChg>
        <pc:spChg chg="mod ord">
          <ac:chgData name="Dr. Robert Butscher" userId="61bc653898ddc2e0" providerId="LiveId" clId="{51D723D9-59D9-44A1-A120-82CD4C10D8A5}" dt="2026-09-19T13:51:13.111" v="297" actId="6264"/>
          <ac:spMkLst>
            <pc:docMk/>
            <pc:sldMk cId="1942142099" sldId="315"/>
            <ac:spMk id="3" creationId="{00000000-0000-0000-0000-000000000000}"/>
          </ac:spMkLst>
        </pc:spChg>
        <pc:spChg chg="mod ord">
          <ac:chgData name="Dr. Robert Butscher" userId="61bc653898ddc2e0" providerId="LiveId" clId="{51D723D9-59D9-44A1-A120-82CD4C10D8A5}" dt="2026-09-19T13:51:13.111" v="297" actId="6264"/>
          <ac:spMkLst>
            <pc:docMk/>
            <pc:sldMk cId="1942142099" sldId="315"/>
            <ac:spMk id="4" creationId="{00000000-0000-0000-0000-000000000000}"/>
          </ac:spMkLst>
        </pc:spChg>
        <pc:spChg chg="mod ord">
          <ac:chgData name="Dr. Robert Butscher" userId="61bc653898ddc2e0" providerId="LiveId" clId="{51D723D9-59D9-44A1-A120-82CD4C10D8A5}" dt="2026-09-19T13:51:24.460" v="302" actId="20577"/>
          <ac:spMkLst>
            <pc:docMk/>
            <pc:sldMk cId="1942142099" sldId="315"/>
            <ac:spMk id="5" creationId="{00000000-0000-0000-0000-000000000000}"/>
          </ac:spMkLst>
        </pc:spChg>
        <pc:spChg chg="add del mod">
          <ac:chgData name="Dr. Robert Butscher" userId="61bc653898ddc2e0" providerId="LiveId" clId="{51D723D9-59D9-44A1-A120-82CD4C10D8A5}" dt="2026-09-19T13:51:13.111" v="297" actId="6264"/>
          <ac:spMkLst>
            <pc:docMk/>
            <pc:sldMk cId="1942142099" sldId="315"/>
            <ac:spMk id="40" creationId="{13CC5C34-622B-FE0B-D7C9-62184E972EDB}"/>
          </ac:spMkLst>
        </pc:spChg>
        <pc:spChg chg="add del mod">
          <ac:chgData name="Dr. Robert Butscher" userId="61bc653898ddc2e0" providerId="LiveId" clId="{51D723D9-59D9-44A1-A120-82CD4C10D8A5}" dt="2026-09-19T13:51:13.111" v="297" actId="6264"/>
          <ac:spMkLst>
            <pc:docMk/>
            <pc:sldMk cId="1942142099" sldId="315"/>
            <ac:spMk id="41" creationId="{3F4BE023-D3A7-2456-5A49-9B30DA8828AE}"/>
          </ac:spMkLst>
        </pc:spChg>
        <pc:spChg chg="add del mod">
          <ac:chgData name="Dr. Robert Butscher" userId="61bc653898ddc2e0" providerId="LiveId" clId="{51D723D9-59D9-44A1-A120-82CD4C10D8A5}" dt="2026-09-19T13:51:13.111" v="297" actId="6264"/>
          <ac:spMkLst>
            <pc:docMk/>
            <pc:sldMk cId="1942142099" sldId="315"/>
            <ac:spMk id="42" creationId="{BA781D6F-D2FB-C2D3-C5B4-B51BF2357C7A}"/>
          </ac:spMkLst>
        </pc:spChg>
        <pc:spChg chg="add del mod">
          <ac:chgData name="Dr. Robert Butscher" userId="61bc653898ddc2e0" providerId="LiveId" clId="{51D723D9-59D9-44A1-A120-82CD4C10D8A5}" dt="2026-09-19T13:51:13.111" v="297" actId="6264"/>
          <ac:spMkLst>
            <pc:docMk/>
            <pc:sldMk cId="1942142099" sldId="315"/>
            <ac:spMk id="43" creationId="{F8F67465-98CD-3A7E-958C-17FCA8EFAD0D}"/>
          </ac:spMkLst>
        </pc:spChg>
      </pc:sldChg>
      <pc:sldChg chg="addSp delSp modSp del mod chgLayout">
        <pc:chgData name="Dr. Robert Butscher" userId="61bc653898ddc2e0" providerId="LiveId" clId="{51D723D9-59D9-44A1-A120-82CD4C10D8A5}" dt="2026-09-19T14:16:59.094" v="631"/>
        <pc:sldMkLst>
          <pc:docMk/>
          <pc:sldMk cId="713296403" sldId="316"/>
        </pc:sldMkLst>
        <pc:spChg chg="mod ord">
          <ac:chgData name="Dr. Robert Butscher" userId="61bc653898ddc2e0" providerId="LiveId" clId="{51D723D9-59D9-44A1-A120-82CD4C10D8A5}" dt="2026-09-19T14:00:21.825" v="482" actId="6264"/>
          <ac:spMkLst>
            <pc:docMk/>
            <pc:sldMk cId="713296403" sldId="316"/>
            <ac:spMk id="2" creationId="{00000000-0000-0000-0000-000000000000}"/>
          </ac:spMkLst>
        </pc:spChg>
        <pc:spChg chg="mod ord">
          <ac:chgData name="Dr. Robert Butscher" userId="61bc653898ddc2e0" providerId="LiveId" clId="{51D723D9-59D9-44A1-A120-82CD4C10D8A5}" dt="2026-09-19T14:00:21.825" v="482" actId="6264"/>
          <ac:spMkLst>
            <pc:docMk/>
            <pc:sldMk cId="713296403" sldId="316"/>
            <ac:spMk id="3" creationId="{00000000-0000-0000-0000-000000000000}"/>
          </ac:spMkLst>
        </pc:spChg>
        <pc:spChg chg="mod ord">
          <ac:chgData name="Dr. Robert Butscher" userId="61bc653898ddc2e0" providerId="LiveId" clId="{51D723D9-59D9-44A1-A120-82CD4C10D8A5}" dt="2026-09-19T14:00:21.825" v="482" actId="6264"/>
          <ac:spMkLst>
            <pc:docMk/>
            <pc:sldMk cId="713296403" sldId="316"/>
            <ac:spMk id="4" creationId="{00000000-0000-0000-0000-000000000000}"/>
          </ac:spMkLst>
        </pc:spChg>
        <pc:spChg chg="mod ord">
          <ac:chgData name="Dr. Robert Butscher" userId="61bc653898ddc2e0" providerId="LiveId" clId="{51D723D9-59D9-44A1-A120-82CD4C10D8A5}" dt="2026-09-19T14:00:33.778" v="494" actId="20577"/>
          <ac:spMkLst>
            <pc:docMk/>
            <pc:sldMk cId="713296403" sldId="316"/>
            <ac:spMk id="5" creationId="{00000000-0000-0000-0000-000000000000}"/>
          </ac:spMkLst>
        </pc:spChg>
        <pc:spChg chg="add del mod">
          <ac:chgData name="Dr. Robert Butscher" userId="61bc653898ddc2e0" providerId="LiveId" clId="{51D723D9-59D9-44A1-A120-82CD4C10D8A5}" dt="2026-09-19T14:00:21.825" v="482" actId="6264"/>
          <ac:spMkLst>
            <pc:docMk/>
            <pc:sldMk cId="713296403" sldId="316"/>
            <ac:spMk id="20" creationId="{A085C006-8BC6-BEEB-BBDD-400EBC2B421B}"/>
          </ac:spMkLst>
        </pc:spChg>
        <pc:spChg chg="add del mod">
          <ac:chgData name="Dr. Robert Butscher" userId="61bc653898ddc2e0" providerId="LiveId" clId="{51D723D9-59D9-44A1-A120-82CD4C10D8A5}" dt="2026-09-19T14:00:21.825" v="482" actId="6264"/>
          <ac:spMkLst>
            <pc:docMk/>
            <pc:sldMk cId="713296403" sldId="316"/>
            <ac:spMk id="21" creationId="{77732C62-0968-0DE9-F362-94AF24C4A657}"/>
          </ac:spMkLst>
        </pc:spChg>
        <pc:spChg chg="add del mod">
          <ac:chgData name="Dr. Robert Butscher" userId="61bc653898ddc2e0" providerId="LiveId" clId="{51D723D9-59D9-44A1-A120-82CD4C10D8A5}" dt="2026-09-19T14:00:21.825" v="482" actId="6264"/>
          <ac:spMkLst>
            <pc:docMk/>
            <pc:sldMk cId="713296403" sldId="316"/>
            <ac:spMk id="22" creationId="{FA83C07B-878D-56C3-4DA7-C067FF2C308B}"/>
          </ac:spMkLst>
        </pc:spChg>
        <pc:spChg chg="add del mod">
          <ac:chgData name="Dr. Robert Butscher" userId="61bc653898ddc2e0" providerId="LiveId" clId="{51D723D9-59D9-44A1-A120-82CD4C10D8A5}" dt="2026-09-19T14:00:21.825" v="482" actId="6264"/>
          <ac:spMkLst>
            <pc:docMk/>
            <pc:sldMk cId="713296403" sldId="316"/>
            <ac:spMk id="23" creationId="{559B274A-ACF2-E5D5-3405-657B1B5D1FC2}"/>
          </ac:spMkLst>
        </pc:spChg>
      </pc:sldChg>
      <pc:sldChg chg="modSp mod">
        <pc:chgData name="Dr. Robert Butscher" userId="61bc653898ddc2e0" providerId="LiveId" clId="{51D723D9-59D9-44A1-A120-82CD4C10D8A5}" dt="2026-09-19T13:48:56.491" v="258" actId="255"/>
        <pc:sldMkLst>
          <pc:docMk/>
          <pc:sldMk cId="658812438" sldId="317"/>
        </pc:sldMkLst>
        <pc:spChg chg="mod">
          <ac:chgData name="Dr. Robert Butscher" userId="61bc653898ddc2e0" providerId="LiveId" clId="{51D723D9-59D9-44A1-A120-82CD4C10D8A5}" dt="2026-09-19T13:47:58.070" v="196" actId="2711"/>
          <ac:spMkLst>
            <pc:docMk/>
            <pc:sldMk cId="658812438" sldId="317"/>
            <ac:spMk id="2" creationId="{00000000-0000-0000-0000-000000000000}"/>
          </ac:spMkLst>
        </pc:spChg>
        <pc:spChg chg="mod">
          <ac:chgData name="Dr. Robert Butscher" userId="61bc653898ddc2e0" providerId="LiveId" clId="{51D723D9-59D9-44A1-A120-82CD4C10D8A5}" dt="2026-09-19T13:48:56.491" v="258" actId="255"/>
          <ac:spMkLst>
            <pc:docMk/>
            <pc:sldMk cId="658812438" sldId="317"/>
            <ac:spMk id="3" creationId="{00000000-0000-0000-0000-000000000000}"/>
          </ac:spMkLst>
        </pc:spChg>
      </pc:sldChg>
      <pc:sldChg chg="addSp delSp modSp mod chgLayout">
        <pc:chgData name="Dr. Robert Butscher" userId="61bc653898ddc2e0" providerId="LiveId" clId="{51D723D9-59D9-44A1-A120-82CD4C10D8A5}" dt="2026-09-19T13:59:48.958" v="467" actId="6264"/>
        <pc:sldMkLst>
          <pc:docMk/>
          <pc:sldMk cId="170562798" sldId="321"/>
        </pc:sldMkLst>
        <pc:spChg chg="mod ord">
          <ac:chgData name="Dr. Robert Butscher" userId="61bc653898ddc2e0" providerId="LiveId" clId="{51D723D9-59D9-44A1-A120-82CD4C10D8A5}" dt="2026-09-19T13:59:48.958" v="467" actId="6264"/>
          <ac:spMkLst>
            <pc:docMk/>
            <pc:sldMk cId="170562798" sldId="321"/>
            <ac:spMk id="2" creationId="{00000000-0000-0000-0000-000000000000}"/>
          </ac:spMkLst>
        </pc:spChg>
        <pc:spChg chg="mod ord">
          <ac:chgData name="Dr. Robert Butscher" userId="61bc653898ddc2e0" providerId="LiveId" clId="{51D723D9-59D9-44A1-A120-82CD4C10D8A5}" dt="2026-09-19T13:59:48.958" v="467" actId="6264"/>
          <ac:spMkLst>
            <pc:docMk/>
            <pc:sldMk cId="170562798" sldId="321"/>
            <ac:spMk id="3" creationId="{00000000-0000-0000-0000-000000000000}"/>
          </ac:spMkLst>
        </pc:spChg>
        <pc:spChg chg="mod ord">
          <ac:chgData name="Dr. Robert Butscher" userId="61bc653898ddc2e0" providerId="LiveId" clId="{51D723D9-59D9-44A1-A120-82CD4C10D8A5}" dt="2026-09-19T13:59:48.958" v="467" actId="6264"/>
          <ac:spMkLst>
            <pc:docMk/>
            <pc:sldMk cId="170562798" sldId="321"/>
            <ac:spMk id="4" creationId="{00000000-0000-0000-0000-000000000000}"/>
          </ac:spMkLst>
        </pc:spChg>
        <pc:spChg chg="mod ord">
          <ac:chgData name="Dr. Robert Butscher" userId="61bc653898ddc2e0" providerId="LiveId" clId="{51D723D9-59D9-44A1-A120-82CD4C10D8A5}" dt="2026-09-19T13:59:48.958" v="467" actId="6264"/>
          <ac:spMkLst>
            <pc:docMk/>
            <pc:sldMk cId="170562798" sldId="321"/>
            <ac:spMk id="5" creationId="{00000000-0000-0000-0000-000000000000}"/>
          </ac:spMkLst>
        </pc:spChg>
        <pc:spChg chg="add del mod">
          <ac:chgData name="Dr. Robert Butscher" userId="61bc653898ddc2e0" providerId="LiveId" clId="{51D723D9-59D9-44A1-A120-82CD4C10D8A5}" dt="2026-09-19T13:59:48.958" v="467" actId="6264"/>
          <ac:spMkLst>
            <pc:docMk/>
            <pc:sldMk cId="170562798" sldId="321"/>
            <ac:spMk id="6" creationId="{CE116D45-01E6-8D71-071C-6D26CBFD237E}"/>
          </ac:spMkLst>
        </pc:spChg>
        <pc:spChg chg="add del mod">
          <ac:chgData name="Dr. Robert Butscher" userId="61bc653898ddc2e0" providerId="LiveId" clId="{51D723D9-59D9-44A1-A120-82CD4C10D8A5}" dt="2026-09-19T13:59:48.958" v="467" actId="6264"/>
          <ac:spMkLst>
            <pc:docMk/>
            <pc:sldMk cId="170562798" sldId="321"/>
            <ac:spMk id="7" creationId="{54953CFF-7829-E794-A004-A8CDFB5F4CB3}"/>
          </ac:spMkLst>
        </pc:spChg>
        <pc:spChg chg="add del mod">
          <ac:chgData name="Dr. Robert Butscher" userId="61bc653898ddc2e0" providerId="LiveId" clId="{51D723D9-59D9-44A1-A120-82CD4C10D8A5}" dt="2026-09-19T13:59:48.958" v="467" actId="6264"/>
          <ac:spMkLst>
            <pc:docMk/>
            <pc:sldMk cId="170562798" sldId="321"/>
            <ac:spMk id="8" creationId="{F8CA4751-E1A1-084D-348D-D0652C21DD97}"/>
          </ac:spMkLst>
        </pc:spChg>
        <pc:spChg chg="add del mod">
          <ac:chgData name="Dr. Robert Butscher" userId="61bc653898ddc2e0" providerId="LiveId" clId="{51D723D9-59D9-44A1-A120-82CD4C10D8A5}" dt="2026-09-19T13:59:48.958" v="467" actId="6264"/>
          <ac:spMkLst>
            <pc:docMk/>
            <pc:sldMk cId="170562798" sldId="321"/>
            <ac:spMk id="9" creationId="{365B3E6F-CF7B-7B95-FE03-5A070A3F68BB}"/>
          </ac:spMkLst>
        </pc:spChg>
      </pc:sldChg>
      <pc:sldChg chg="addSp delSp modSp mod chgLayout">
        <pc:chgData name="Dr. Robert Butscher" userId="61bc653898ddc2e0" providerId="LiveId" clId="{51D723D9-59D9-44A1-A120-82CD4C10D8A5}" dt="2026-09-19T13:50:05.060" v="285" actId="6264"/>
        <pc:sldMkLst>
          <pc:docMk/>
          <pc:sldMk cId="4045210154" sldId="323"/>
        </pc:sldMkLst>
        <pc:spChg chg="mod ord">
          <ac:chgData name="Dr. Robert Butscher" userId="61bc653898ddc2e0" providerId="LiveId" clId="{51D723D9-59D9-44A1-A120-82CD4C10D8A5}" dt="2026-09-19T13:50:05.060" v="285" actId="6264"/>
          <ac:spMkLst>
            <pc:docMk/>
            <pc:sldMk cId="4045210154" sldId="323"/>
            <ac:spMk id="2" creationId="{00000000-0000-0000-0000-000000000000}"/>
          </ac:spMkLst>
        </pc:spChg>
        <pc:spChg chg="mod ord">
          <ac:chgData name="Dr. Robert Butscher" userId="61bc653898ddc2e0" providerId="LiveId" clId="{51D723D9-59D9-44A1-A120-82CD4C10D8A5}" dt="2026-09-19T13:50:05.060" v="285" actId="6264"/>
          <ac:spMkLst>
            <pc:docMk/>
            <pc:sldMk cId="4045210154" sldId="323"/>
            <ac:spMk id="3" creationId="{00000000-0000-0000-0000-000000000000}"/>
          </ac:spMkLst>
        </pc:spChg>
        <pc:spChg chg="mod ord">
          <ac:chgData name="Dr. Robert Butscher" userId="61bc653898ddc2e0" providerId="LiveId" clId="{51D723D9-59D9-44A1-A120-82CD4C10D8A5}" dt="2026-09-19T13:50:05.060" v="285" actId="6264"/>
          <ac:spMkLst>
            <pc:docMk/>
            <pc:sldMk cId="4045210154" sldId="323"/>
            <ac:spMk id="4" creationId="{00000000-0000-0000-0000-000000000000}"/>
          </ac:spMkLst>
        </pc:spChg>
        <pc:spChg chg="mod ord">
          <ac:chgData name="Dr. Robert Butscher" userId="61bc653898ddc2e0" providerId="LiveId" clId="{51D723D9-59D9-44A1-A120-82CD4C10D8A5}" dt="2026-09-19T13:50:05.060" v="285" actId="6264"/>
          <ac:spMkLst>
            <pc:docMk/>
            <pc:sldMk cId="4045210154" sldId="323"/>
            <ac:spMk id="5" creationId="{00000000-0000-0000-0000-000000000000}"/>
          </ac:spMkLst>
        </pc:spChg>
        <pc:spChg chg="add del mod">
          <ac:chgData name="Dr. Robert Butscher" userId="61bc653898ddc2e0" providerId="LiveId" clId="{51D723D9-59D9-44A1-A120-82CD4C10D8A5}" dt="2026-09-19T13:50:05.060" v="285" actId="6264"/>
          <ac:spMkLst>
            <pc:docMk/>
            <pc:sldMk cId="4045210154" sldId="323"/>
            <ac:spMk id="12" creationId="{F4CFAB78-6760-CD25-ED1A-31C03C2AA4E7}"/>
          </ac:spMkLst>
        </pc:spChg>
        <pc:spChg chg="add del mod">
          <ac:chgData name="Dr. Robert Butscher" userId="61bc653898ddc2e0" providerId="LiveId" clId="{51D723D9-59D9-44A1-A120-82CD4C10D8A5}" dt="2026-09-19T13:50:05.060" v="285" actId="6264"/>
          <ac:spMkLst>
            <pc:docMk/>
            <pc:sldMk cId="4045210154" sldId="323"/>
            <ac:spMk id="13" creationId="{FB22E6B4-94B6-CD65-95FD-70EDC66FD999}"/>
          </ac:spMkLst>
        </pc:spChg>
        <pc:spChg chg="add del mod">
          <ac:chgData name="Dr. Robert Butscher" userId="61bc653898ddc2e0" providerId="LiveId" clId="{51D723D9-59D9-44A1-A120-82CD4C10D8A5}" dt="2026-09-19T13:50:05.060" v="285" actId="6264"/>
          <ac:spMkLst>
            <pc:docMk/>
            <pc:sldMk cId="4045210154" sldId="323"/>
            <ac:spMk id="14" creationId="{5D3181B4-4FC9-C6D6-3BD4-C39F92B37873}"/>
          </ac:spMkLst>
        </pc:spChg>
        <pc:spChg chg="add del mod">
          <ac:chgData name="Dr. Robert Butscher" userId="61bc653898ddc2e0" providerId="LiveId" clId="{51D723D9-59D9-44A1-A120-82CD4C10D8A5}" dt="2026-09-19T13:50:05.060" v="285" actId="6264"/>
          <ac:spMkLst>
            <pc:docMk/>
            <pc:sldMk cId="4045210154" sldId="323"/>
            <ac:spMk id="15" creationId="{6D524F75-AF47-9300-CA3D-DE7579FF2FD6}"/>
          </ac:spMkLst>
        </pc:spChg>
      </pc:sldChg>
      <pc:sldChg chg="addSp delSp modSp del mod chgLayout">
        <pc:chgData name="Dr. Robert Butscher" userId="61bc653898ddc2e0" providerId="LiveId" clId="{51D723D9-59D9-44A1-A120-82CD4C10D8A5}" dt="2026-09-19T13:59:37.954" v="460"/>
        <pc:sldMkLst>
          <pc:docMk/>
          <pc:sldMk cId="2155935619" sldId="324"/>
        </pc:sldMkLst>
        <pc:spChg chg="mod ord">
          <ac:chgData name="Dr. Robert Butscher" userId="61bc653898ddc2e0" providerId="LiveId" clId="{51D723D9-59D9-44A1-A120-82CD4C10D8A5}" dt="2026-09-19T13:56:39.766" v="398" actId="6264"/>
          <ac:spMkLst>
            <pc:docMk/>
            <pc:sldMk cId="2155935619" sldId="324"/>
            <ac:spMk id="2" creationId="{00000000-0000-0000-0000-000000000000}"/>
          </ac:spMkLst>
        </pc:spChg>
        <pc:spChg chg="mod ord">
          <ac:chgData name="Dr. Robert Butscher" userId="61bc653898ddc2e0" providerId="LiveId" clId="{51D723D9-59D9-44A1-A120-82CD4C10D8A5}" dt="2026-09-19T13:56:39.766" v="398" actId="6264"/>
          <ac:spMkLst>
            <pc:docMk/>
            <pc:sldMk cId="2155935619" sldId="324"/>
            <ac:spMk id="3" creationId="{00000000-0000-0000-0000-000000000000}"/>
          </ac:spMkLst>
        </pc:spChg>
        <pc:spChg chg="mod ord">
          <ac:chgData name="Dr. Robert Butscher" userId="61bc653898ddc2e0" providerId="LiveId" clId="{51D723D9-59D9-44A1-A120-82CD4C10D8A5}" dt="2026-09-19T13:56:39.766" v="398" actId="6264"/>
          <ac:spMkLst>
            <pc:docMk/>
            <pc:sldMk cId="2155935619" sldId="324"/>
            <ac:spMk id="4" creationId="{00000000-0000-0000-0000-000000000000}"/>
          </ac:spMkLst>
        </pc:spChg>
        <pc:spChg chg="mod ord">
          <ac:chgData name="Dr. Robert Butscher" userId="61bc653898ddc2e0" providerId="LiveId" clId="{51D723D9-59D9-44A1-A120-82CD4C10D8A5}" dt="2026-09-19T13:56:39.766" v="398" actId="6264"/>
          <ac:spMkLst>
            <pc:docMk/>
            <pc:sldMk cId="2155935619" sldId="324"/>
            <ac:spMk id="5" creationId="{00000000-0000-0000-0000-000000000000}"/>
          </ac:spMkLst>
        </pc:spChg>
        <pc:spChg chg="add del mod">
          <ac:chgData name="Dr. Robert Butscher" userId="61bc653898ddc2e0" providerId="LiveId" clId="{51D723D9-59D9-44A1-A120-82CD4C10D8A5}" dt="2026-09-19T13:56:39.766" v="398" actId="6264"/>
          <ac:spMkLst>
            <pc:docMk/>
            <pc:sldMk cId="2155935619" sldId="324"/>
            <ac:spMk id="6" creationId="{B4E3ACB7-B126-8B66-3E84-94B55827C430}"/>
          </ac:spMkLst>
        </pc:spChg>
        <pc:spChg chg="add del mod">
          <ac:chgData name="Dr. Robert Butscher" userId="61bc653898ddc2e0" providerId="LiveId" clId="{51D723D9-59D9-44A1-A120-82CD4C10D8A5}" dt="2026-09-19T13:56:39.766" v="398" actId="6264"/>
          <ac:spMkLst>
            <pc:docMk/>
            <pc:sldMk cId="2155935619" sldId="324"/>
            <ac:spMk id="7" creationId="{68FA0B09-E6D4-8160-4934-43CF47E15F0D}"/>
          </ac:spMkLst>
        </pc:spChg>
        <pc:spChg chg="add del mod">
          <ac:chgData name="Dr. Robert Butscher" userId="61bc653898ddc2e0" providerId="LiveId" clId="{51D723D9-59D9-44A1-A120-82CD4C10D8A5}" dt="2026-09-19T13:56:39.766" v="398" actId="6264"/>
          <ac:spMkLst>
            <pc:docMk/>
            <pc:sldMk cId="2155935619" sldId="324"/>
            <ac:spMk id="8" creationId="{AD320C25-FA9A-3D90-A9BD-A9A1C034AB87}"/>
          </ac:spMkLst>
        </pc:spChg>
        <pc:spChg chg="add del mod">
          <ac:chgData name="Dr. Robert Butscher" userId="61bc653898ddc2e0" providerId="LiveId" clId="{51D723D9-59D9-44A1-A120-82CD4C10D8A5}" dt="2026-09-19T13:56:39.766" v="398" actId="6264"/>
          <ac:spMkLst>
            <pc:docMk/>
            <pc:sldMk cId="2155935619" sldId="324"/>
            <ac:spMk id="9" creationId="{9E7A4C06-5144-49B9-B6BB-B1FDBAA737F5}"/>
          </ac:spMkLst>
        </pc:spChg>
      </pc:sldChg>
      <pc:sldChg chg="addSp delSp modSp del mod chgLayout">
        <pc:chgData name="Dr. Robert Butscher" userId="61bc653898ddc2e0" providerId="LiveId" clId="{51D723D9-59D9-44A1-A120-82CD4C10D8A5}" dt="2026-09-19T14:00:22.438" v="484"/>
        <pc:sldMkLst>
          <pc:docMk/>
          <pc:sldMk cId="2386807597" sldId="327"/>
        </pc:sldMkLst>
        <pc:spChg chg="mod ord">
          <ac:chgData name="Dr. Robert Butscher" userId="61bc653898ddc2e0" providerId="LiveId" clId="{51D723D9-59D9-44A1-A120-82CD4C10D8A5}" dt="2026-09-19T13:57:21.432" v="406" actId="6264"/>
          <ac:spMkLst>
            <pc:docMk/>
            <pc:sldMk cId="2386807597" sldId="327"/>
            <ac:spMk id="2" creationId="{00000000-0000-0000-0000-000000000000}"/>
          </ac:spMkLst>
        </pc:spChg>
        <pc:spChg chg="mod ord">
          <ac:chgData name="Dr. Robert Butscher" userId="61bc653898ddc2e0" providerId="LiveId" clId="{51D723D9-59D9-44A1-A120-82CD4C10D8A5}" dt="2026-09-19T13:57:21.432" v="406" actId="6264"/>
          <ac:spMkLst>
            <pc:docMk/>
            <pc:sldMk cId="2386807597" sldId="327"/>
            <ac:spMk id="3" creationId="{00000000-0000-0000-0000-000000000000}"/>
          </ac:spMkLst>
        </pc:spChg>
        <pc:spChg chg="mod ord">
          <ac:chgData name="Dr. Robert Butscher" userId="61bc653898ddc2e0" providerId="LiveId" clId="{51D723D9-59D9-44A1-A120-82CD4C10D8A5}" dt="2026-09-19T13:57:21.432" v="406" actId="6264"/>
          <ac:spMkLst>
            <pc:docMk/>
            <pc:sldMk cId="2386807597" sldId="327"/>
            <ac:spMk id="4" creationId="{00000000-0000-0000-0000-000000000000}"/>
          </ac:spMkLst>
        </pc:spChg>
        <pc:spChg chg="mod ord">
          <ac:chgData name="Dr. Robert Butscher" userId="61bc653898ddc2e0" providerId="LiveId" clId="{51D723D9-59D9-44A1-A120-82CD4C10D8A5}" dt="2026-09-19T13:57:25.848" v="407" actId="20577"/>
          <ac:spMkLst>
            <pc:docMk/>
            <pc:sldMk cId="2386807597" sldId="327"/>
            <ac:spMk id="5" creationId="{00000000-0000-0000-0000-000000000000}"/>
          </ac:spMkLst>
        </pc:spChg>
        <pc:spChg chg="add del mod">
          <ac:chgData name="Dr. Robert Butscher" userId="61bc653898ddc2e0" providerId="LiveId" clId="{51D723D9-59D9-44A1-A120-82CD4C10D8A5}" dt="2026-09-19T13:57:21.432" v="406" actId="6264"/>
          <ac:spMkLst>
            <pc:docMk/>
            <pc:sldMk cId="2386807597" sldId="327"/>
            <ac:spMk id="6" creationId="{FD5B9F75-C762-FF15-8A40-733A6734FB28}"/>
          </ac:spMkLst>
        </pc:spChg>
        <pc:spChg chg="add del mod">
          <ac:chgData name="Dr. Robert Butscher" userId="61bc653898ddc2e0" providerId="LiveId" clId="{51D723D9-59D9-44A1-A120-82CD4C10D8A5}" dt="2026-09-19T13:57:21.432" v="406" actId="6264"/>
          <ac:spMkLst>
            <pc:docMk/>
            <pc:sldMk cId="2386807597" sldId="327"/>
            <ac:spMk id="7" creationId="{E8E00A9B-9170-1725-33C2-47163460A1B5}"/>
          </ac:spMkLst>
        </pc:spChg>
        <pc:spChg chg="add del mod">
          <ac:chgData name="Dr. Robert Butscher" userId="61bc653898ddc2e0" providerId="LiveId" clId="{51D723D9-59D9-44A1-A120-82CD4C10D8A5}" dt="2026-09-19T13:57:21.432" v="406" actId="6264"/>
          <ac:spMkLst>
            <pc:docMk/>
            <pc:sldMk cId="2386807597" sldId="327"/>
            <ac:spMk id="8" creationId="{4E344070-C882-EBC6-4DAD-E9B6EE1C4419}"/>
          </ac:spMkLst>
        </pc:spChg>
        <pc:spChg chg="add del mod">
          <ac:chgData name="Dr. Robert Butscher" userId="61bc653898ddc2e0" providerId="LiveId" clId="{51D723D9-59D9-44A1-A120-82CD4C10D8A5}" dt="2026-09-19T13:57:21.432" v="406" actId="6264"/>
          <ac:spMkLst>
            <pc:docMk/>
            <pc:sldMk cId="2386807597" sldId="327"/>
            <ac:spMk id="9" creationId="{2C8AA5C2-672C-A5A5-49CC-E1B6EF44760D}"/>
          </ac:spMkLst>
        </pc:spChg>
      </pc:sldChg>
      <pc:sldChg chg="del">
        <pc:chgData name="Dr. Robert Butscher" userId="61bc653898ddc2e0" providerId="LiveId" clId="{51D723D9-59D9-44A1-A120-82CD4C10D8A5}" dt="2026-09-19T14:00:38.210" v="498"/>
        <pc:sldMkLst>
          <pc:docMk/>
          <pc:sldMk cId="3719135672" sldId="329"/>
        </pc:sldMkLst>
      </pc:sldChg>
      <pc:sldChg chg="addSp delSp modSp del mod chgLayout">
        <pc:chgData name="Dr. Robert Butscher" userId="61bc653898ddc2e0" providerId="LiveId" clId="{51D723D9-59D9-44A1-A120-82CD4C10D8A5}" dt="2026-09-19T13:59:34.157" v="455"/>
        <pc:sldMkLst>
          <pc:docMk/>
          <pc:sldMk cId="2234860980" sldId="330"/>
        </pc:sldMkLst>
        <pc:spChg chg="mod ord">
          <ac:chgData name="Dr. Robert Butscher" userId="61bc653898ddc2e0" providerId="LiveId" clId="{51D723D9-59D9-44A1-A120-82CD4C10D8A5}" dt="2026-09-19T13:56:20.161" v="395" actId="6264"/>
          <ac:spMkLst>
            <pc:docMk/>
            <pc:sldMk cId="2234860980" sldId="330"/>
            <ac:spMk id="2" creationId="{00000000-0000-0000-0000-000000000000}"/>
          </ac:spMkLst>
        </pc:spChg>
        <pc:spChg chg="mod ord">
          <ac:chgData name="Dr. Robert Butscher" userId="61bc653898ddc2e0" providerId="LiveId" clId="{51D723D9-59D9-44A1-A120-82CD4C10D8A5}" dt="2026-09-19T13:56:20.161" v="395" actId="6264"/>
          <ac:spMkLst>
            <pc:docMk/>
            <pc:sldMk cId="2234860980" sldId="330"/>
            <ac:spMk id="3" creationId="{00000000-0000-0000-0000-000000000000}"/>
          </ac:spMkLst>
        </pc:spChg>
        <pc:spChg chg="mod ord">
          <ac:chgData name="Dr. Robert Butscher" userId="61bc653898ddc2e0" providerId="LiveId" clId="{51D723D9-59D9-44A1-A120-82CD4C10D8A5}" dt="2026-09-19T13:56:20.161" v="395" actId="6264"/>
          <ac:spMkLst>
            <pc:docMk/>
            <pc:sldMk cId="2234860980" sldId="330"/>
            <ac:spMk id="4" creationId="{00000000-0000-0000-0000-000000000000}"/>
          </ac:spMkLst>
        </pc:spChg>
        <pc:spChg chg="mod ord">
          <ac:chgData name="Dr. Robert Butscher" userId="61bc653898ddc2e0" providerId="LiveId" clId="{51D723D9-59D9-44A1-A120-82CD4C10D8A5}" dt="2026-09-19T13:56:20.161" v="395" actId="6264"/>
          <ac:spMkLst>
            <pc:docMk/>
            <pc:sldMk cId="2234860980" sldId="330"/>
            <ac:spMk id="5" creationId="{00000000-0000-0000-0000-000000000000}"/>
          </ac:spMkLst>
        </pc:spChg>
        <pc:spChg chg="add del mod">
          <ac:chgData name="Dr. Robert Butscher" userId="61bc653898ddc2e0" providerId="LiveId" clId="{51D723D9-59D9-44A1-A120-82CD4C10D8A5}" dt="2026-09-19T13:56:20.161" v="395" actId="6264"/>
          <ac:spMkLst>
            <pc:docMk/>
            <pc:sldMk cId="2234860980" sldId="330"/>
            <ac:spMk id="6" creationId="{3C74DA7C-0B27-A3C8-280C-9DE10DD12F13}"/>
          </ac:spMkLst>
        </pc:spChg>
        <pc:spChg chg="add del mod">
          <ac:chgData name="Dr. Robert Butscher" userId="61bc653898ddc2e0" providerId="LiveId" clId="{51D723D9-59D9-44A1-A120-82CD4C10D8A5}" dt="2026-09-19T13:56:20.161" v="395" actId="6264"/>
          <ac:spMkLst>
            <pc:docMk/>
            <pc:sldMk cId="2234860980" sldId="330"/>
            <ac:spMk id="7" creationId="{B7B2E08A-5A9F-F239-FF05-A86C1DAD3C6F}"/>
          </ac:spMkLst>
        </pc:spChg>
        <pc:spChg chg="add del mod">
          <ac:chgData name="Dr. Robert Butscher" userId="61bc653898ddc2e0" providerId="LiveId" clId="{51D723D9-59D9-44A1-A120-82CD4C10D8A5}" dt="2026-09-19T13:56:20.161" v="395" actId="6264"/>
          <ac:spMkLst>
            <pc:docMk/>
            <pc:sldMk cId="2234860980" sldId="330"/>
            <ac:spMk id="8" creationId="{77A7722E-3783-1E96-7DF2-E0E4AD76DAD3}"/>
          </ac:spMkLst>
        </pc:spChg>
        <pc:spChg chg="add del mod">
          <ac:chgData name="Dr. Robert Butscher" userId="61bc653898ddc2e0" providerId="LiveId" clId="{51D723D9-59D9-44A1-A120-82CD4C10D8A5}" dt="2026-09-19T13:56:20.161" v="395" actId="6264"/>
          <ac:spMkLst>
            <pc:docMk/>
            <pc:sldMk cId="2234860980" sldId="330"/>
            <ac:spMk id="9" creationId="{7429E493-D725-638E-F8CA-5C05FAC4D533}"/>
          </ac:spMkLst>
        </pc:spChg>
      </pc:sldChg>
      <pc:sldChg chg="addSp delSp modSp del mod chgLayout">
        <pc:chgData name="Dr. Robert Butscher" userId="61bc653898ddc2e0" providerId="LiveId" clId="{51D723D9-59D9-44A1-A120-82CD4C10D8A5}" dt="2026-09-19T13:59:26.112" v="442"/>
        <pc:sldMkLst>
          <pc:docMk/>
          <pc:sldMk cId="3411542536" sldId="332"/>
        </pc:sldMkLst>
        <pc:spChg chg="mod ord">
          <ac:chgData name="Dr. Robert Butscher" userId="61bc653898ddc2e0" providerId="LiveId" clId="{51D723D9-59D9-44A1-A120-82CD4C10D8A5}" dt="2026-09-19T13:54:15.571" v="386" actId="6264"/>
          <ac:spMkLst>
            <pc:docMk/>
            <pc:sldMk cId="3411542536" sldId="332"/>
            <ac:spMk id="2" creationId="{00000000-0000-0000-0000-000000000000}"/>
          </ac:spMkLst>
        </pc:spChg>
        <pc:spChg chg="mod ord">
          <ac:chgData name="Dr. Robert Butscher" userId="61bc653898ddc2e0" providerId="LiveId" clId="{51D723D9-59D9-44A1-A120-82CD4C10D8A5}" dt="2026-09-19T13:54:15.571" v="386" actId="6264"/>
          <ac:spMkLst>
            <pc:docMk/>
            <pc:sldMk cId="3411542536" sldId="332"/>
            <ac:spMk id="3" creationId="{00000000-0000-0000-0000-000000000000}"/>
          </ac:spMkLst>
        </pc:spChg>
        <pc:spChg chg="mod ord">
          <ac:chgData name="Dr. Robert Butscher" userId="61bc653898ddc2e0" providerId="LiveId" clId="{51D723D9-59D9-44A1-A120-82CD4C10D8A5}" dt="2026-09-19T13:54:15.571" v="386" actId="6264"/>
          <ac:spMkLst>
            <pc:docMk/>
            <pc:sldMk cId="3411542536" sldId="332"/>
            <ac:spMk id="4" creationId="{00000000-0000-0000-0000-000000000000}"/>
          </ac:spMkLst>
        </pc:spChg>
        <pc:spChg chg="mod ord">
          <ac:chgData name="Dr. Robert Butscher" userId="61bc653898ddc2e0" providerId="LiveId" clId="{51D723D9-59D9-44A1-A120-82CD4C10D8A5}" dt="2026-09-19T13:54:15.571" v="386" actId="6264"/>
          <ac:spMkLst>
            <pc:docMk/>
            <pc:sldMk cId="3411542536" sldId="332"/>
            <ac:spMk id="5" creationId="{00000000-0000-0000-0000-000000000000}"/>
          </ac:spMkLst>
        </pc:spChg>
        <pc:spChg chg="add del mod">
          <ac:chgData name="Dr. Robert Butscher" userId="61bc653898ddc2e0" providerId="LiveId" clId="{51D723D9-59D9-44A1-A120-82CD4C10D8A5}" dt="2026-09-19T13:54:15.571" v="386" actId="6264"/>
          <ac:spMkLst>
            <pc:docMk/>
            <pc:sldMk cId="3411542536" sldId="332"/>
            <ac:spMk id="6" creationId="{02DD61B1-47BB-03AB-5162-C82FA1402352}"/>
          </ac:spMkLst>
        </pc:spChg>
        <pc:spChg chg="add del mod">
          <ac:chgData name="Dr. Robert Butscher" userId="61bc653898ddc2e0" providerId="LiveId" clId="{51D723D9-59D9-44A1-A120-82CD4C10D8A5}" dt="2026-09-19T13:54:15.571" v="386" actId="6264"/>
          <ac:spMkLst>
            <pc:docMk/>
            <pc:sldMk cId="3411542536" sldId="332"/>
            <ac:spMk id="7" creationId="{4F8D68E7-7C65-5E79-79F4-EF36EE882741}"/>
          </ac:spMkLst>
        </pc:spChg>
        <pc:spChg chg="add del mod">
          <ac:chgData name="Dr. Robert Butscher" userId="61bc653898ddc2e0" providerId="LiveId" clId="{51D723D9-59D9-44A1-A120-82CD4C10D8A5}" dt="2026-09-19T13:54:15.571" v="386" actId="6264"/>
          <ac:spMkLst>
            <pc:docMk/>
            <pc:sldMk cId="3411542536" sldId="332"/>
            <ac:spMk id="8" creationId="{7C9297FC-8784-562E-EC90-D809B38941DB}"/>
          </ac:spMkLst>
        </pc:spChg>
        <pc:spChg chg="add del mod">
          <ac:chgData name="Dr. Robert Butscher" userId="61bc653898ddc2e0" providerId="LiveId" clId="{51D723D9-59D9-44A1-A120-82CD4C10D8A5}" dt="2026-09-19T13:54:15.571" v="386" actId="6264"/>
          <ac:spMkLst>
            <pc:docMk/>
            <pc:sldMk cId="3411542536" sldId="332"/>
            <ac:spMk id="9" creationId="{93825959-2C19-28B4-AB9E-9AF82CC00D5B}"/>
          </ac:spMkLst>
        </pc:spChg>
      </pc:sldChg>
      <pc:sldChg chg="addSp delSp modSp del mod chgLayout">
        <pc:chgData name="Dr. Robert Butscher" userId="61bc653898ddc2e0" providerId="LiveId" clId="{51D723D9-59D9-44A1-A120-82CD4C10D8A5}" dt="2026-09-19T13:59:16.597" v="434"/>
        <pc:sldMkLst>
          <pc:docMk/>
          <pc:sldMk cId="316481287" sldId="333"/>
        </pc:sldMkLst>
        <pc:spChg chg="mod ord">
          <ac:chgData name="Dr. Robert Butscher" userId="61bc653898ddc2e0" providerId="LiveId" clId="{51D723D9-59D9-44A1-A120-82CD4C10D8A5}" dt="2026-09-19T13:50:56.467" v="294" actId="6264"/>
          <ac:spMkLst>
            <pc:docMk/>
            <pc:sldMk cId="316481287" sldId="333"/>
            <ac:spMk id="2" creationId="{00000000-0000-0000-0000-000000000000}"/>
          </ac:spMkLst>
        </pc:spChg>
        <pc:spChg chg="mod ord">
          <ac:chgData name="Dr. Robert Butscher" userId="61bc653898ddc2e0" providerId="LiveId" clId="{51D723D9-59D9-44A1-A120-82CD4C10D8A5}" dt="2026-09-19T13:50:56.467" v="294" actId="6264"/>
          <ac:spMkLst>
            <pc:docMk/>
            <pc:sldMk cId="316481287" sldId="333"/>
            <ac:spMk id="3" creationId="{00000000-0000-0000-0000-000000000000}"/>
          </ac:spMkLst>
        </pc:spChg>
        <pc:spChg chg="mod ord">
          <ac:chgData name="Dr. Robert Butscher" userId="61bc653898ddc2e0" providerId="LiveId" clId="{51D723D9-59D9-44A1-A120-82CD4C10D8A5}" dt="2026-09-19T13:50:56.467" v="294" actId="6264"/>
          <ac:spMkLst>
            <pc:docMk/>
            <pc:sldMk cId="316481287" sldId="333"/>
            <ac:spMk id="4" creationId="{00000000-0000-0000-0000-000000000000}"/>
          </ac:spMkLst>
        </pc:spChg>
        <pc:spChg chg="mod ord">
          <ac:chgData name="Dr. Robert Butscher" userId="61bc653898ddc2e0" providerId="LiveId" clId="{51D723D9-59D9-44A1-A120-82CD4C10D8A5}" dt="2026-09-19T13:51:06.145" v="296" actId="20577"/>
          <ac:spMkLst>
            <pc:docMk/>
            <pc:sldMk cId="316481287" sldId="333"/>
            <ac:spMk id="5" creationId="{00000000-0000-0000-0000-000000000000}"/>
          </ac:spMkLst>
        </pc:spChg>
        <pc:spChg chg="add del mod">
          <ac:chgData name="Dr. Robert Butscher" userId="61bc653898ddc2e0" providerId="LiveId" clId="{51D723D9-59D9-44A1-A120-82CD4C10D8A5}" dt="2026-09-19T13:50:56.467" v="294" actId="6264"/>
          <ac:spMkLst>
            <pc:docMk/>
            <pc:sldMk cId="316481287" sldId="333"/>
            <ac:spMk id="6" creationId="{CF199AC8-D903-91D6-160A-7449AA6CB00E}"/>
          </ac:spMkLst>
        </pc:spChg>
        <pc:spChg chg="add del mod">
          <ac:chgData name="Dr. Robert Butscher" userId="61bc653898ddc2e0" providerId="LiveId" clId="{51D723D9-59D9-44A1-A120-82CD4C10D8A5}" dt="2026-09-19T13:50:56.467" v="294" actId="6264"/>
          <ac:spMkLst>
            <pc:docMk/>
            <pc:sldMk cId="316481287" sldId="333"/>
            <ac:spMk id="7" creationId="{4C30058F-E72D-4018-5A63-F46D6081CD7D}"/>
          </ac:spMkLst>
        </pc:spChg>
        <pc:spChg chg="add del mod">
          <ac:chgData name="Dr. Robert Butscher" userId="61bc653898ddc2e0" providerId="LiveId" clId="{51D723D9-59D9-44A1-A120-82CD4C10D8A5}" dt="2026-09-19T13:50:56.467" v="294" actId="6264"/>
          <ac:spMkLst>
            <pc:docMk/>
            <pc:sldMk cId="316481287" sldId="333"/>
            <ac:spMk id="8" creationId="{56003B95-5C92-BC17-BA2C-91A41D182F56}"/>
          </ac:spMkLst>
        </pc:spChg>
        <pc:spChg chg="add del mod">
          <ac:chgData name="Dr. Robert Butscher" userId="61bc653898ddc2e0" providerId="LiveId" clId="{51D723D9-59D9-44A1-A120-82CD4C10D8A5}" dt="2026-09-19T13:50:56.467" v="294" actId="6264"/>
          <ac:spMkLst>
            <pc:docMk/>
            <pc:sldMk cId="316481287" sldId="333"/>
            <ac:spMk id="9" creationId="{246F1D46-67A2-B8FB-2306-BF153E980575}"/>
          </ac:spMkLst>
        </pc:spChg>
      </pc:sldChg>
      <pc:sldChg chg="addSp delSp modSp mod chgLayout">
        <pc:chgData name="Dr. Robert Butscher" userId="61bc653898ddc2e0" providerId="LiveId" clId="{51D723D9-59D9-44A1-A120-82CD4C10D8A5}" dt="2026-09-19T13:51:49.501" v="326" actId="6264"/>
        <pc:sldMkLst>
          <pc:docMk/>
          <pc:sldMk cId="1331692565" sldId="334"/>
        </pc:sldMkLst>
        <pc:spChg chg="mod ord">
          <ac:chgData name="Dr. Robert Butscher" userId="61bc653898ddc2e0" providerId="LiveId" clId="{51D723D9-59D9-44A1-A120-82CD4C10D8A5}" dt="2026-09-19T13:51:49.501" v="326" actId="6264"/>
          <ac:spMkLst>
            <pc:docMk/>
            <pc:sldMk cId="1331692565" sldId="334"/>
            <ac:spMk id="2" creationId="{00000000-0000-0000-0000-000000000000}"/>
          </ac:spMkLst>
        </pc:spChg>
        <pc:spChg chg="mod ord">
          <ac:chgData name="Dr. Robert Butscher" userId="61bc653898ddc2e0" providerId="LiveId" clId="{51D723D9-59D9-44A1-A120-82CD4C10D8A5}" dt="2026-09-19T13:51:49.501" v="326" actId="6264"/>
          <ac:spMkLst>
            <pc:docMk/>
            <pc:sldMk cId="1331692565" sldId="334"/>
            <ac:spMk id="3" creationId="{00000000-0000-0000-0000-000000000000}"/>
          </ac:spMkLst>
        </pc:spChg>
        <pc:spChg chg="mod ord">
          <ac:chgData name="Dr. Robert Butscher" userId="61bc653898ddc2e0" providerId="LiveId" clId="{51D723D9-59D9-44A1-A120-82CD4C10D8A5}" dt="2026-09-19T13:51:49.501" v="326" actId="6264"/>
          <ac:spMkLst>
            <pc:docMk/>
            <pc:sldMk cId="1331692565" sldId="334"/>
            <ac:spMk id="4" creationId="{00000000-0000-0000-0000-000000000000}"/>
          </ac:spMkLst>
        </pc:spChg>
        <pc:spChg chg="mod ord">
          <ac:chgData name="Dr. Robert Butscher" userId="61bc653898ddc2e0" providerId="LiveId" clId="{51D723D9-59D9-44A1-A120-82CD4C10D8A5}" dt="2026-09-19T13:51:49.501" v="326" actId="6264"/>
          <ac:spMkLst>
            <pc:docMk/>
            <pc:sldMk cId="1331692565" sldId="334"/>
            <ac:spMk id="5" creationId="{00000000-0000-0000-0000-000000000000}"/>
          </ac:spMkLst>
        </pc:spChg>
        <pc:spChg chg="add del mod">
          <ac:chgData name="Dr. Robert Butscher" userId="61bc653898ddc2e0" providerId="LiveId" clId="{51D723D9-59D9-44A1-A120-82CD4C10D8A5}" dt="2026-09-19T13:51:49.501" v="326" actId="6264"/>
          <ac:spMkLst>
            <pc:docMk/>
            <pc:sldMk cId="1331692565" sldId="334"/>
            <ac:spMk id="8" creationId="{4A22CE85-12B0-0B56-4954-7865911EBBA1}"/>
          </ac:spMkLst>
        </pc:spChg>
        <pc:spChg chg="add del mod">
          <ac:chgData name="Dr. Robert Butscher" userId="61bc653898ddc2e0" providerId="LiveId" clId="{51D723D9-59D9-44A1-A120-82CD4C10D8A5}" dt="2026-09-19T13:51:49.501" v="326" actId="6264"/>
          <ac:spMkLst>
            <pc:docMk/>
            <pc:sldMk cId="1331692565" sldId="334"/>
            <ac:spMk id="9" creationId="{621345A2-D5FE-E886-967C-FE48E6C4E4D7}"/>
          </ac:spMkLst>
        </pc:spChg>
        <pc:spChg chg="add del mod">
          <ac:chgData name="Dr. Robert Butscher" userId="61bc653898ddc2e0" providerId="LiveId" clId="{51D723D9-59D9-44A1-A120-82CD4C10D8A5}" dt="2026-09-19T13:51:49.501" v="326" actId="6264"/>
          <ac:spMkLst>
            <pc:docMk/>
            <pc:sldMk cId="1331692565" sldId="334"/>
            <ac:spMk id="10" creationId="{6CAAB34B-1335-2C1A-2825-6DE55EC34D59}"/>
          </ac:spMkLst>
        </pc:spChg>
        <pc:spChg chg="add del mod">
          <ac:chgData name="Dr. Robert Butscher" userId="61bc653898ddc2e0" providerId="LiveId" clId="{51D723D9-59D9-44A1-A120-82CD4C10D8A5}" dt="2026-09-19T13:51:49.501" v="326" actId="6264"/>
          <ac:spMkLst>
            <pc:docMk/>
            <pc:sldMk cId="1331692565" sldId="334"/>
            <ac:spMk id="11" creationId="{80E20EC9-806E-24C3-69AC-3A83E60A12E5}"/>
          </ac:spMkLst>
        </pc:spChg>
      </pc:sldChg>
      <pc:sldChg chg="addSp delSp modSp del mod chgLayout">
        <pc:chgData name="Dr. Robert Butscher" userId="61bc653898ddc2e0" providerId="LiveId" clId="{51D723D9-59D9-44A1-A120-82CD4C10D8A5}" dt="2026-09-19T13:59:20.094" v="437"/>
        <pc:sldMkLst>
          <pc:docMk/>
          <pc:sldMk cId="400906230" sldId="337"/>
        </pc:sldMkLst>
        <pc:spChg chg="mod ord">
          <ac:chgData name="Dr. Robert Butscher" userId="61bc653898ddc2e0" providerId="LiveId" clId="{51D723D9-59D9-44A1-A120-82CD4C10D8A5}" dt="2026-09-19T13:52:04.072" v="328" actId="6264"/>
          <ac:spMkLst>
            <pc:docMk/>
            <pc:sldMk cId="400906230" sldId="337"/>
            <ac:spMk id="2" creationId="{00000000-0000-0000-0000-000000000000}"/>
          </ac:spMkLst>
        </pc:spChg>
        <pc:spChg chg="mod ord">
          <ac:chgData name="Dr. Robert Butscher" userId="61bc653898ddc2e0" providerId="LiveId" clId="{51D723D9-59D9-44A1-A120-82CD4C10D8A5}" dt="2026-09-19T13:52:04.072" v="328" actId="6264"/>
          <ac:spMkLst>
            <pc:docMk/>
            <pc:sldMk cId="400906230" sldId="337"/>
            <ac:spMk id="3" creationId="{00000000-0000-0000-0000-000000000000}"/>
          </ac:spMkLst>
        </pc:spChg>
        <pc:spChg chg="mod ord">
          <ac:chgData name="Dr. Robert Butscher" userId="61bc653898ddc2e0" providerId="LiveId" clId="{51D723D9-59D9-44A1-A120-82CD4C10D8A5}" dt="2026-09-19T13:52:04.072" v="328" actId="6264"/>
          <ac:spMkLst>
            <pc:docMk/>
            <pc:sldMk cId="400906230" sldId="337"/>
            <ac:spMk id="4" creationId="{00000000-0000-0000-0000-000000000000}"/>
          </ac:spMkLst>
        </pc:spChg>
        <pc:spChg chg="mod ord">
          <ac:chgData name="Dr. Robert Butscher" userId="61bc653898ddc2e0" providerId="LiveId" clId="{51D723D9-59D9-44A1-A120-82CD4C10D8A5}" dt="2026-09-19T13:53:08.688" v="374" actId="255"/>
          <ac:spMkLst>
            <pc:docMk/>
            <pc:sldMk cId="400906230" sldId="337"/>
            <ac:spMk id="5" creationId="{00000000-0000-0000-0000-000000000000}"/>
          </ac:spMkLst>
        </pc:spChg>
        <pc:spChg chg="add del mod">
          <ac:chgData name="Dr. Robert Butscher" userId="61bc653898ddc2e0" providerId="LiveId" clId="{51D723D9-59D9-44A1-A120-82CD4C10D8A5}" dt="2026-09-19T13:52:04.072" v="328" actId="6264"/>
          <ac:spMkLst>
            <pc:docMk/>
            <pc:sldMk cId="400906230" sldId="337"/>
            <ac:spMk id="16" creationId="{4D27BD8C-EBA2-F58A-DBD6-7D39885E1302}"/>
          </ac:spMkLst>
        </pc:spChg>
        <pc:spChg chg="add del mod">
          <ac:chgData name="Dr. Robert Butscher" userId="61bc653898ddc2e0" providerId="LiveId" clId="{51D723D9-59D9-44A1-A120-82CD4C10D8A5}" dt="2026-09-19T13:52:04.072" v="328" actId="6264"/>
          <ac:spMkLst>
            <pc:docMk/>
            <pc:sldMk cId="400906230" sldId="337"/>
            <ac:spMk id="17" creationId="{ED505ED6-3043-58CB-6184-4590E354717A}"/>
          </ac:spMkLst>
        </pc:spChg>
        <pc:spChg chg="add del mod">
          <ac:chgData name="Dr. Robert Butscher" userId="61bc653898ddc2e0" providerId="LiveId" clId="{51D723D9-59D9-44A1-A120-82CD4C10D8A5}" dt="2026-09-19T13:52:04.072" v="328" actId="6264"/>
          <ac:spMkLst>
            <pc:docMk/>
            <pc:sldMk cId="400906230" sldId="337"/>
            <ac:spMk id="18" creationId="{545B8451-B1C8-5C4E-DF14-7D8382CAECC0}"/>
          </ac:spMkLst>
        </pc:spChg>
        <pc:spChg chg="add del mod">
          <ac:chgData name="Dr. Robert Butscher" userId="61bc653898ddc2e0" providerId="LiveId" clId="{51D723D9-59D9-44A1-A120-82CD4C10D8A5}" dt="2026-09-19T13:52:04.072" v="328" actId="6264"/>
          <ac:spMkLst>
            <pc:docMk/>
            <pc:sldMk cId="400906230" sldId="337"/>
            <ac:spMk id="19" creationId="{31777743-C6D2-3E6A-FAB1-55AEEB416E32}"/>
          </ac:spMkLst>
        </pc:spChg>
      </pc:sldChg>
      <pc:sldChg chg="del">
        <pc:chgData name="Dr. Robert Butscher" userId="61bc653898ddc2e0" providerId="LiveId" clId="{51D723D9-59D9-44A1-A120-82CD4C10D8A5}" dt="2026-09-19T13:59:53.676" v="470"/>
        <pc:sldMkLst>
          <pc:docMk/>
          <pc:sldMk cId="2097722500" sldId="338"/>
        </pc:sldMkLst>
      </pc:sldChg>
      <pc:sldChg chg="addSp delSp modSp del mod chgLayout">
        <pc:chgData name="Dr. Robert Butscher" userId="61bc653898ddc2e0" providerId="LiveId" clId="{51D723D9-59D9-44A1-A120-82CD4C10D8A5}" dt="2026-09-19T13:59:30.070" v="449"/>
        <pc:sldMkLst>
          <pc:docMk/>
          <pc:sldMk cId="0" sldId="339"/>
        </pc:sldMkLst>
        <pc:spChg chg="mod ord">
          <ac:chgData name="Dr. Robert Butscher" userId="61bc653898ddc2e0" providerId="LiveId" clId="{51D723D9-59D9-44A1-A120-82CD4C10D8A5}" dt="2026-09-19T13:55:54.124" v="389" actId="6264"/>
          <ac:spMkLst>
            <pc:docMk/>
            <pc:sldMk cId="0" sldId="339"/>
            <ac:spMk id="2" creationId="{00000000-0000-0000-0000-000000000000}"/>
          </ac:spMkLst>
        </pc:spChg>
        <pc:spChg chg="mod ord">
          <ac:chgData name="Dr. Robert Butscher" userId="61bc653898ddc2e0" providerId="LiveId" clId="{51D723D9-59D9-44A1-A120-82CD4C10D8A5}" dt="2026-09-19T13:55:54.124" v="389" actId="6264"/>
          <ac:spMkLst>
            <pc:docMk/>
            <pc:sldMk cId="0" sldId="339"/>
            <ac:spMk id="3" creationId="{00000000-0000-0000-0000-000000000000}"/>
          </ac:spMkLst>
        </pc:spChg>
        <pc:spChg chg="mod ord">
          <ac:chgData name="Dr. Robert Butscher" userId="61bc653898ddc2e0" providerId="LiveId" clId="{51D723D9-59D9-44A1-A120-82CD4C10D8A5}" dt="2026-09-19T13:55:54.124" v="389" actId="6264"/>
          <ac:spMkLst>
            <pc:docMk/>
            <pc:sldMk cId="0" sldId="339"/>
            <ac:spMk id="4" creationId="{00000000-0000-0000-0000-000000000000}"/>
          </ac:spMkLst>
        </pc:spChg>
        <pc:spChg chg="mod ord">
          <ac:chgData name="Dr. Robert Butscher" userId="61bc653898ddc2e0" providerId="LiveId" clId="{51D723D9-59D9-44A1-A120-82CD4C10D8A5}" dt="2026-09-19T13:55:58.362" v="391" actId="20577"/>
          <ac:spMkLst>
            <pc:docMk/>
            <pc:sldMk cId="0" sldId="339"/>
            <ac:spMk id="5" creationId="{00000000-0000-0000-0000-000000000000}"/>
          </ac:spMkLst>
        </pc:spChg>
        <pc:spChg chg="add del mod">
          <ac:chgData name="Dr. Robert Butscher" userId="61bc653898ddc2e0" providerId="LiveId" clId="{51D723D9-59D9-44A1-A120-82CD4C10D8A5}" dt="2026-09-19T13:55:54.124" v="389" actId="6264"/>
          <ac:spMkLst>
            <pc:docMk/>
            <pc:sldMk cId="0" sldId="339"/>
            <ac:spMk id="6" creationId="{BAD29690-7536-EF02-0310-74ED34DB280B}"/>
          </ac:spMkLst>
        </pc:spChg>
        <pc:spChg chg="add del mod">
          <ac:chgData name="Dr. Robert Butscher" userId="61bc653898ddc2e0" providerId="LiveId" clId="{51D723D9-59D9-44A1-A120-82CD4C10D8A5}" dt="2026-09-19T13:55:54.124" v="389" actId="6264"/>
          <ac:spMkLst>
            <pc:docMk/>
            <pc:sldMk cId="0" sldId="339"/>
            <ac:spMk id="7" creationId="{3C882332-EC0E-FCA1-0CF5-76BA07793416}"/>
          </ac:spMkLst>
        </pc:spChg>
        <pc:spChg chg="add del mod">
          <ac:chgData name="Dr. Robert Butscher" userId="61bc653898ddc2e0" providerId="LiveId" clId="{51D723D9-59D9-44A1-A120-82CD4C10D8A5}" dt="2026-09-19T13:55:54.124" v="389" actId="6264"/>
          <ac:spMkLst>
            <pc:docMk/>
            <pc:sldMk cId="0" sldId="339"/>
            <ac:spMk id="8" creationId="{9A1B1A46-1C21-0A6F-A789-0865B19A63E0}"/>
          </ac:spMkLst>
        </pc:spChg>
        <pc:spChg chg="add del mod">
          <ac:chgData name="Dr. Robert Butscher" userId="61bc653898ddc2e0" providerId="LiveId" clId="{51D723D9-59D9-44A1-A120-82CD4C10D8A5}" dt="2026-09-19T13:55:54.124" v="389" actId="6264"/>
          <ac:spMkLst>
            <pc:docMk/>
            <pc:sldMk cId="0" sldId="339"/>
            <ac:spMk id="9" creationId="{D478801E-1BC5-EE0C-BC7F-592F1C2D6E23}"/>
          </ac:spMkLst>
        </pc:spChg>
      </pc:sldChg>
      <pc:sldChg chg="addSp delSp modSp del mod chgLayout">
        <pc:chgData name="Dr. Robert Butscher" userId="61bc653898ddc2e0" providerId="LiveId" clId="{51D723D9-59D9-44A1-A120-82CD4C10D8A5}" dt="2026-09-19T14:00:24.657" v="487"/>
        <pc:sldMkLst>
          <pc:docMk/>
          <pc:sldMk cId="0" sldId="340"/>
        </pc:sldMkLst>
        <pc:spChg chg="mod ord">
          <ac:chgData name="Dr. Robert Butscher" userId="61bc653898ddc2e0" providerId="LiveId" clId="{51D723D9-59D9-44A1-A120-82CD4C10D8A5}" dt="2026-09-19T13:57:57.741" v="411" actId="6264"/>
          <ac:spMkLst>
            <pc:docMk/>
            <pc:sldMk cId="0" sldId="340"/>
            <ac:spMk id="2" creationId="{00000000-0000-0000-0000-000000000000}"/>
          </ac:spMkLst>
        </pc:spChg>
        <pc:spChg chg="mod ord">
          <ac:chgData name="Dr. Robert Butscher" userId="61bc653898ddc2e0" providerId="LiveId" clId="{51D723D9-59D9-44A1-A120-82CD4C10D8A5}" dt="2026-09-19T13:57:57.741" v="411" actId="6264"/>
          <ac:spMkLst>
            <pc:docMk/>
            <pc:sldMk cId="0" sldId="340"/>
            <ac:spMk id="3" creationId="{00000000-0000-0000-0000-000000000000}"/>
          </ac:spMkLst>
        </pc:spChg>
        <pc:spChg chg="mod ord">
          <ac:chgData name="Dr. Robert Butscher" userId="61bc653898ddc2e0" providerId="LiveId" clId="{51D723D9-59D9-44A1-A120-82CD4C10D8A5}" dt="2026-09-19T13:57:57.741" v="411" actId="6264"/>
          <ac:spMkLst>
            <pc:docMk/>
            <pc:sldMk cId="0" sldId="340"/>
            <ac:spMk id="4" creationId="{00000000-0000-0000-0000-000000000000}"/>
          </ac:spMkLst>
        </pc:spChg>
        <pc:spChg chg="mod ord">
          <ac:chgData name="Dr. Robert Butscher" userId="61bc653898ddc2e0" providerId="LiveId" clId="{51D723D9-59D9-44A1-A120-82CD4C10D8A5}" dt="2026-09-19T13:57:57.741" v="411" actId="6264"/>
          <ac:spMkLst>
            <pc:docMk/>
            <pc:sldMk cId="0" sldId="340"/>
            <ac:spMk id="5" creationId="{00000000-0000-0000-0000-000000000000}"/>
          </ac:spMkLst>
        </pc:spChg>
        <pc:spChg chg="add del mod">
          <ac:chgData name="Dr. Robert Butscher" userId="61bc653898ddc2e0" providerId="LiveId" clId="{51D723D9-59D9-44A1-A120-82CD4C10D8A5}" dt="2026-09-19T13:57:57.741" v="411" actId="6264"/>
          <ac:spMkLst>
            <pc:docMk/>
            <pc:sldMk cId="0" sldId="340"/>
            <ac:spMk id="6" creationId="{3E3C50D5-9856-7FCC-1AC1-B455EBA9DA05}"/>
          </ac:spMkLst>
        </pc:spChg>
        <pc:spChg chg="add del mod">
          <ac:chgData name="Dr. Robert Butscher" userId="61bc653898ddc2e0" providerId="LiveId" clId="{51D723D9-59D9-44A1-A120-82CD4C10D8A5}" dt="2026-09-19T13:57:57.741" v="411" actId="6264"/>
          <ac:spMkLst>
            <pc:docMk/>
            <pc:sldMk cId="0" sldId="340"/>
            <ac:spMk id="7" creationId="{A22208DB-73AD-C7C1-148B-D02CE5E43AB1}"/>
          </ac:spMkLst>
        </pc:spChg>
        <pc:spChg chg="add del mod">
          <ac:chgData name="Dr. Robert Butscher" userId="61bc653898ddc2e0" providerId="LiveId" clId="{51D723D9-59D9-44A1-A120-82CD4C10D8A5}" dt="2026-09-19T13:57:57.741" v="411" actId="6264"/>
          <ac:spMkLst>
            <pc:docMk/>
            <pc:sldMk cId="0" sldId="340"/>
            <ac:spMk id="8" creationId="{14E5AF24-925F-30FF-808C-CA27575FB7BF}"/>
          </ac:spMkLst>
        </pc:spChg>
        <pc:spChg chg="add del mod">
          <ac:chgData name="Dr. Robert Butscher" userId="61bc653898ddc2e0" providerId="LiveId" clId="{51D723D9-59D9-44A1-A120-82CD4C10D8A5}" dt="2026-09-19T13:57:57.741" v="411" actId="6264"/>
          <ac:spMkLst>
            <pc:docMk/>
            <pc:sldMk cId="0" sldId="340"/>
            <ac:spMk id="9" creationId="{D8C41625-D3E3-C71E-56D1-785A5266EA46}"/>
          </ac:spMkLst>
        </pc:spChg>
      </pc:sldChg>
      <pc:sldChg chg="addSp delSp modSp del mod chgLayout">
        <pc:chgData name="Dr. Robert Butscher" userId="61bc653898ddc2e0" providerId="LiveId" clId="{51D723D9-59D9-44A1-A120-82CD4C10D8A5}" dt="2026-09-19T14:00:26.286" v="489"/>
        <pc:sldMkLst>
          <pc:docMk/>
          <pc:sldMk cId="0" sldId="341"/>
        </pc:sldMkLst>
        <pc:spChg chg="mod ord">
          <ac:chgData name="Dr. Robert Butscher" userId="61bc653898ddc2e0" providerId="LiveId" clId="{51D723D9-59D9-44A1-A120-82CD4C10D8A5}" dt="2026-09-19T13:58:02.483" v="412" actId="6264"/>
          <ac:spMkLst>
            <pc:docMk/>
            <pc:sldMk cId="0" sldId="341"/>
            <ac:spMk id="2" creationId="{00000000-0000-0000-0000-000000000000}"/>
          </ac:spMkLst>
        </pc:spChg>
        <pc:spChg chg="mod ord">
          <ac:chgData name="Dr. Robert Butscher" userId="61bc653898ddc2e0" providerId="LiveId" clId="{51D723D9-59D9-44A1-A120-82CD4C10D8A5}" dt="2026-09-19T13:58:02.483" v="412" actId="6264"/>
          <ac:spMkLst>
            <pc:docMk/>
            <pc:sldMk cId="0" sldId="341"/>
            <ac:spMk id="3" creationId="{00000000-0000-0000-0000-000000000000}"/>
          </ac:spMkLst>
        </pc:spChg>
        <pc:spChg chg="mod ord">
          <ac:chgData name="Dr. Robert Butscher" userId="61bc653898ddc2e0" providerId="LiveId" clId="{51D723D9-59D9-44A1-A120-82CD4C10D8A5}" dt="2026-09-19T13:58:02.483" v="412" actId="6264"/>
          <ac:spMkLst>
            <pc:docMk/>
            <pc:sldMk cId="0" sldId="341"/>
            <ac:spMk id="4" creationId="{00000000-0000-0000-0000-000000000000}"/>
          </ac:spMkLst>
        </pc:spChg>
        <pc:spChg chg="mod ord">
          <ac:chgData name="Dr. Robert Butscher" userId="61bc653898ddc2e0" providerId="LiveId" clId="{51D723D9-59D9-44A1-A120-82CD4C10D8A5}" dt="2026-09-19T13:58:11.643" v="415" actId="20577"/>
          <ac:spMkLst>
            <pc:docMk/>
            <pc:sldMk cId="0" sldId="341"/>
            <ac:spMk id="5" creationId="{00000000-0000-0000-0000-000000000000}"/>
          </ac:spMkLst>
        </pc:spChg>
        <pc:spChg chg="add del mod">
          <ac:chgData name="Dr. Robert Butscher" userId="61bc653898ddc2e0" providerId="LiveId" clId="{51D723D9-59D9-44A1-A120-82CD4C10D8A5}" dt="2026-09-19T13:58:02.483" v="412" actId="6264"/>
          <ac:spMkLst>
            <pc:docMk/>
            <pc:sldMk cId="0" sldId="341"/>
            <ac:spMk id="6" creationId="{507E699C-2249-41A9-30A3-935FD60AF5A4}"/>
          </ac:spMkLst>
        </pc:spChg>
        <pc:spChg chg="add del mod">
          <ac:chgData name="Dr. Robert Butscher" userId="61bc653898ddc2e0" providerId="LiveId" clId="{51D723D9-59D9-44A1-A120-82CD4C10D8A5}" dt="2026-09-19T13:58:02.483" v="412" actId="6264"/>
          <ac:spMkLst>
            <pc:docMk/>
            <pc:sldMk cId="0" sldId="341"/>
            <ac:spMk id="7" creationId="{A2063A5C-A65F-0E87-3767-7E2818D74D05}"/>
          </ac:spMkLst>
        </pc:spChg>
        <pc:spChg chg="add del mod">
          <ac:chgData name="Dr. Robert Butscher" userId="61bc653898ddc2e0" providerId="LiveId" clId="{51D723D9-59D9-44A1-A120-82CD4C10D8A5}" dt="2026-09-19T13:58:02.483" v="412" actId="6264"/>
          <ac:spMkLst>
            <pc:docMk/>
            <pc:sldMk cId="0" sldId="341"/>
            <ac:spMk id="8" creationId="{6432D87B-2B46-062E-C1AE-F69486AE2F97}"/>
          </ac:spMkLst>
        </pc:spChg>
        <pc:spChg chg="add del mod">
          <ac:chgData name="Dr. Robert Butscher" userId="61bc653898ddc2e0" providerId="LiveId" clId="{51D723D9-59D9-44A1-A120-82CD4C10D8A5}" dt="2026-09-19T13:58:02.483" v="412" actId="6264"/>
          <ac:spMkLst>
            <pc:docMk/>
            <pc:sldMk cId="0" sldId="341"/>
            <ac:spMk id="9" creationId="{E058DC50-8FE5-FECF-ABDF-737B1F8B5137}"/>
          </ac:spMkLst>
        </pc:spChg>
      </pc:sldChg>
      <pc:sldChg chg="addSp delSp modSp del mod chgLayout">
        <pc:chgData name="Dr. Robert Butscher" userId="61bc653898ddc2e0" providerId="LiveId" clId="{51D723D9-59D9-44A1-A120-82CD4C10D8A5}" dt="2026-09-19T14:08:29.026" v="546"/>
        <pc:sldMkLst>
          <pc:docMk/>
          <pc:sldMk cId="0" sldId="342"/>
        </pc:sldMkLst>
        <pc:spChg chg="mod ord">
          <ac:chgData name="Dr. Robert Butscher" userId="61bc653898ddc2e0" providerId="LiveId" clId="{51D723D9-59D9-44A1-A120-82CD4C10D8A5}" dt="2026-09-19T13:58:28.043" v="417" actId="6264"/>
          <ac:spMkLst>
            <pc:docMk/>
            <pc:sldMk cId="0" sldId="342"/>
            <ac:spMk id="2" creationId="{00000000-0000-0000-0000-000000000000}"/>
          </ac:spMkLst>
        </pc:spChg>
        <pc:spChg chg="mod ord">
          <ac:chgData name="Dr. Robert Butscher" userId="61bc653898ddc2e0" providerId="LiveId" clId="{51D723D9-59D9-44A1-A120-82CD4C10D8A5}" dt="2026-09-19T13:58:28.043" v="417" actId="6264"/>
          <ac:spMkLst>
            <pc:docMk/>
            <pc:sldMk cId="0" sldId="342"/>
            <ac:spMk id="3" creationId="{00000000-0000-0000-0000-000000000000}"/>
          </ac:spMkLst>
        </pc:spChg>
        <pc:spChg chg="mod ord">
          <ac:chgData name="Dr. Robert Butscher" userId="61bc653898ddc2e0" providerId="LiveId" clId="{51D723D9-59D9-44A1-A120-82CD4C10D8A5}" dt="2026-09-19T13:58:28.043" v="417" actId="6264"/>
          <ac:spMkLst>
            <pc:docMk/>
            <pc:sldMk cId="0" sldId="342"/>
            <ac:spMk id="4" creationId="{00000000-0000-0000-0000-000000000000}"/>
          </ac:spMkLst>
        </pc:spChg>
        <pc:spChg chg="mod ord">
          <ac:chgData name="Dr. Robert Butscher" userId="61bc653898ddc2e0" providerId="LiveId" clId="{51D723D9-59D9-44A1-A120-82CD4C10D8A5}" dt="2026-09-19T13:58:28.043" v="417" actId="6264"/>
          <ac:spMkLst>
            <pc:docMk/>
            <pc:sldMk cId="0" sldId="342"/>
            <ac:spMk id="5" creationId="{00000000-0000-0000-0000-000000000000}"/>
          </ac:spMkLst>
        </pc:spChg>
        <pc:spChg chg="add del mod">
          <ac:chgData name="Dr. Robert Butscher" userId="61bc653898ddc2e0" providerId="LiveId" clId="{51D723D9-59D9-44A1-A120-82CD4C10D8A5}" dt="2026-09-19T13:58:28.043" v="417" actId="6264"/>
          <ac:spMkLst>
            <pc:docMk/>
            <pc:sldMk cId="0" sldId="342"/>
            <ac:spMk id="6" creationId="{689DBE11-234D-0E6A-581D-EC1B26B66933}"/>
          </ac:spMkLst>
        </pc:spChg>
        <pc:spChg chg="add del mod">
          <ac:chgData name="Dr. Robert Butscher" userId="61bc653898ddc2e0" providerId="LiveId" clId="{51D723D9-59D9-44A1-A120-82CD4C10D8A5}" dt="2026-09-19T13:58:28.043" v="417" actId="6264"/>
          <ac:spMkLst>
            <pc:docMk/>
            <pc:sldMk cId="0" sldId="342"/>
            <ac:spMk id="7" creationId="{FA08AB83-5A8E-60D8-9053-1B821AE4F287}"/>
          </ac:spMkLst>
        </pc:spChg>
        <pc:spChg chg="add del mod">
          <ac:chgData name="Dr. Robert Butscher" userId="61bc653898ddc2e0" providerId="LiveId" clId="{51D723D9-59D9-44A1-A120-82CD4C10D8A5}" dt="2026-09-19T13:58:28.043" v="417" actId="6264"/>
          <ac:spMkLst>
            <pc:docMk/>
            <pc:sldMk cId="0" sldId="342"/>
            <ac:spMk id="8" creationId="{17B48EAF-2F8F-D086-B5F0-80B3783372C6}"/>
          </ac:spMkLst>
        </pc:spChg>
        <pc:spChg chg="add del mod">
          <ac:chgData name="Dr. Robert Butscher" userId="61bc653898ddc2e0" providerId="LiveId" clId="{51D723D9-59D9-44A1-A120-82CD4C10D8A5}" dt="2026-09-19T13:58:28.043" v="417" actId="6264"/>
          <ac:spMkLst>
            <pc:docMk/>
            <pc:sldMk cId="0" sldId="342"/>
            <ac:spMk id="9" creationId="{625A9E16-1E23-0D5B-8AEA-F3964D2B8008}"/>
          </ac:spMkLst>
        </pc:spChg>
        <pc:graphicFrameChg chg="mod modGraphic">
          <ac:chgData name="Dr. Robert Butscher" userId="61bc653898ddc2e0" providerId="LiveId" clId="{51D723D9-59D9-44A1-A120-82CD4C10D8A5}" dt="2026-09-19T13:58:57.096" v="423"/>
          <ac:graphicFrameMkLst>
            <pc:docMk/>
            <pc:sldMk cId="0" sldId="342"/>
            <ac:graphicFrameMk id="1003" creationId="{00000000-0000-0000-0000-000000000000}"/>
          </ac:graphicFrameMkLst>
        </pc:graphicFrameChg>
      </pc:sldChg>
      <pc:sldChg chg="modSp add mod">
        <pc:chgData name="Dr. Robert Butscher" userId="61bc653898ddc2e0" providerId="LiveId" clId="{51D723D9-59D9-44A1-A120-82CD4C10D8A5}" dt="2026-09-19T13:59:12.090" v="428"/>
        <pc:sldMkLst>
          <pc:docMk/>
          <pc:sldMk cId="3723970823" sldId="343"/>
        </pc:sldMkLst>
        <pc:spChg chg="mod">
          <ac:chgData name="Dr. Robert Butscher" userId="61bc653898ddc2e0" providerId="LiveId" clId="{51D723D9-59D9-44A1-A120-82CD4C10D8A5}" dt="2026-09-19T13:59:12.090" v="428"/>
          <ac:spMkLst>
            <pc:docMk/>
            <pc:sldMk cId="3723970823" sldId="343"/>
            <ac:spMk id="17" creationId="{00000000-0000-0000-0000-000000000000}"/>
          </ac:spMkLst>
        </pc:spChg>
      </pc:sldChg>
      <pc:sldChg chg="modSp add mod">
        <pc:chgData name="Dr. Robert Butscher" userId="61bc653898ddc2e0" providerId="LiveId" clId="{51D723D9-59D9-44A1-A120-82CD4C10D8A5}" dt="2026-09-19T13:59:15.204" v="432"/>
        <pc:sldMkLst>
          <pc:docMk/>
          <pc:sldMk cId="2369002056" sldId="344"/>
        </pc:sldMkLst>
        <pc:spChg chg="mod">
          <ac:chgData name="Dr. Robert Butscher" userId="61bc653898ddc2e0" providerId="LiveId" clId="{51D723D9-59D9-44A1-A120-82CD4C10D8A5}" dt="2026-09-19T13:59:15.204" v="432"/>
          <ac:spMkLst>
            <pc:docMk/>
            <pc:sldMk cId="2369002056" sldId="344"/>
            <ac:spMk id="16" creationId="{00000000-0000-0000-0000-000000000000}"/>
          </ac:spMkLst>
        </pc:spChg>
      </pc:sldChg>
      <pc:sldChg chg="add">
        <pc:chgData name="Dr. Robert Butscher" userId="61bc653898ddc2e0" providerId="LiveId" clId="{51D723D9-59D9-44A1-A120-82CD4C10D8A5}" dt="2026-09-19T13:59:16.557" v="433"/>
        <pc:sldMkLst>
          <pc:docMk/>
          <pc:sldMk cId="1626424827" sldId="345"/>
        </pc:sldMkLst>
      </pc:sldChg>
      <pc:sldChg chg="add">
        <pc:chgData name="Dr. Robert Butscher" userId="61bc653898ddc2e0" providerId="LiveId" clId="{51D723D9-59D9-44A1-A120-82CD4C10D8A5}" dt="2026-09-19T13:59:20.050" v="436"/>
        <pc:sldMkLst>
          <pc:docMk/>
          <pc:sldMk cId="2701249442" sldId="346"/>
        </pc:sldMkLst>
      </pc:sldChg>
      <pc:sldChg chg="add">
        <pc:chgData name="Dr. Robert Butscher" userId="61bc653898ddc2e0" providerId="LiveId" clId="{51D723D9-59D9-44A1-A120-82CD4C10D8A5}" dt="2026-09-19T13:59:24.160" v="438"/>
        <pc:sldMkLst>
          <pc:docMk/>
          <pc:sldMk cId="815615905" sldId="347"/>
        </pc:sldMkLst>
      </pc:sldChg>
      <pc:sldChg chg="modSp add mod">
        <pc:chgData name="Dr. Robert Butscher" userId="61bc653898ddc2e0" providerId="LiveId" clId="{51D723D9-59D9-44A1-A120-82CD4C10D8A5}" dt="2026-09-19T13:59:26.706" v="444"/>
        <pc:sldMkLst>
          <pc:docMk/>
          <pc:sldMk cId="78483211" sldId="348"/>
        </pc:sldMkLst>
        <pc:spChg chg="mod">
          <ac:chgData name="Dr. Robert Butscher" userId="61bc653898ddc2e0" providerId="LiveId" clId="{51D723D9-59D9-44A1-A120-82CD4C10D8A5}" dt="2026-09-19T13:59:26.706" v="444"/>
          <ac:spMkLst>
            <pc:docMk/>
            <pc:sldMk cId="78483211" sldId="348"/>
            <ac:spMk id="13" creationId="{00000000-0000-0000-0000-000000000000}"/>
          </ac:spMkLst>
        </pc:spChg>
      </pc:sldChg>
      <pc:sldChg chg="add">
        <pc:chgData name="Dr. Robert Butscher" userId="61bc653898ddc2e0" providerId="LiveId" clId="{51D723D9-59D9-44A1-A120-82CD4C10D8A5}" dt="2026-09-19T13:59:27.706" v="445"/>
        <pc:sldMkLst>
          <pc:docMk/>
          <pc:sldMk cId="2528419567" sldId="349"/>
        </pc:sldMkLst>
      </pc:sldChg>
      <pc:sldChg chg="add">
        <pc:chgData name="Dr. Robert Butscher" userId="61bc653898ddc2e0" providerId="LiveId" clId="{51D723D9-59D9-44A1-A120-82CD4C10D8A5}" dt="2026-09-19T13:59:30.032" v="448"/>
        <pc:sldMkLst>
          <pc:docMk/>
          <pc:sldMk cId="1610986456" sldId="350"/>
        </pc:sldMkLst>
      </pc:sldChg>
      <pc:sldChg chg="modSp add mod">
        <pc:chgData name="Dr. Robert Butscher" userId="61bc653898ddc2e0" providerId="LiveId" clId="{51D723D9-59D9-44A1-A120-82CD4C10D8A5}" dt="2026-09-19T13:59:33.164" v="453"/>
        <pc:sldMkLst>
          <pc:docMk/>
          <pc:sldMk cId="1129069845" sldId="351"/>
        </pc:sldMkLst>
        <pc:spChg chg="mod">
          <ac:chgData name="Dr. Robert Butscher" userId="61bc653898ddc2e0" providerId="LiveId" clId="{51D723D9-59D9-44A1-A120-82CD4C10D8A5}" dt="2026-09-19T13:59:33.164" v="453"/>
          <ac:spMkLst>
            <pc:docMk/>
            <pc:sldMk cId="1129069845" sldId="351"/>
            <ac:spMk id="15" creationId="{00000000-0000-0000-0000-000000000000}"/>
          </ac:spMkLst>
        </pc:spChg>
      </pc:sldChg>
      <pc:sldChg chg="add del">
        <pc:chgData name="Dr. Robert Butscher" userId="61bc653898ddc2e0" providerId="LiveId" clId="{51D723D9-59D9-44A1-A120-82CD4C10D8A5}" dt="2026-09-19T14:16:41.626" v="627"/>
        <pc:sldMkLst>
          <pc:docMk/>
          <pc:sldMk cId="2532139977" sldId="352"/>
        </pc:sldMkLst>
      </pc:sldChg>
      <pc:sldChg chg="add">
        <pc:chgData name="Dr. Robert Butscher" userId="61bc653898ddc2e0" providerId="LiveId" clId="{51D723D9-59D9-44A1-A120-82CD4C10D8A5}" dt="2026-09-19T13:59:35.595" v="456"/>
        <pc:sldMkLst>
          <pc:docMk/>
          <pc:sldMk cId="3117629205" sldId="353"/>
        </pc:sldMkLst>
      </pc:sldChg>
      <pc:sldChg chg="modSp add mod">
        <pc:chgData name="Dr. Robert Butscher" userId="61bc653898ddc2e0" providerId="LiveId" clId="{51D723D9-59D9-44A1-A120-82CD4C10D8A5}" dt="2026-09-19T13:59:38.887" v="462"/>
        <pc:sldMkLst>
          <pc:docMk/>
          <pc:sldMk cId="3871839860" sldId="354"/>
        </pc:sldMkLst>
        <pc:spChg chg="mod">
          <ac:chgData name="Dr. Robert Butscher" userId="61bc653898ddc2e0" providerId="LiveId" clId="{51D723D9-59D9-44A1-A120-82CD4C10D8A5}" dt="2026-09-19T13:59:38.887" v="462"/>
          <ac:spMkLst>
            <pc:docMk/>
            <pc:sldMk cId="3871839860" sldId="354"/>
            <ac:spMk id="11" creationId="{00000000-0000-0000-0000-000000000000}"/>
          </ac:spMkLst>
        </pc:spChg>
      </pc:sldChg>
      <pc:sldChg chg="add">
        <pc:chgData name="Dr. Robert Butscher" userId="61bc653898ddc2e0" providerId="LiveId" clId="{51D723D9-59D9-44A1-A120-82CD4C10D8A5}" dt="2026-09-19T13:59:40.572" v="463"/>
        <pc:sldMkLst>
          <pc:docMk/>
          <pc:sldMk cId="533743650" sldId="355"/>
        </pc:sldMkLst>
      </pc:sldChg>
      <pc:sldChg chg="addSp delSp modSp add mod chgLayout">
        <pc:chgData name="Dr. Robert Butscher" userId="61bc653898ddc2e0" providerId="LiveId" clId="{51D723D9-59D9-44A1-A120-82CD4C10D8A5}" dt="2026-09-19T14:01:42.284" v="512" actId="1076"/>
        <pc:sldMkLst>
          <pc:docMk/>
          <pc:sldMk cId="2601093797" sldId="356"/>
        </pc:sldMkLst>
        <pc:spChg chg="mod ord">
          <ac:chgData name="Dr. Robert Butscher" userId="61bc653898ddc2e0" providerId="LiveId" clId="{51D723D9-59D9-44A1-A120-82CD4C10D8A5}" dt="2026-09-19T14:01:07.274" v="506" actId="6264"/>
          <ac:spMkLst>
            <pc:docMk/>
            <pc:sldMk cId="2601093797" sldId="356"/>
            <ac:spMk id="2" creationId="{00000000-0000-0000-0000-000000000000}"/>
          </ac:spMkLst>
        </pc:spChg>
        <pc:spChg chg="mod ord">
          <ac:chgData name="Dr. Robert Butscher" userId="61bc653898ddc2e0" providerId="LiveId" clId="{51D723D9-59D9-44A1-A120-82CD4C10D8A5}" dt="2026-09-19T14:01:07.274" v="506" actId="6264"/>
          <ac:spMkLst>
            <pc:docMk/>
            <pc:sldMk cId="2601093797" sldId="356"/>
            <ac:spMk id="3" creationId="{00000000-0000-0000-0000-000000000000}"/>
          </ac:spMkLst>
        </pc:spChg>
        <pc:spChg chg="mod ord">
          <ac:chgData name="Dr. Robert Butscher" userId="61bc653898ddc2e0" providerId="LiveId" clId="{51D723D9-59D9-44A1-A120-82CD4C10D8A5}" dt="2026-09-19T14:01:07.274" v="506" actId="6264"/>
          <ac:spMkLst>
            <pc:docMk/>
            <pc:sldMk cId="2601093797" sldId="356"/>
            <ac:spMk id="4" creationId="{00000000-0000-0000-0000-000000000000}"/>
          </ac:spMkLst>
        </pc:spChg>
        <pc:spChg chg="mod ord">
          <ac:chgData name="Dr. Robert Butscher" userId="61bc653898ddc2e0" providerId="LiveId" clId="{51D723D9-59D9-44A1-A120-82CD4C10D8A5}" dt="2026-09-19T14:01:32.853" v="511" actId="6549"/>
          <ac:spMkLst>
            <pc:docMk/>
            <pc:sldMk cId="2601093797" sldId="356"/>
            <ac:spMk id="5"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6"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7"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8"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9"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10"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13"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16"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17"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19" creationId="{00000000-0000-0000-0000-000000000000}"/>
          </ac:spMkLst>
        </pc:spChg>
        <pc:spChg chg="mod">
          <ac:chgData name="Dr. Robert Butscher" userId="61bc653898ddc2e0" providerId="LiveId" clId="{51D723D9-59D9-44A1-A120-82CD4C10D8A5}" dt="2026-09-19T14:01:42.284" v="512" actId="1076"/>
          <ac:spMkLst>
            <pc:docMk/>
            <pc:sldMk cId="2601093797" sldId="356"/>
            <ac:spMk id="21" creationId="{00000000-0000-0000-0000-000000000000}"/>
          </ac:spMkLst>
        </pc:spChg>
        <pc:spChg chg="add del mod">
          <ac:chgData name="Dr. Robert Butscher" userId="61bc653898ddc2e0" providerId="LiveId" clId="{51D723D9-59D9-44A1-A120-82CD4C10D8A5}" dt="2026-09-19T14:00:38.304" v="499" actId="6264"/>
          <ac:spMkLst>
            <pc:docMk/>
            <pc:sldMk cId="2601093797" sldId="356"/>
            <ac:spMk id="24" creationId="{0872500A-4C3F-209D-9691-E58587872F67}"/>
          </ac:spMkLst>
        </pc:spChg>
        <pc:spChg chg="add del mod">
          <ac:chgData name="Dr. Robert Butscher" userId="61bc653898ddc2e0" providerId="LiveId" clId="{51D723D9-59D9-44A1-A120-82CD4C10D8A5}" dt="2026-09-19T14:00:38.304" v="499" actId="6264"/>
          <ac:spMkLst>
            <pc:docMk/>
            <pc:sldMk cId="2601093797" sldId="356"/>
            <ac:spMk id="25" creationId="{0C59A7AE-458C-D90B-ACC1-F3930BC851ED}"/>
          </ac:spMkLst>
        </pc:spChg>
        <pc:spChg chg="add del mod">
          <ac:chgData name="Dr. Robert Butscher" userId="61bc653898ddc2e0" providerId="LiveId" clId="{51D723D9-59D9-44A1-A120-82CD4C10D8A5}" dt="2026-09-19T14:00:38.304" v="499" actId="6264"/>
          <ac:spMkLst>
            <pc:docMk/>
            <pc:sldMk cId="2601093797" sldId="356"/>
            <ac:spMk id="26" creationId="{57A87EB9-B8A6-19B0-E426-3FBC135FD54A}"/>
          </ac:spMkLst>
        </pc:spChg>
        <pc:spChg chg="add del mod">
          <ac:chgData name="Dr. Robert Butscher" userId="61bc653898ddc2e0" providerId="LiveId" clId="{51D723D9-59D9-44A1-A120-82CD4C10D8A5}" dt="2026-09-19T14:00:38.304" v="499" actId="6264"/>
          <ac:spMkLst>
            <pc:docMk/>
            <pc:sldMk cId="2601093797" sldId="356"/>
            <ac:spMk id="27" creationId="{8017EAFF-4F66-610F-F0EB-D13BC6C49958}"/>
          </ac:spMkLst>
        </pc:spChg>
        <pc:spChg chg="add del mod">
          <ac:chgData name="Dr. Robert Butscher" userId="61bc653898ddc2e0" providerId="LiveId" clId="{51D723D9-59D9-44A1-A120-82CD4C10D8A5}" dt="2026-09-19T14:01:07.274" v="506" actId="6264"/>
          <ac:spMkLst>
            <pc:docMk/>
            <pc:sldMk cId="2601093797" sldId="356"/>
            <ac:spMk id="28" creationId="{A0BF75DF-34A5-18B8-5AE0-59BDE003A640}"/>
          </ac:spMkLst>
        </pc:spChg>
        <pc:spChg chg="add del mod">
          <ac:chgData name="Dr. Robert Butscher" userId="61bc653898ddc2e0" providerId="LiveId" clId="{51D723D9-59D9-44A1-A120-82CD4C10D8A5}" dt="2026-09-19T14:01:07.274" v="506" actId="6264"/>
          <ac:spMkLst>
            <pc:docMk/>
            <pc:sldMk cId="2601093797" sldId="356"/>
            <ac:spMk id="29" creationId="{E9EDF7FA-F30B-2095-A897-67320A9E1713}"/>
          </ac:spMkLst>
        </pc:spChg>
        <pc:spChg chg="add del mod">
          <ac:chgData name="Dr. Robert Butscher" userId="61bc653898ddc2e0" providerId="LiveId" clId="{51D723D9-59D9-44A1-A120-82CD4C10D8A5}" dt="2026-09-19T14:01:07.274" v="506" actId="6264"/>
          <ac:spMkLst>
            <pc:docMk/>
            <pc:sldMk cId="2601093797" sldId="356"/>
            <ac:spMk id="30" creationId="{AFC5578C-9DCC-00E2-4DF2-6A44E263D7DB}"/>
          </ac:spMkLst>
        </pc:spChg>
        <pc:spChg chg="add del mod">
          <ac:chgData name="Dr. Robert Butscher" userId="61bc653898ddc2e0" providerId="LiveId" clId="{51D723D9-59D9-44A1-A120-82CD4C10D8A5}" dt="2026-09-19T14:01:07.274" v="506" actId="6264"/>
          <ac:spMkLst>
            <pc:docMk/>
            <pc:sldMk cId="2601093797" sldId="356"/>
            <ac:spMk id="31" creationId="{59B7D00D-95C9-E30E-2E1D-F08612ABC818}"/>
          </ac:spMkLst>
        </pc:spChg>
      </pc:sldChg>
      <pc:sldChg chg="modSp add del mod">
        <pc:chgData name="Dr. Robert Butscher" userId="61bc653898ddc2e0" providerId="LiveId" clId="{51D723D9-59D9-44A1-A120-82CD4C10D8A5}" dt="2026-09-19T14:08:21.112" v="541"/>
        <pc:sldMkLst>
          <pc:docMk/>
          <pc:sldMk cId="805563950" sldId="357"/>
        </pc:sldMkLst>
        <pc:spChg chg="mod">
          <ac:chgData name="Dr. Robert Butscher" userId="61bc653898ddc2e0" providerId="LiveId" clId="{51D723D9-59D9-44A1-A120-82CD4C10D8A5}" dt="2026-09-19T14:00:22.992" v="485"/>
          <ac:spMkLst>
            <pc:docMk/>
            <pc:sldMk cId="805563950" sldId="357"/>
            <ac:spMk id="11" creationId="{00000000-0000-0000-0000-000000000000}"/>
          </ac:spMkLst>
        </pc:spChg>
      </pc:sldChg>
      <pc:sldChg chg="add">
        <pc:chgData name="Dr. Robert Butscher" userId="61bc653898ddc2e0" providerId="LiveId" clId="{51D723D9-59D9-44A1-A120-82CD4C10D8A5}" dt="2026-09-19T14:00:24.618" v="486"/>
        <pc:sldMkLst>
          <pc:docMk/>
          <pc:sldMk cId="3867711266" sldId="358"/>
        </pc:sldMkLst>
      </pc:sldChg>
      <pc:sldChg chg="add">
        <pc:chgData name="Dr. Robert Butscher" userId="61bc653898ddc2e0" providerId="LiveId" clId="{51D723D9-59D9-44A1-A120-82CD4C10D8A5}" dt="2026-09-19T14:00:26.247" v="488"/>
        <pc:sldMkLst>
          <pc:docMk/>
          <pc:sldMk cId="2205910829" sldId="359"/>
        </pc:sldMkLst>
      </pc:sldChg>
      <pc:sldChg chg="addSp delSp modSp add mod chgLayout">
        <pc:chgData name="Dr. Robert Butscher" userId="61bc653898ddc2e0" providerId="LiveId" clId="{51D723D9-59D9-44A1-A120-82CD4C10D8A5}" dt="2026-09-19T14:03:58.878" v="518" actId="6264"/>
        <pc:sldMkLst>
          <pc:docMk/>
          <pc:sldMk cId="814970490" sldId="360"/>
        </pc:sldMkLst>
        <pc:spChg chg="mod ord">
          <ac:chgData name="Dr. Robert Butscher" userId="61bc653898ddc2e0" providerId="LiveId" clId="{51D723D9-59D9-44A1-A120-82CD4C10D8A5}" dt="2026-09-19T14:03:58.878" v="518" actId="6264"/>
          <ac:spMkLst>
            <pc:docMk/>
            <pc:sldMk cId="814970490" sldId="360"/>
            <ac:spMk id="2" creationId="{00000000-0000-0000-0000-000000000000}"/>
          </ac:spMkLst>
        </pc:spChg>
        <pc:spChg chg="mod ord">
          <ac:chgData name="Dr. Robert Butscher" userId="61bc653898ddc2e0" providerId="LiveId" clId="{51D723D9-59D9-44A1-A120-82CD4C10D8A5}" dt="2026-09-19T14:03:58.878" v="518" actId="6264"/>
          <ac:spMkLst>
            <pc:docMk/>
            <pc:sldMk cId="814970490" sldId="360"/>
            <ac:spMk id="3" creationId="{00000000-0000-0000-0000-000000000000}"/>
          </ac:spMkLst>
        </pc:spChg>
        <pc:spChg chg="mod ord">
          <ac:chgData name="Dr. Robert Butscher" userId="61bc653898ddc2e0" providerId="LiveId" clId="{51D723D9-59D9-44A1-A120-82CD4C10D8A5}" dt="2026-09-19T14:03:58.878" v="518" actId="6264"/>
          <ac:spMkLst>
            <pc:docMk/>
            <pc:sldMk cId="814970490" sldId="360"/>
            <ac:spMk id="4" creationId="{00000000-0000-0000-0000-000000000000}"/>
          </ac:spMkLst>
        </pc:spChg>
        <pc:spChg chg="mod ord">
          <ac:chgData name="Dr. Robert Butscher" userId="61bc653898ddc2e0" providerId="LiveId" clId="{51D723D9-59D9-44A1-A120-82CD4C10D8A5}" dt="2026-09-19T14:03:58.878" v="518" actId="6264"/>
          <ac:spMkLst>
            <pc:docMk/>
            <pc:sldMk cId="814970490" sldId="360"/>
            <ac:spMk id="5" creationId="{00000000-0000-0000-0000-000000000000}"/>
          </ac:spMkLst>
        </pc:spChg>
        <pc:spChg chg="add del mod">
          <ac:chgData name="Dr. Robert Butscher" userId="61bc653898ddc2e0" providerId="LiveId" clId="{51D723D9-59D9-44A1-A120-82CD4C10D8A5}" dt="2026-09-19T14:03:58.878" v="518" actId="6264"/>
          <ac:spMkLst>
            <pc:docMk/>
            <pc:sldMk cId="814970490" sldId="360"/>
            <ac:spMk id="7" creationId="{DB9CC815-9ACD-5BDA-E7DD-782EB380F667}"/>
          </ac:spMkLst>
        </pc:spChg>
        <pc:spChg chg="add del mod">
          <ac:chgData name="Dr. Robert Butscher" userId="61bc653898ddc2e0" providerId="LiveId" clId="{51D723D9-59D9-44A1-A120-82CD4C10D8A5}" dt="2026-09-19T14:03:58.878" v="518" actId="6264"/>
          <ac:spMkLst>
            <pc:docMk/>
            <pc:sldMk cId="814970490" sldId="360"/>
            <ac:spMk id="8" creationId="{249BCB7B-4EDB-B3C4-2950-59E563F2A399}"/>
          </ac:spMkLst>
        </pc:spChg>
        <pc:spChg chg="add del mod">
          <ac:chgData name="Dr. Robert Butscher" userId="61bc653898ddc2e0" providerId="LiveId" clId="{51D723D9-59D9-44A1-A120-82CD4C10D8A5}" dt="2026-09-19T14:03:58.878" v="518" actId="6264"/>
          <ac:spMkLst>
            <pc:docMk/>
            <pc:sldMk cId="814970490" sldId="360"/>
            <ac:spMk id="9" creationId="{B2E785B2-182E-2470-8A48-4A44ACE69F77}"/>
          </ac:spMkLst>
        </pc:spChg>
        <pc:spChg chg="add del mod">
          <ac:chgData name="Dr. Robert Butscher" userId="61bc653898ddc2e0" providerId="LiveId" clId="{51D723D9-59D9-44A1-A120-82CD4C10D8A5}" dt="2026-09-19T14:03:58.878" v="518" actId="6264"/>
          <ac:spMkLst>
            <pc:docMk/>
            <pc:sldMk cId="814970490" sldId="360"/>
            <ac:spMk id="10" creationId="{435941A2-0E5A-1025-BA64-885C95D3376A}"/>
          </ac:spMkLst>
        </pc:spChg>
      </pc:sldChg>
      <pc:sldChg chg="addSp delSp modSp add mod chgLayout">
        <pc:chgData name="Dr. Robert Butscher" userId="61bc653898ddc2e0" providerId="LiveId" clId="{51D723D9-59D9-44A1-A120-82CD4C10D8A5}" dt="2026-09-19T14:04:04.763" v="519" actId="6264"/>
        <pc:sldMkLst>
          <pc:docMk/>
          <pc:sldMk cId="2631252606" sldId="361"/>
        </pc:sldMkLst>
        <pc:spChg chg="mod ord">
          <ac:chgData name="Dr. Robert Butscher" userId="61bc653898ddc2e0" providerId="LiveId" clId="{51D723D9-59D9-44A1-A120-82CD4C10D8A5}" dt="2026-09-19T14:04:04.763" v="519" actId="6264"/>
          <ac:spMkLst>
            <pc:docMk/>
            <pc:sldMk cId="2631252606" sldId="361"/>
            <ac:spMk id="2" creationId="{00000000-0000-0000-0000-000000000000}"/>
          </ac:spMkLst>
        </pc:spChg>
        <pc:spChg chg="mod ord">
          <ac:chgData name="Dr. Robert Butscher" userId="61bc653898ddc2e0" providerId="LiveId" clId="{51D723D9-59D9-44A1-A120-82CD4C10D8A5}" dt="2026-09-19T14:04:04.763" v="519" actId="6264"/>
          <ac:spMkLst>
            <pc:docMk/>
            <pc:sldMk cId="2631252606" sldId="361"/>
            <ac:spMk id="3" creationId="{00000000-0000-0000-0000-000000000000}"/>
          </ac:spMkLst>
        </pc:spChg>
        <pc:spChg chg="mod ord">
          <ac:chgData name="Dr. Robert Butscher" userId="61bc653898ddc2e0" providerId="LiveId" clId="{51D723D9-59D9-44A1-A120-82CD4C10D8A5}" dt="2026-09-19T14:04:04.763" v="519" actId="6264"/>
          <ac:spMkLst>
            <pc:docMk/>
            <pc:sldMk cId="2631252606" sldId="361"/>
            <ac:spMk id="4" creationId="{00000000-0000-0000-0000-000000000000}"/>
          </ac:spMkLst>
        </pc:spChg>
        <pc:spChg chg="mod ord">
          <ac:chgData name="Dr. Robert Butscher" userId="61bc653898ddc2e0" providerId="LiveId" clId="{51D723D9-59D9-44A1-A120-82CD4C10D8A5}" dt="2026-09-19T14:04:04.763" v="519" actId="6264"/>
          <ac:spMkLst>
            <pc:docMk/>
            <pc:sldMk cId="2631252606" sldId="361"/>
            <ac:spMk id="5" creationId="{00000000-0000-0000-0000-000000000000}"/>
          </ac:spMkLst>
        </pc:spChg>
        <pc:spChg chg="add del mod">
          <ac:chgData name="Dr. Robert Butscher" userId="61bc653898ddc2e0" providerId="LiveId" clId="{51D723D9-59D9-44A1-A120-82CD4C10D8A5}" dt="2026-09-19T14:04:04.763" v="519" actId="6264"/>
          <ac:spMkLst>
            <pc:docMk/>
            <pc:sldMk cId="2631252606" sldId="361"/>
            <ac:spMk id="7" creationId="{DA2B6A31-1196-FD99-D771-5927335E08F9}"/>
          </ac:spMkLst>
        </pc:spChg>
        <pc:spChg chg="add del mod">
          <ac:chgData name="Dr. Robert Butscher" userId="61bc653898ddc2e0" providerId="LiveId" clId="{51D723D9-59D9-44A1-A120-82CD4C10D8A5}" dt="2026-09-19T14:04:04.763" v="519" actId="6264"/>
          <ac:spMkLst>
            <pc:docMk/>
            <pc:sldMk cId="2631252606" sldId="361"/>
            <ac:spMk id="8" creationId="{D910B3F2-B443-3709-EC17-2B9D703E3576}"/>
          </ac:spMkLst>
        </pc:spChg>
        <pc:spChg chg="add del mod">
          <ac:chgData name="Dr. Robert Butscher" userId="61bc653898ddc2e0" providerId="LiveId" clId="{51D723D9-59D9-44A1-A120-82CD4C10D8A5}" dt="2026-09-19T14:04:04.763" v="519" actId="6264"/>
          <ac:spMkLst>
            <pc:docMk/>
            <pc:sldMk cId="2631252606" sldId="361"/>
            <ac:spMk id="9" creationId="{F357464D-6D2B-61B7-8D40-60FC323B4F54}"/>
          </ac:spMkLst>
        </pc:spChg>
        <pc:spChg chg="add del mod">
          <ac:chgData name="Dr. Robert Butscher" userId="61bc653898ddc2e0" providerId="LiveId" clId="{51D723D9-59D9-44A1-A120-82CD4C10D8A5}" dt="2026-09-19T14:04:04.763" v="519" actId="6264"/>
          <ac:spMkLst>
            <pc:docMk/>
            <pc:sldMk cId="2631252606" sldId="361"/>
            <ac:spMk id="10" creationId="{D2D6CEA0-5D47-BFC3-86C9-FC3FD112FDD4}"/>
          </ac:spMkLst>
        </pc:spChg>
        <pc:graphicFrameChg chg="mod">
          <ac:chgData name="Dr. Robert Butscher" userId="61bc653898ddc2e0" providerId="LiveId" clId="{51D723D9-59D9-44A1-A120-82CD4C10D8A5}" dt="2026-09-19T14:02:58.910" v="516"/>
          <ac:graphicFrameMkLst>
            <pc:docMk/>
            <pc:sldMk cId="2631252606" sldId="361"/>
            <ac:graphicFrameMk id="6" creationId="{00000000-0000-0000-0000-000000000000}"/>
          </ac:graphicFrameMkLst>
        </pc:graphicFrameChg>
      </pc:sldChg>
      <pc:sldChg chg="addSp delSp modSp add mod chgLayout">
        <pc:chgData name="Dr. Robert Butscher" userId="61bc653898ddc2e0" providerId="LiveId" clId="{51D723D9-59D9-44A1-A120-82CD4C10D8A5}" dt="2026-09-19T14:00:58.916" v="505" actId="6549"/>
        <pc:sldMkLst>
          <pc:docMk/>
          <pc:sldMk cId="2328383775" sldId="362"/>
        </pc:sldMkLst>
        <pc:spChg chg="mod ord">
          <ac:chgData name="Dr. Robert Butscher" userId="61bc653898ddc2e0" providerId="LiveId" clId="{51D723D9-59D9-44A1-A120-82CD4C10D8A5}" dt="2026-09-19T14:00:44.394" v="501" actId="6264"/>
          <ac:spMkLst>
            <pc:docMk/>
            <pc:sldMk cId="2328383775" sldId="362"/>
            <ac:spMk id="2" creationId="{00000000-0000-0000-0000-000000000000}"/>
          </ac:spMkLst>
        </pc:spChg>
        <pc:spChg chg="mod ord">
          <ac:chgData name="Dr. Robert Butscher" userId="61bc653898ddc2e0" providerId="LiveId" clId="{51D723D9-59D9-44A1-A120-82CD4C10D8A5}" dt="2026-09-19T14:00:44.394" v="501" actId="6264"/>
          <ac:spMkLst>
            <pc:docMk/>
            <pc:sldMk cId="2328383775" sldId="362"/>
            <ac:spMk id="3" creationId="{00000000-0000-0000-0000-000000000000}"/>
          </ac:spMkLst>
        </pc:spChg>
        <pc:spChg chg="mod ord">
          <ac:chgData name="Dr. Robert Butscher" userId="61bc653898ddc2e0" providerId="LiveId" clId="{51D723D9-59D9-44A1-A120-82CD4C10D8A5}" dt="2026-09-19T14:00:44.394" v="501" actId="6264"/>
          <ac:spMkLst>
            <pc:docMk/>
            <pc:sldMk cId="2328383775" sldId="362"/>
            <ac:spMk id="4" creationId="{00000000-0000-0000-0000-000000000000}"/>
          </ac:spMkLst>
        </pc:spChg>
        <pc:spChg chg="mod ord">
          <ac:chgData name="Dr. Robert Butscher" userId="61bc653898ddc2e0" providerId="LiveId" clId="{51D723D9-59D9-44A1-A120-82CD4C10D8A5}" dt="2026-09-19T14:00:58.916" v="505" actId="6549"/>
          <ac:spMkLst>
            <pc:docMk/>
            <pc:sldMk cId="2328383775" sldId="362"/>
            <ac:spMk id="5" creationId="{00000000-0000-0000-0000-000000000000}"/>
          </ac:spMkLst>
        </pc:spChg>
        <pc:spChg chg="add del mod">
          <ac:chgData name="Dr. Robert Butscher" userId="61bc653898ddc2e0" providerId="LiveId" clId="{51D723D9-59D9-44A1-A120-82CD4C10D8A5}" dt="2026-09-19T14:00:44.394" v="501" actId="6264"/>
          <ac:spMkLst>
            <pc:docMk/>
            <pc:sldMk cId="2328383775" sldId="362"/>
            <ac:spMk id="6" creationId="{177035EE-D892-D278-80BE-67FFBC65AF3F}"/>
          </ac:spMkLst>
        </pc:spChg>
        <pc:spChg chg="add del mod">
          <ac:chgData name="Dr. Robert Butscher" userId="61bc653898ddc2e0" providerId="LiveId" clId="{51D723D9-59D9-44A1-A120-82CD4C10D8A5}" dt="2026-09-19T14:00:44.394" v="501" actId="6264"/>
          <ac:spMkLst>
            <pc:docMk/>
            <pc:sldMk cId="2328383775" sldId="362"/>
            <ac:spMk id="7" creationId="{A71AC62D-2406-A9B1-268D-4D8D1ACEACEC}"/>
          </ac:spMkLst>
        </pc:spChg>
        <pc:spChg chg="add del mod">
          <ac:chgData name="Dr. Robert Butscher" userId="61bc653898ddc2e0" providerId="LiveId" clId="{51D723D9-59D9-44A1-A120-82CD4C10D8A5}" dt="2026-09-19T14:00:44.394" v="501" actId="6264"/>
          <ac:spMkLst>
            <pc:docMk/>
            <pc:sldMk cId="2328383775" sldId="362"/>
            <ac:spMk id="8" creationId="{61089A31-31CD-4E59-B30B-2AD9F8567B37}"/>
          </ac:spMkLst>
        </pc:spChg>
        <pc:spChg chg="add del mod">
          <ac:chgData name="Dr. Robert Butscher" userId="61bc653898ddc2e0" providerId="LiveId" clId="{51D723D9-59D9-44A1-A120-82CD4C10D8A5}" dt="2026-09-19T14:00:44.394" v="501" actId="6264"/>
          <ac:spMkLst>
            <pc:docMk/>
            <pc:sldMk cId="2328383775" sldId="362"/>
            <ac:spMk id="9" creationId="{D67F409B-B45C-CAA6-40CE-8261F05BBF9B}"/>
          </ac:spMkLst>
        </pc:spChg>
      </pc:sldChg>
      <pc:sldChg chg="add">
        <pc:chgData name="Dr. Robert Butscher" userId="61bc653898ddc2e0" providerId="LiveId" clId="{51D723D9-59D9-44A1-A120-82CD4C10D8A5}" dt="2026-09-19T14:08:03.121" v="531"/>
        <pc:sldMkLst>
          <pc:docMk/>
          <pc:sldMk cId="1898507325" sldId="363"/>
        </pc:sldMkLst>
      </pc:sldChg>
      <pc:sldChg chg="add del">
        <pc:chgData name="Dr. Robert Butscher" userId="61bc653898ddc2e0" providerId="LiveId" clId="{51D723D9-59D9-44A1-A120-82CD4C10D8A5}" dt="2026-09-19T14:13:13.996" v="578"/>
        <pc:sldMkLst>
          <pc:docMk/>
          <pc:sldMk cId="564449511" sldId="364"/>
        </pc:sldMkLst>
      </pc:sldChg>
      <pc:sldChg chg="add">
        <pc:chgData name="Dr. Robert Butscher" userId="61bc653898ddc2e0" providerId="LiveId" clId="{51D723D9-59D9-44A1-A120-82CD4C10D8A5}" dt="2026-09-19T14:08:19.057" v="538"/>
        <pc:sldMkLst>
          <pc:docMk/>
          <pc:sldMk cId="2276117977" sldId="365"/>
        </pc:sldMkLst>
      </pc:sldChg>
      <pc:sldChg chg="modSp add del mod">
        <pc:chgData name="Dr. Robert Butscher" userId="61bc653898ddc2e0" providerId="LiveId" clId="{51D723D9-59D9-44A1-A120-82CD4C10D8A5}" dt="2026-09-19T14:14:44.281" v="607"/>
        <pc:sldMkLst>
          <pc:docMk/>
          <pc:sldMk cId="408440241" sldId="366"/>
        </pc:sldMkLst>
        <pc:spChg chg="mod">
          <ac:chgData name="Dr. Robert Butscher" userId="61bc653898ddc2e0" providerId="LiveId" clId="{51D723D9-59D9-44A1-A120-82CD4C10D8A5}" dt="2026-09-19T14:08:22.497" v="542"/>
          <ac:spMkLst>
            <pc:docMk/>
            <pc:sldMk cId="408440241" sldId="366"/>
            <ac:spMk id="11" creationId="{00000000-0000-0000-0000-000000000000}"/>
          </ac:spMkLst>
        </pc:spChg>
      </pc:sldChg>
      <pc:sldChg chg="add">
        <pc:chgData name="Dr. Robert Butscher" userId="61bc653898ddc2e0" providerId="LiveId" clId="{51D723D9-59D9-44A1-A120-82CD4C10D8A5}" dt="2026-09-19T14:08:27.526" v="543"/>
        <pc:sldMkLst>
          <pc:docMk/>
          <pc:sldMk cId="2166023176" sldId="367"/>
        </pc:sldMkLst>
      </pc:sldChg>
      <pc:sldChg chg="add">
        <pc:chgData name="Dr. Robert Butscher" userId="61bc653898ddc2e0" providerId="LiveId" clId="{51D723D9-59D9-44A1-A120-82CD4C10D8A5}" dt="2026-09-19T14:08:28.988" v="545"/>
        <pc:sldMkLst>
          <pc:docMk/>
          <pc:sldMk cId="3674197734" sldId="368"/>
        </pc:sldMkLst>
      </pc:sldChg>
      <pc:sldChg chg="add del">
        <pc:chgData name="Dr. Robert Butscher" userId="61bc653898ddc2e0" providerId="LiveId" clId="{51D723D9-59D9-44A1-A120-82CD4C10D8A5}" dt="2026-09-19T14:10:56.318" v="562"/>
        <pc:sldMkLst>
          <pc:docMk/>
          <pc:sldMk cId="1462166631" sldId="369"/>
        </pc:sldMkLst>
      </pc:sldChg>
      <pc:sldChg chg="add del">
        <pc:chgData name="Dr. Robert Butscher" userId="61bc653898ddc2e0" providerId="LiveId" clId="{51D723D9-59D9-44A1-A120-82CD4C10D8A5}" dt="2026-09-19T14:16:13.903" v="620"/>
        <pc:sldMkLst>
          <pc:docMk/>
          <pc:sldMk cId="2947500955" sldId="370"/>
        </pc:sldMkLst>
      </pc:sldChg>
      <pc:sldChg chg="add del ord">
        <pc:chgData name="Dr. Robert Butscher" userId="61bc653898ddc2e0" providerId="LiveId" clId="{51D723D9-59D9-44A1-A120-82CD4C10D8A5}" dt="2026-09-19T14:11:46.379" v="569"/>
        <pc:sldMkLst>
          <pc:docMk/>
          <pc:sldMk cId="3990819521" sldId="371"/>
        </pc:sldMkLst>
      </pc:sldChg>
      <pc:sldChg chg="addSp modSp add mod">
        <pc:chgData name="Dr. Robert Butscher" userId="61bc653898ddc2e0" providerId="LiveId" clId="{51D723D9-59D9-44A1-A120-82CD4C10D8A5}" dt="2026-09-19T14:14:34.955" v="605" actId="20577"/>
        <pc:sldMkLst>
          <pc:docMk/>
          <pc:sldMk cId="188643421" sldId="372"/>
        </pc:sldMkLst>
        <pc:spChg chg="mod">
          <ac:chgData name="Dr. Robert Butscher" userId="61bc653898ddc2e0" providerId="LiveId" clId="{51D723D9-59D9-44A1-A120-82CD4C10D8A5}" dt="2026-09-19T14:14:34.955" v="605" actId="20577"/>
          <ac:spMkLst>
            <pc:docMk/>
            <pc:sldMk cId="188643421" sldId="372"/>
            <ac:spMk id="2" creationId="{00000000-0000-0000-0000-000000000000}"/>
          </ac:spMkLst>
        </pc:spChg>
        <pc:picChg chg="add mod">
          <ac:chgData name="Dr. Robert Butscher" userId="61bc653898ddc2e0" providerId="LiveId" clId="{51D723D9-59D9-44A1-A120-82CD4C10D8A5}" dt="2026-09-19T14:14:29.478" v="591" actId="1076"/>
          <ac:picMkLst>
            <pc:docMk/>
            <pc:sldMk cId="188643421" sldId="372"/>
            <ac:picMk id="4" creationId="{C2A8FA23-581E-E2CA-610D-5337B3AC4D95}"/>
          </ac:picMkLst>
        </pc:picChg>
      </pc:sldChg>
      <pc:sldChg chg="modSp add mod">
        <pc:chgData name="Dr. Robert Butscher" userId="61bc653898ddc2e0" providerId="LiveId" clId="{51D723D9-59D9-44A1-A120-82CD4C10D8A5}" dt="2026-09-19T14:13:18.817" v="581"/>
        <pc:sldMkLst>
          <pc:docMk/>
          <pc:sldMk cId="3952806351" sldId="373"/>
        </pc:sldMkLst>
        <pc:spChg chg="mod">
          <ac:chgData name="Dr. Robert Butscher" userId="61bc653898ddc2e0" providerId="LiveId" clId="{51D723D9-59D9-44A1-A120-82CD4C10D8A5}" dt="2026-09-19T14:13:18.817" v="581"/>
          <ac:spMkLst>
            <pc:docMk/>
            <pc:sldMk cId="3952806351" sldId="373"/>
            <ac:spMk id="16" creationId="{00000000-0000-0000-0000-000000000000}"/>
          </ac:spMkLst>
        </pc:spChg>
      </pc:sldChg>
      <pc:sldChg chg="modSp add mod">
        <pc:chgData name="Dr. Robert Butscher" userId="61bc653898ddc2e0" providerId="LiveId" clId="{51D723D9-59D9-44A1-A120-82CD4C10D8A5}" dt="2026-09-19T14:14:45.075" v="608"/>
        <pc:sldMkLst>
          <pc:docMk/>
          <pc:sldMk cId="3132889843" sldId="374"/>
        </pc:sldMkLst>
        <pc:spChg chg="mod">
          <ac:chgData name="Dr. Robert Butscher" userId="61bc653898ddc2e0" providerId="LiveId" clId="{51D723D9-59D9-44A1-A120-82CD4C10D8A5}" dt="2026-09-19T14:14:45.075" v="608"/>
          <ac:spMkLst>
            <pc:docMk/>
            <pc:sldMk cId="3132889843" sldId="374"/>
            <ac:spMk id="11" creationId="{00000000-0000-0000-0000-000000000000}"/>
          </ac:spMkLst>
        </pc:spChg>
      </pc:sldChg>
      <pc:sldChg chg="modSp add mod">
        <pc:chgData name="Dr. Robert Butscher" userId="61bc653898ddc2e0" providerId="LiveId" clId="{51D723D9-59D9-44A1-A120-82CD4C10D8A5}" dt="2026-09-19T14:16:14.438" v="622"/>
        <pc:sldMkLst>
          <pc:docMk/>
          <pc:sldMk cId="306507477" sldId="375"/>
        </pc:sldMkLst>
        <pc:spChg chg="mod">
          <ac:chgData name="Dr. Robert Butscher" userId="61bc653898ddc2e0" providerId="LiveId" clId="{51D723D9-59D9-44A1-A120-82CD4C10D8A5}" dt="2026-09-19T14:16:14.438" v="622"/>
          <ac:spMkLst>
            <pc:docMk/>
            <pc:sldMk cId="306507477" sldId="375"/>
            <ac:spMk id="23" creationId="{00000000-0000-0000-0000-000000000000}"/>
          </ac:spMkLst>
        </pc:spChg>
      </pc:sldChg>
      <pc:sldChg chg="add del">
        <pc:chgData name="Dr. Robert Butscher" userId="61bc653898ddc2e0" providerId="LiveId" clId="{51D723D9-59D9-44A1-A120-82CD4C10D8A5}" dt="2026-09-19T14:17:32.992" v="638"/>
        <pc:sldMkLst>
          <pc:docMk/>
          <pc:sldMk cId="1761497366" sldId="376"/>
        </pc:sldMkLst>
      </pc:sldChg>
      <pc:sldChg chg="add">
        <pc:chgData name="Dr. Robert Butscher" userId="61bc653898ddc2e0" providerId="LiveId" clId="{51D723D9-59D9-44A1-A120-82CD4C10D8A5}" dt="2026-09-19T14:16:59.004" v="630"/>
        <pc:sldMkLst>
          <pc:docMk/>
          <pc:sldMk cId="330192909" sldId="377"/>
        </pc:sldMkLst>
      </pc:sldChg>
      <pc:sldChg chg="add">
        <pc:chgData name="Dr. Robert Butscher" userId="61bc653898ddc2e0" providerId="LiveId" clId="{51D723D9-59D9-44A1-A120-82CD4C10D8A5}" dt="2026-09-19T14:17:32.938" v="637"/>
        <pc:sldMkLst>
          <pc:docMk/>
          <pc:sldMk cId="3430640682" sldId="378"/>
        </pc:sldMkLst>
      </pc:sldChg>
      <pc:sldChg chg="new del">
        <pc:chgData name="Dr. Robert Butscher" userId="61bc653898ddc2e0" providerId="LiveId" clId="{51D723D9-59D9-44A1-A120-82CD4C10D8A5}" dt="2026-09-19T14:21:23.950" v="1131" actId="47"/>
        <pc:sldMkLst>
          <pc:docMk/>
          <pc:sldMk cId="1315460098" sldId="379"/>
        </pc:sldMkLst>
      </pc:sldChg>
      <pc:sldChg chg="addSp delSp modSp add mod modClrScheme chgLayout">
        <pc:chgData name="Dr. Robert Butscher" userId="61bc653898ddc2e0" providerId="LiveId" clId="{51D723D9-59D9-44A1-A120-82CD4C10D8A5}" dt="2026-09-19T14:21:40.325" v="1160"/>
        <pc:sldMkLst>
          <pc:docMk/>
          <pc:sldMk cId="820479961" sldId="380"/>
        </pc:sldMkLst>
        <pc:spChg chg="mod ord">
          <ac:chgData name="Dr. Robert Butscher" userId="61bc653898ddc2e0" providerId="LiveId" clId="{51D723D9-59D9-44A1-A120-82CD4C10D8A5}" dt="2026-09-19T14:21:17.462" v="1129" actId="5793"/>
          <ac:spMkLst>
            <pc:docMk/>
            <pc:sldMk cId="820479961" sldId="380"/>
            <ac:spMk id="2" creationId="{DF1059CB-E3BE-CDF1-8F1C-8F8FD375D754}"/>
          </ac:spMkLst>
        </pc:spChg>
        <pc:spChg chg="del">
          <ac:chgData name="Dr. Robert Butscher" userId="61bc653898ddc2e0" providerId="LiveId" clId="{51D723D9-59D9-44A1-A120-82CD4C10D8A5}" dt="2026-09-19T14:20:37.825" v="1071"/>
          <ac:spMkLst>
            <pc:docMk/>
            <pc:sldMk cId="820479961" sldId="380"/>
            <ac:spMk id="3" creationId="{BDD8B0EE-DA51-7029-9529-0E7734922B56}"/>
          </ac:spMkLst>
        </pc:spChg>
        <pc:spChg chg="add mod">
          <ac:chgData name="Dr. Robert Butscher" userId="61bc653898ddc2e0" providerId="LiveId" clId="{51D723D9-59D9-44A1-A120-82CD4C10D8A5}" dt="2026-09-19T14:21:40.252" v="1135"/>
          <ac:spMkLst>
            <pc:docMk/>
            <pc:sldMk cId="820479961" sldId="380"/>
            <ac:spMk id="4" creationId="{A4BC1F97-7541-9B80-6F51-C143FBAC11AA}"/>
          </ac:spMkLst>
        </pc:spChg>
        <pc:spChg chg="add mod">
          <ac:chgData name="Dr. Robert Butscher" userId="61bc653898ddc2e0" providerId="LiveId" clId="{51D723D9-59D9-44A1-A120-82CD4C10D8A5}" dt="2026-09-19T14:20:36.840" v="680"/>
          <ac:spMkLst>
            <pc:docMk/>
            <pc:sldMk cId="820479961" sldId="380"/>
            <ac:spMk id="5" creationId="{B893BED9-161A-7B42-6A96-56279CB8B969}"/>
          </ac:spMkLst>
        </pc:spChg>
        <pc:spChg chg="add mod">
          <ac:chgData name="Dr. Robert Butscher" userId="61bc653898ddc2e0" providerId="LiveId" clId="{51D723D9-59D9-44A1-A120-82CD4C10D8A5}" dt="2026-09-19T14:21:40.253" v="1136"/>
          <ac:spMkLst>
            <pc:docMk/>
            <pc:sldMk cId="820479961" sldId="380"/>
            <ac:spMk id="6" creationId="{91FFF724-769F-43FD-48FD-2239BC386282}"/>
          </ac:spMkLst>
        </pc:spChg>
        <pc:spChg chg="add mod">
          <ac:chgData name="Dr. Robert Butscher" userId="61bc653898ddc2e0" providerId="LiveId" clId="{51D723D9-59D9-44A1-A120-82CD4C10D8A5}" dt="2026-09-19T14:21:40.267" v="1138"/>
          <ac:spMkLst>
            <pc:docMk/>
            <pc:sldMk cId="820479961" sldId="380"/>
            <ac:spMk id="7" creationId="{0AB8AFF8-2A02-B1DC-9FE4-627FB8C7368C}"/>
          </ac:spMkLst>
        </pc:spChg>
        <pc:spChg chg="add mod">
          <ac:chgData name="Dr. Robert Butscher" userId="61bc653898ddc2e0" providerId="LiveId" clId="{51D723D9-59D9-44A1-A120-82CD4C10D8A5}" dt="2026-09-19T14:20:36.967" v="727"/>
          <ac:spMkLst>
            <pc:docMk/>
            <pc:sldMk cId="820479961" sldId="380"/>
            <ac:spMk id="8" creationId="{C9623762-A23D-5BDD-E83C-5C7E9E52C5C1}"/>
          </ac:spMkLst>
        </pc:spChg>
        <pc:spChg chg="add mod">
          <ac:chgData name="Dr. Robert Butscher" userId="61bc653898ddc2e0" providerId="LiveId" clId="{51D723D9-59D9-44A1-A120-82CD4C10D8A5}" dt="2026-09-19T14:21:40.268" v="1139"/>
          <ac:spMkLst>
            <pc:docMk/>
            <pc:sldMk cId="820479961" sldId="380"/>
            <ac:spMk id="9" creationId="{29F1D2CA-74BC-D318-4C23-16B1C14E75EC}"/>
          </ac:spMkLst>
        </pc:spChg>
        <pc:spChg chg="add mod">
          <ac:chgData name="Dr. Robert Butscher" userId="61bc653898ddc2e0" providerId="LiveId" clId="{51D723D9-59D9-44A1-A120-82CD4C10D8A5}" dt="2026-09-19T14:21:40.281" v="1141"/>
          <ac:spMkLst>
            <pc:docMk/>
            <pc:sldMk cId="820479961" sldId="380"/>
            <ac:spMk id="10" creationId="{D042D296-7727-D18E-DB64-4AC5DBABDA4F}"/>
          </ac:spMkLst>
        </pc:spChg>
        <pc:spChg chg="add mod">
          <ac:chgData name="Dr. Robert Butscher" userId="61bc653898ddc2e0" providerId="LiveId" clId="{51D723D9-59D9-44A1-A120-82CD4C10D8A5}" dt="2026-09-19T14:21:35.064" v="1133" actId="14100"/>
          <ac:spMkLst>
            <pc:docMk/>
            <pc:sldMk cId="820479961" sldId="380"/>
            <ac:spMk id="11" creationId="{7310149C-E958-13AD-7079-65A926188E84}"/>
          </ac:spMkLst>
        </pc:spChg>
        <pc:spChg chg="add mod">
          <ac:chgData name="Dr. Robert Butscher" userId="61bc653898ddc2e0" providerId="LiveId" clId="{51D723D9-59D9-44A1-A120-82CD4C10D8A5}" dt="2026-09-19T14:21:40.282" v="1142"/>
          <ac:spMkLst>
            <pc:docMk/>
            <pc:sldMk cId="820479961" sldId="380"/>
            <ac:spMk id="12" creationId="{647B5D6C-AB9D-BCED-9090-7FFAE66E540F}"/>
          </ac:spMkLst>
        </pc:spChg>
        <pc:spChg chg="add mod">
          <ac:chgData name="Dr. Robert Butscher" userId="61bc653898ddc2e0" providerId="LiveId" clId="{51D723D9-59D9-44A1-A120-82CD4C10D8A5}" dt="2026-09-19T14:21:40.292" v="1144"/>
          <ac:spMkLst>
            <pc:docMk/>
            <pc:sldMk cId="820479961" sldId="380"/>
            <ac:spMk id="13" creationId="{8725E320-A0D2-7CE5-C543-E35C7D583E01}"/>
          </ac:spMkLst>
        </pc:spChg>
        <pc:spChg chg="add mod">
          <ac:chgData name="Dr. Robert Butscher" userId="61bc653898ddc2e0" providerId="LiveId" clId="{51D723D9-59D9-44A1-A120-82CD4C10D8A5}" dt="2026-09-19T14:20:37.183" v="821"/>
          <ac:spMkLst>
            <pc:docMk/>
            <pc:sldMk cId="820479961" sldId="380"/>
            <ac:spMk id="14" creationId="{49BA9910-BFA4-8424-3E01-455EB1281B41}"/>
          </ac:spMkLst>
        </pc:spChg>
        <pc:spChg chg="add mod">
          <ac:chgData name="Dr. Robert Butscher" userId="61bc653898ddc2e0" providerId="LiveId" clId="{51D723D9-59D9-44A1-A120-82CD4C10D8A5}" dt="2026-09-19T14:21:40.294" v="1145"/>
          <ac:spMkLst>
            <pc:docMk/>
            <pc:sldMk cId="820479961" sldId="380"/>
            <ac:spMk id="15" creationId="{8D45B0EE-2B1C-68CD-86AC-C036956ABAD3}"/>
          </ac:spMkLst>
        </pc:spChg>
        <pc:spChg chg="add mod">
          <ac:chgData name="Dr. Robert Butscher" userId="61bc653898ddc2e0" providerId="LiveId" clId="{51D723D9-59D9-44A1-A120-82CD4C10D8A5}" dt="2026-09-19T14:21:40.299" v="1147"/>
          <ac:spMkLst>
            <pc:docMk/>
            <pc:sldMk cId="820479961" sldId="380"/>
            <ac:spMk id="16" creationId="{E32CAAE5-3E2F-C964-6211-DB97AC8A3E12}"/>
          </ac:spMkLst>
        </pc:spChg>
        <pc:spChg chg="add mod">
          <ac:chgData name="Dr. Robert Butscher" userId="61bc653898ddc2e0" providerId="LiveId" clId="{51D723D9-59D9-44A1-A120-82CD4C10D8A5}" dt="2026-09-19T14:21:35.064" v="1133" actId="14100"/>
          <ac:spMkLst>
            <pc:docMk/>
            <pc:sldMk cId="820479961" sldId="380"/>
            <ac:spMk id="17" creationId="{2BF31EFB-3F65-C278-6CF2-DA6CF345EE86}"/>
          </ac:spMkLst>
        </pc:spChg>
        <pc:spChg chg="add mod">
          <ac:chgData name="Dr. Robert Butscher" userId="61bc653898ddc2e0" providerId="LiveId" clId="{51D723D9-59D9-44A1-A120-82CD4C10D8A5}" dt="2026-09-19T14:21:40.300" v="1148"/>
          <ac:spMkLst>
            <pc:docMk/>
            <pc:sldMk cId="820479961" sldId="380"/>
            <ac:spMk id="18" creationId="{32E8D255-5FC7-9051-9F39-DBA4128D859D}"/>
          </ac:spMkLst>
        </pc:spChg>
        <pc:spChg chg="add mod">
          <ac:chgData name="Dr. Robert Butscher" userId="61bc653898ddc2e0" providerId="LiveId" clId="{51D723D9-59D9-44A1-A120-82CD4C10D8A5}" dt="2026-09-19T14:21:40.304" v="1150"/>
          <ac:spMkLst>
            <pc:docMk/>
            <pc:sldMk cId="820479961" sldId="380"/>
            <ac:spMk id="19" creationId="{956642A6-4EAD-8A2B-D2FA-6F580404DD2C}"/>
          </ac:spMkLst>
        </pc:spChg>
        <pc:spChg chg="add mod">
          <ac:chgData name="Dr. Robert Butscher" userId="61bc653898ddc2e0" providerId="LiveId" clId="{51D723D9-59D9-44A1-A120-82CD4C10D8A5}" dt="2026-09-19T14:20:37.414" v="915"/>
          <ac:spMkLst>
            <pc:docMk/>
            <pc:sldMk cId="820479961" sldId="380"/>
            <ac:spMk id="20" creationId="{93010967-67DC-F927-AD6C-4281F3130321}"/>
          </ac:spMkLst>
        </pc:spChg>
        <pc:spChg chg="add mod">
          <ac:chgData name="Dr. Robert Butscher" userId="61bc653898ddc2e0" providerId="LiveId" clId="{51D723D9-59D9-44A1-A120-82CD4C10D8A5}" dt="2026-09-19T14:21:40.305" v="1151"/>
          <ac:spMkLst>
            <pc:docMk/>
            <pc:sldMk cId="820479961" sldId="380"/>
            <ac:spMk id="21" creationId="{BDBBAD79-A39A-0586-AA0C-31B9B61B2B5A}"/>
          </ac:spMkLst>
        </pc:spChg>
        <pc:spChg chg="add mod">
          <ac:chgData name="Dr. Robert Butscher" userId="61bc653898ddc2e0" providerId="LiveId" clId="{51D723D9-59D9-44A1-A120-82CD4C10D8A5}" dt="2026-09-19T14:21:40.311" v="1153"/>
          <ac:spMkLst>
            <pc:docMk/>
            <pc:sldMk cId="820479961" sldId="380"/>
            <ac:spMk id="22" creationId="{049D7904-F05B-54AA-B238-10BC7743C762}"/>
          </ac:spMkLst>
        </pc:spChg>
        <pc:spChg chg="add mod">
          <ac:chgData name="Dr. Robert Butscher" userId="61bc653898ddc2e0" providerId="LiveId" clId="{51D723D9-59D9-44A1-A120-82CD4C10D8A5}" dt="2026-09-19T14:21:35.064" v="1133" actId="14100"/>
          <ac:spMkLst>
            <pc:docMk/>
            <pc:sldMk cId="820479961" sldId="380"/>
            <ac:spMk id="23" creationId="{12B02C4F-6CEB-77E0-648D-CFF255FD9738}"/>
          </ac:spMkLst>
        </pc:spChg>
        <pc:spChg chg="add mod">
          <ac:chgData name="Dr. Robert Butscher" userId="61bc653898ddc2e0" providerId="LiveId" clId="{51D723D9-59D9-44A1-A120-82CD4C10D8A5}" dt="2026-09-19T14:21:40.313" v="1154"/>
          <ac:spMkLst>
            <pc:docMk/>
            <pc:sldMk cId="820479961" sldId="380"/>
            <ac:spMk id="24" creationId="{1677A359-D72D-255E-0B16-FBBA1F7FF5A8}"/>
          </ac:spMkLst>
        </pc:spChg>
        <pc:spChg chg="add mod">
          <ac:chgData name="Dr. Robert Butscher" userId="61bc653898ddc2e0" providerId="LiveId" clId="{51D723D9-59D9-44A1-A120-82CD4C10D8A5}" dt="2026-09-19T14:21:40.318" v="1156"/>
          <ac:spMkLst>
            <pc:docMk/>
            <pc:sldMk cId="820479961" sldId="380"/>
            <ac:spMk id="25" creationId="{FB9D3AD9-EB86-434F-7A39-7EE1D7397C17}"/>
          </ac:spMkLst>
        </pc:spChg>
        <pc:spChg chg="add mod">
          <ac:chgData name="Dr. Robert Butscher" userId="61bc653898ddc2e0" providerId="LiveId" clId="{51D723D9-59D9-44A1-A120-82CD4C10D8A5}" dt="2026-09-19T14:20:37.645" v="1009"/>
          <ac:spMkLst>
            <pc:docMk/>
            <pc:sldMk cId="820479961" sldId="380"/>
            <ac:spMk id="26" creationId="{EECE43CD-4270-A572-94EB-DF331BD5133A}"/>
          </ac:spMkLst>
        </pc:spChg>
        <pc:spChg chg="add mod">
          <ac:chgData name="Dr. Robert Butscher" userId="61bc653898ddc2e0" providerId="LiveId" clId="{51D723D9-59D9-44A1-A120-82CD4C10D8A5}" dt="2026-09-19T14:21:40.319" v="1157"/>
          <ac:spMkLst>
            <pc:docMk/>
            <pc:sldMk cId="820479961" sldId="380"/>
            <ac:spMk id="27" creationId="{A631F738-A241-2401-08FE-F953273D330E}"/>
          </ac:spMkLst>
        </pc:spChg>
        <pc:spChg chg="add mod">
          <ac:chgData name="Dr. Robert Butscher" userId="61bc653898ddc2e0" providerId="LiveId" clId="{51D723D9-59D9-44A1-A120-82CD4C10D8A5}" dt="2026-09-19T14:21:40.324" v="1159"/>
          <ac:spMkLst>
            <pc:docMk/>
            <pc:sldMk cId="820479961" sldId="380"/>
            <ac:spMk id="28" creationId="{5A3AC84B-7846-30EE-41B0-4A7F2870A807}"/>
          </ac:spMkLst>
        </pc:spChg>
        <pc:spChg chg="add mod">
          <ac:chgData name="Dr. Robert Butscher" userId="61bc653898ddc2e0" providerId="LiveId" clId="{51D723D9-59D9-44A1-A120-82CD4C10D8A5}" dt="2026-09-19T14:20:37.781" v="1056"/>
          <ac:spMkLst>
            <pc:docMk/>
            <pc:sldMk cId="820479961" sldId="380"/>
            <ac:spMk id="29" creationId="{5329D9A6-98F6-CBBA-ABAD-D05DCBD0CF97}"/>
          </ac:spMkLst>
        </pc:spChg>
        <pc:spChg chg="add mod">
          <ac:chgData name="Dr. Robert Butscher" userId="61bc653898ddc2e0" providerId="LiveId" clId="{51D723D9-59D9-44A1-A120-82CD4C10D8A5}" dt="2026-09-19T14:21:40.325" v="1160"/>
          <ac:spMkLst>
            <pc:docMk/>
            <pc:sldMk cId="820479961" sldId="380"/>
            <ac:spMk id="30" creationId="{BEC7DB9D-668D-FDED-E63F-B6AC4DB22343}"/>
          </ac:spMkLst>
        </pc:spChg>
        <pc:spChg chg="add mod ord">
          <ac:chgData name="Dr. Robert Butscher" userId="61bc653898ddc2e0" providerId="LiveId" clId="{51D723D9-59D9-44A1-A120-82CD4C10D8A5}" dt="2026-09-19T14:21:12.084" v="1111"/>
          <ac:spMkLst>
            <pc:docMk/>
            <pc:sldMk cId="820479961" sldId="380"/>
            <ac:spMk id="40" creationId="{B6914601-2A9C-A745-17D1-19899F044C7E}"/>
          </ac:spMkLst>
        </pc:spChg>
        <pc:spChg chg="add del mod ord">
          <ac:chgData name="Dr. Robert Butscher" userId="61bc653898ddc2e0" providerId="LiveId" clId="{51D723D9-59D9-44A1-A120-82CD4C10D8A5}" dt="2026-09-19T14:21:21.416" v="1130" actId="478"/>
          <ac:spMkLst>
            <pc:docMk/>
            <pc:sldMk cId="820479961" sldId="380"/>
            <ac:spMk id="41" creationId="{6229F873-7829-28DD-B931-6A2C3F1095AD}"/>
          </ac:spMkLst>
        </pc:spChg>
        <pc:grpChg chg="add">
          <ac:chgData name="Dr. Robert Butscher" userId="61bc653898ddc2e0" providerId="LiveId" clId="{51D723D9-59D9-44A1-A120-82CD4C10D8A5}" dt="2026-09-19T14:20:38.200" v="1099" actId="164"/>
          <ac:grpSpMkLst>
            <pc:docMk/>
            <pc:sldMk cId="820479961" sldId="380"/>
            <ac:grpSpMk id="31" creationId="{3122732E-DE15-B2BB-0FE2-98ADB6E81DF5}"/>
          </ac:grpSpMkLst>
        </pc:grpChg>
        <pc:grpChg chg="add">
          <ac:chgData name="Dr. Robert Butscher" userId="61bc653898ddc2e0" providerId="LiveId" clId="{51D723D9-59D9-44A1-A120-82CD4C10D8A5}" dt="2026-09-19T14:20:38.205" v="1100" actId="164"/>
          <ac:grpSpMkLst>
            <pc:docMk/>
            <pc:sldMk cId="820479961" sldId="380"/>
            <ac:grpSpMk id="32" creationId="{6843C2A5-5F8C-8CE2-05F5-357E01804129}"/>
          </ac:grpSpMkLst>
        </pc:grpChg>
        <pc:grpChg chg="add">
          <ac:chgData name="Dr. Robert Butscher" userId="61bc653898ddc2e0" providerId="LiveId" clId="{51D723D9-59D9-44A1-A120-82CD4C10D8A5}" dt="2026-09-19T14:20:38.209" v="1101" actId="164"/>
          <ac:grpSpMkLst>
            <pc:docMk/>
            <pc:sldMk cId="820479961" sldId="380"/>
            <ac:grpSpMk id="33" creationId="{A5A6C8A1-EEDF-359E-00CF-5D9DA9D5E868}"/>
          </ac:grpSpMkLst>
        </pc:grpChg>
        <pc:grpChg chg="add">
          <ac:chgData name="Dr. Robert Butscher" userId="61bc653898ddc2e0" providerId="LiveId" clId="{51D723D9-59D9-44A1-A120-82CD4C10D8A5}" dt="2026-09-19T14:20:38.213" v="1102" actId="164"/>
          <ac:grpSpMkLst>
            <pc:docMk/>
            <pc:sldMk cId="820479961" sldId="380"/>
            <ac:grpSpMk id="34" creationId="{77B306E2-7268-B40E-1197-0651889CFD3D}"/>
          </ac:grpSpMkLst>
        </pc:grpChg>
        <pc:grpChg chg="add">
          <ac:chgData name="Dr. Robert Butscher" userId="61bc653898ddc2e0" providerId="LiveId" clId="{51D723D9-59D9-44A1-A120-82CD4C10D8A5}" dt="2026-09-19T14:20:38.216" v="1103" actId="164"/>
          <ac:grpSpMkLst>
            <pc:docMk/>
            <pc:sldMk cId="820479961" sldId="380"/>
            <ac:grpSpMk id="35" creationId="{C90032E3-B07B-7BAC-D9E0-A016B0B40C66}"/>
          </ac:grpSpMkLst>
        </pc:grpChg>
        <pc:grpChg chg="add">
          <ac:chgData name="Dr. Robert Butscher" userId="61bc653898ddc2e0" providerId="LiveId" clId="{51D723D9-59D9-44A1-A120-82CD4C10D8A5}" dt="2026-09-19T14:20:38.220" v="1104" actId="164"/>
          <ac:grpSpMkLst>
            <pc:docMk/>
            <pc:sldMk cId="820479961" sldId="380"/>
            <ac:grpSpMk id="36" creationId="{8E8B9CC0-D497-6A45-17B4-7899C7087D2D}"/>
          </ac:grpSpMkLst>
        </pc:grpChg>
        <pc:grpChg chg="add">
          <ac:chgData name="Dr. Robert Butscher" userId="61bc653898ddc2e0" providerId="LiveId" clId="{51D723D9-59D9-44A1-A120-82CD4C10D8A5}" dt="2026-09-19T14:20:38.224" v="1105" actId="164"/>
          <ac:grpSpMkLst>
            <pc:docMk/>
            <pc:sldMk cId="820479961" sldId="380"/>
            <ac:grpSpMk id="37" creationId="{738C3F4F-0750-294E-39AB-8CECE7D17C50}"/>
          </ac:grpSpMkLst>
        </pc:grpChg>
        <pc:grpChg chg="add">
          <ac:chgData name="Dr. Robert Butscher" userId="61bc653898ddc2e0" providerId="LiveId" clId="{51D723D9-59D9-44A1-A120-82CD4C10D8A5}" dt="2026-09-19T14:20:38.229" v="1106" actId="164"/>
          <ac:grpSpMkLst>
            <pc:docMk/>
            <pc:sldMk cId="820479961" sldId="380"/>
            <ac:grpSpMk id="38" creationId="{F82B3A05-83B3-A336-ADB7-4EC00E90F6A2}"/>
          </ac:grpSpMkLst>
        </pc:grpChg>
        <pc:grpChg chg="add">
          <ac:chgData name="Dr. Robert Butscher" userId="61bc653898ddc2e0" providerId="LiveId" clId="{51D723D9-59D9-44A1-A120-82CD4C10D8A5}" dt="2026-09-19T14:20:38.232" v="1107" actId="164"/>
          <ac:grpSpMkLst>
            <pc:docMk/>
            <pc:sldMk cId="820479961" sldId="380"/>
            <ac:grpSpMk id="39" creationId="{DEAF6035-1DC2-ECAC-D674-99A370F88F09}"/>
          </ac:grpSpMkLst>
        </pc:gr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bar"/>
        <c:grouping val="clustered"/>
        <c:varyColors val="0"/>
        <c:ser>
          <c:idx val="0"/>
          <c:order val="0"/>
          <c:tx>
            <c:strRef>
              <c:f>Messwerte!$B$1</c:f>
              <c:strCache>
                <c:ptCount val="1"/>
                <c:pt idx="0">
                  <c:v>Hit@1 (%)</c:v>
                </c:pt>
              </c:strCache>
            </c:strRef>
          </c:tx>
          <c:spPr>
            <a:solidFill>
              <a:srgbClr val="C4C4C4"/>
            </a:solidFill>
            <a:ln>
              <a:noFill/>
            </a:ln>
          </c:spPr>
          <c:invertIfNegative val="1"/>
          <c:dPt>
            <c:idx val="0"/>
            <c:invertIfNegative val="1"/>
            <c:bubble3D val="0"/>
            <c:spPr>
              <a:solidFill>
                <a:srgbClr val="003E6E"/>
              </a:solidFill>
              <a:ln>
                <a:noFill/>
              </a:ln>
            </c:spPr>
            <c:extLst>
              <c:ext xmlns:c16="http://schemas.microsoft.com/office/drawing/2014/chart" uri="{C3380CC4-5D6E-409C-BE32-E72D297353CC}">
                <c16:uniqueId val="{00000001-F663-4870-B258-3FBBF3BE40B2}"/>
              </c:ext>
            </c:extLst>
          </c:dPt>
          <c:dLbls>
            <c:numFmt formatCode="0&quot; %&quot;" sourceLinked="0"/>
            <c:spPr>
              <a:noFill/>
              <a:ln>
                <a:noFill/>
              </a:ln>
              <a:effectLst/>
            </c:spPr>
            <c:txPr>
              <a:bodyPr/>
              <a:lstStyle/>
              <a:p>
                <a:pPr>
                  <a:defRPr sz="1400" b="1">
                    <a:solidFill>
                      <a:srgbClr val="404040"/>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Messwerte!$A$2:$A$4</c:f>
              <c:strCache>
                <c:ptCount val="3"/>
                <c:pt idx="0">
                  <c:v>Hybrid mit Reranker</c:v>
                </c:pt>
                <c:pt idx="1">
                  <c:v>Hybrid ohne Reranker</c:v>
                </c:pt>
                <c:pt idx="2">
                  <c:v>Vektor allein</c:v>
                </c:pt>
              </c:strCache>
            </c:strRef>
          </c:cat>
          <c:val>
            <c:numRef>
              <c:f>Messwerte!$B$2:$B$4</c:f>
              <c:numCache>
                <c:formatCode>General</c:formatCode>
                <c:ptCount val="3"/>
                <c:pt idx="0">
                  <c:v>100</c:v>
                </c:pt>
                <c:pt idx="1">
                  <c:v>70</c:v>
                </c:pt>
                <c:pt idx="2">
                  <c:v>60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F663-4870-B258-3FBBF3BE40B2}"/>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404040"/>
                </a:solidFill>
                <a:latin typeface="Segoe UI"/>
              </a:defRPr>
            </a:pPr>
            <a:endParaRPr lang="en-US"/>
          </a:p>
        </c:txPr>
        <c:crossAx val="2"/>
        <c:crosses val="autoZero"/>
        <c:auto val="1"/>
        <c:lblAlgn val="ctr"/>
        <c:lblOffset val="100"/>
        <c:noMultiLvlLbl val="1"/>
      </c:catAx>
      <c:valAx>
        <c:axId val="2"/>
        <c:scaling>
          <c:orientation val="minMax"/>
          <c:max val="120"/>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19.09.2026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‹Nr.›</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19.09.2026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‹Nr.›</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Dokumentation des geprüften Repositorys. Eine Anwendung mit gemeinsamem Retrieval-Kern und GUI-Umschalter für LM Studio und OpenAI API. Die frühere zweite Projektablage enthielt Konfiguration, keine prüfbare zweite Codebasis.</a:t>
            </a:r>
          </a:p>
          <a:p>
            <a:endParaRPr/>
          </a:p>
          <a:p>
            <a:r>
              <a:t>Quellen (Abruf 19.09.2026):</a:t>
            </a:r>
          </a:p>
          <a:p>
            <a:r>
              <a:t>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Quellen für Theorie, Implementierung und gemessene Ergebnisse</a:t>
            </a:r>
          </a:p>
          <a:p>
            <a:endParaRPr lang="de-DE"/>
          </a:p>
          <a:p>
            <a:r>
              <a:rPr lang="de-DE"/>
              <a:t>Quellen</a:t>
            </a:r>
          </a:p>
          <a:p>
            <a:endParaRPr lang="de-DE"/>
          </a:p>
          <a:p>
            <a:r>
              <a:rPr lang="de-DE"/>
              <a:t>Quelle: alle URLs Abruf 19.09.2026; vollständige Adressen in den Sprechernotizen der jeweiligen Folie</a:t>
            </a:r>
          </a:p>
          <a:p>
            <a:endParaRPr lang="de-DE"/>
          </a:p>
          <a:p>
            <a:r>
              <a:rPr lang="de-DE"/>
              <a:t>RAG-Grundlagen stammen aus Forschungsliteratur, Modellparameter aus Modellkarten. Projektverhalten wurde mit dem aktuellen Quellcode abgeglichen. Prüfzahlen und Retrieval-Metriken stammen aus den lokalen Protokollen. Die Dokumentation trennt gemessene Ergebnisse, schematische Beispiele und offene Prüfungen. Web Speech API und URL-Fragmente ergänzen die Quellen für Vorlesen und mobile Anleitung.</a:t>
            </a:r>
          </a:p>
          <a:p>
            <a:endParaRPr lang="de-DE"/>
          </a:p>
          <a:p>
            <a:r>
              <a:rPr lang="de-DE"/>
              <a:t>RAG-Grundlagen</a:t>
            </a:r>
          </a:p>
          <a:p>
            <a:endParaRPr lang="de-DE"/>
          </a:p>
          <a:p>
            <a:endParaRPr lang="de-DE"/>
          </a:p>
          <a:p>
            <a:endParaRPr lang="de-DE"/>
          </a:p>
          <a:p>
            <a:endParaRPr lang="de-DE"/>
          </a:p>
          <a:p>
            <a:endParaRPr lang="de-DE"/>
          </a:p>
          <a:p>
            <a:r>
              <a:rPr lang="de-DE"/>
              <a:t>Lewis et al. (2020), NeurIPS, arXiv:2005.11401 · Gao et al. (2023/2024), arXiv:2312.10997 · Wang et al. (2024), arXiv:2402.05672</a:t>
            </a:r>
          </a:p>
          <a:p>
            <a:endParaRPr lang="de-DE"/>
          </a:p>
          <a:p>
            <a:r>
              <a:rPr lang="de-DE"/>
              <a:t>Modelle</a:t>
            </a:r>
          </a:p>
          <a:p>
            <a:endParaRPr lang="de-DE"/>
          </a:p>
          <a:p>
            <a:endParaRPr lang="de-DE"/>
          </a:p>
          <a:p>
            <a:endParaRPr lang="de-DE"/>
          </a:p>
          <a:p>
            <a:endParaRPr lang="de-DE"/>
          </a:p>
          <a:p>
            <a:endParaRPr lang="de-DE"/>
          </a:p>
          <a:p>
            <a:r>
              <a:rPr lang="de-DE"/>
              <a:t>Modellkarten intfloat/multilingual-e5-small und BAAI/bge-reranker-v2-m3 auf huggingface.co</a:t>
            </a:r>
          </a:p>
          <a:p>
            <a:endParaRPr lang="de-DE"/>
          </a:p>
          <a:p>
            <a:r>
              <a:rPr lang="de-DE"/>
              <a:t>Frameworks und Standards</a:t>
            </a:r>
          </a:p>
          <a:p>
            <a:endParaRPr lang="de-DE"/>
          </a:p>
          <a:p>
            <a:endParaRPr lang="de-DE"/>
          </a:p>
          <a:p>
            <a:endParaRPr lang="de-DE"/>
          </a:p>
          <a:p>
            <a:endParaRPr lang="de-DE"/>
          </a:p>
          <a:p>
            <a:endParaRPr lang="de-DE"/>
          </a:p>
          <a:p>
            <a:r>
              <a:rPr lang="de-DE"/>
              <a:t>LlamaIndex, Docling, LM Studio, OpenAI, PageIndex, Flask. WHATWG SSE, NIST SHA-256 und MDN zu Web Speech API / URI-Fragmenten.</a:t>
            </a:r>
          </a:p>
          <a:p>
            <a:endParaRPr lang="de-DE"/>
          </a:p>
          <a:p>
            <a:r>
              <a:rPr lang="de-DE"/>
              <a:t>Projektbelege</a:t>
            </a:r>
          </a:p>
          <a:p>
            <a:endParaRPr lang="de-DE"/>
          </a:p>
          <a:p>
            <a:endParaRPr lang="de-DE"/>
          </a:p>
          <a:p>
            <a:endParaRPr lang="de-DE"/>
          </a:p>
          <a:p>
            <a:endParaRPr lang="de-DE"/>
          </a:p>
          <a:p>
            <a:endParaRPr lang="de-DE"/>
          </a:p>
          <a:p>
            <a:r>
              <a:rPr lang="de-DE"/>
              <a:t>Repository, Originalhandbuch, docs/AUDIT.md, docs/evaluation/LIVE.md und die drei aktuellen Retrieval-Protokolle.</a:t>
            </a:r>
          </a:p>
          <a:p>
            <a:endParaRPr lang="de-DE"/>
          </a:p>
          <a:p>
            <a:r>
              <a:rPr lang="de-DE"/>
              <a:t>Quellen:</a:t>
            </a:r>
          </a:p>
          <a:p>
            <a:r>
              <a:rPr lang="de-DE"/>
              <a:t>https://arxiv.org/abs/2005.11401</a:t>
            </a:r>
          </a:p>
          <a:p>
            <a:r>
              <a:rPr lang="de-DE"/>
              <a:t>https://arxiv.org/abs/2312.10997</a:t>
            </a:r>
          </a:p>
          <a:p>
            <a:r>
              <a:rPr lang="de-DE"/>
              <a:t>https://arxiv.org/abs/2402.05672</a:t>
            </a:r>
          </a:p>
          <a:p>
            <a:r>
              <a:rPr lang="de-DE"/>
              <a:t>https://developers.llamaindex.ai/python/framework/module_guides/storing/save_load/</a:t>
            </a:r>
          </a:p>
          <a:p>
            <a:r>
              <a:rPr lang="de-DE"/>
              <a:t>https://developers.openai.com/api/docs/models/gpt-4.1-mini</a:t>
            </a:r>
          </a:p>
          <a:p>
            <a:r>
              <a:rPr lang="de-DE"/>
              <a:t>https://docling-project.github.io/docling/</a:t>
            </a:r>
          </a:p>
          <a:p>
            <a:r>
              <a:rPr lang="de-DE"/>
              <a:t>https://flask.palletsprojects.com/en/stable/web-security/</a:t>
            </a:r>
          </a:p>
          <a:p>
            <a:r>
              <a:rPr lang="de-DE"/>
              <a:t>https://github.com/VectifyAI/PageIndex</a:t>
            </a:r>
          </a:p>
          <a:p>
            <a:r>
              <a:rPr lang="de-DE"/>
              <a:t>https://github.com/pgvector/pgvector</a:t>
            </a:r>
          </a:p>
          <a:p>
            <a:r>
              <a:rPr lang="de-DE"/>
              <a:t>https://github.com/swrobuts/SiemensWashingMachineTroubleShooting_LocalLLM</a:t>
            </a:r>
          </a:p>
          <a:p>
            <a:r>
              <a:rPr lang="de-DE"/>
              <a:t>https://html.spec.whatwg.org/multipage/server-sent-events.html</a:t>
            </a:r>
          </a:p>
          <a:p>
            <a:r>
              <a:rPr lang="de-DE"/>
              <a:t>https://huggingface.co/BAAI/bge-reranker-v2-m3</a:t>
            </a:r>
          </a:p>
          <a:p>
            <a:r>
              <a:rPr lang="de-DE"/>
              <a:t>https://huggingface.co/intfloat/multilingual-e5-small</a:t>
            </a:r>
          </a:p>
          <a:p>
            <a:r>
              <a:rPr lang="de-DE"/>
              <a:t>https://lmstudio.ai/docs/developer/openai-compat</a:t>
            </a:r>
          </a:p>
          <a:p>
            <a:r>
              <a:rPr lang="de-DE"/>
              <a:t>https://nvlpubs.nist.gov/nistpubs/FIPS/NIST.FIPS.180-4.pdf</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64391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Die App beantwortet Handbuchfragen und zeigt verwendete Auszüge</a:t>
            </a:r>
          </a:p>
          <a:p>
            <a:endParaRPr lang="de-DE"/>
          </a:p>
          <a:p>
            <a:r>
              <a:rPr lang="de-DE"/>
              <a:t>Fallstudie im Überblick</a:t>
            </a:r>
          </a:p>
          <a:p>
            <a:endParaRPr lang="de-DE"/>
          </a:p>
          <a:p>
            <a:r>
              <a:rPr lang="de-DE"/>
              <a:t>Quelle: Eigene Darstellung nach README.md, github.com/swrobuts/SiemensWashingMachineTroubleShooting_LocalLLM (Abruf 19.09.2026)</a:t>
            </a:r>
          </a:p>
          <a:p>
            <a:endParaRPr lang="de-DE"/>
          </a:p>
          <a:p>
            <a:r>
              <a:rPr lang="de-DE"/>
              <a:t>Die Wissensbasis ist eine Siemens-Anleitung mit 48 PDF-Seiten. Die lokale Flask-App wechselt pro Anfrage zwischen LM Studio und der OpenAI API. Hybrid-Retrieval ist der Standardweg, PageIndex die experimentelle Alternative. Weitere Anbieter sind derzeit nicht integriert und benötigen einen passenden Adapter. Die Quellenansicht zeigt, welche Handbuchauszüge die Antwort stützen sollen.</a:t>
            </a:r>
          </a:p>
          <a:p>
            <a:endParaRPr lang="de-DE"/>
          </a:p>
          <a:p>
            <a:r>
              <a:rPr lang="de-DE"/>
              <a:t>Wissensbasis</a:t>
            </a:r>
          </a:p>
          <a:p>
            <a:endParaRPr lang="de-DE"/>
          </a:p>
          <a:p>
            <a:endParaRPr lang="de-DE"/>
          </a:p>
          <a:p>
            <a:endParaRPr lang="de-DE"/>
          </a:p>
          <a:p>
            <a:endParaRPr lang="de-DE"/>
          </a:p>
          <a:p>
            <a:endParaRPr lang="de-DE"/>
          </a:p>
          <a:p>
            <a:r>
              <a:rPr lang="de-DE"/>
              <a:t>Eine Siemens-Gebrauchs- und Aufstellanleitung mit 48 PDF-Seiten, als Markdown extrahiert.</a:t>
            </a:r>
          </a:p>
          <a:p>
            <a:endParaRPr lang="de-DE"/>
          </a:p>
          <a:p>
            <a:r>
              <a:rPr lang="de-DE"/>
              <a:t>Ein Projekt</a:t>
            </a:r>
          </a:p>
          <a:p>
            <a:endParaRPr lang="de-DE"/>
          </a:p>
          <a:p>
            <a:endParaRPr lang="de-DE"/>
          </a:p>
          <a:p>
            <a:endParaRPr lang="de-DE"/>
          </a:p>
          <a:p>
            <a:endParaRPr lang="de-DE"/>
          </a:p>
          <a:p>
            <a:endParaRPr lang="de-DE"/>
          </a:p>
          <a:p>
            <a:r>
              <a:rPr lang="de-DE"/>
              <a:t>Eine Flask-App auf Port 3001; der Modellanbieter wird im GUI per Toggle gewählt.</a:t>
            </a:r>
          </a:p>
          <a:p>
            <a:endParaRPr lang="de-DE"/>
          </a:p>
          <a:p>
            <a:r>
              <a:rPr lang="de-DE"/>
              <a:t>Zwei Suchwege</a:t>
            </a:r>
          </a:p>
          <a:p>
            <a:endParaRPr lang="de-DE"/>
          </a:p>
          <a:p>
            <a:endParaRPr lang="de-DE"/>
          </a:p>
          <a:p>
            <a:endParaRPr lang="de-DE"/>
          </a:p>
          <a:p>
            <a:endParaRPr lang="de-DE"/>
          </a:p>
          <a:p>
            <a:endParaRPr lang="de-DE"/>
          </a:p>
          <a:p>
            <a:r>
              <a:rPr lang="de-DE"/>
              <a:t>Hybrid-Retrieval als Standard, PageIndex als experimentelle Alternative.</a:t>
            </a:r>
          </a:p>
          <a:p>
            <a:endParaRPr lang="de-DE"/>
          </a:p>
          <a:p>
            <a:r>
              <a:rPr lang="de-DE"/>
              <a:t>Lernziel</a:t>
            </a:r>
          </a:p>
          <a:p>
            <a:endParaRPr lang="de-DE"/>
          </a:p>
          <a:p>
            <a:endParaRPr lang="de-DE"/>
          </a:p>
          <a:p>
            <a:endParaRPr lang="de-DE"/>
          </a:p>
          <a:p>
            <a:endParaRPr lang="de-DE"/>
          </a:p>
          <a:p>
            <a:endParaRPr lang="de-DE"/>
          </a:p>
          <a:p>
            <a:r>
              <a:rPr lang="de-DE"/>
              <a:t>Jede Antwort bis zum verwendeten Handbuchabschnitt nachvollziehen.</a:t>
            </a:r>
          </a:p>
          <a:p>
            <a:endParaRPr lang="de-DE"/>
          </a:p>
          <a:p>
            <a:r>
              <a:rPr lang="de-DE"/>
              <a:t>Quellen:</a:t>
            </a:r>
          </a:p>
          <a:p>
            <a:endParaRPr lang="de-DE"/>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Ein Sprachmodell erzeugt Text aus Trainingswissen und Kontext</a:t>
            </a:r>
          </a:p>
          <a:p>
            <a:endParaRPr lang="de-DE"/>
          </a:p>
          <a:p>
            <a:r>
              <a:rPr lang="de-DE"/>
              <a:t>RAG als Prinzip</a:t>
            </a:r>
          </a:p>
          <a:p>
            <a:endParaRPr lang="de-DE"/>
          </a:p>
          <a:p>
            <a:r>
              <a:rPr lang="de-DE"/>
              <a:t>Quelle: Lewis et al. (2020), arXiv:2005.11401 (parametrisches und nicht-parametrisches Gedächtnis); developers.openai.com, gpt-4.1-mini</a:t>
            </a:r>
          </a:p>
          <a:p>
            <a:endParaRPr lang="de-DE"/>
          </a:p>
          <a:p>
            <a:r>
              <a:rPr lang="de-DE"/>
              <a:t>Ein Sprachmodell berechnet eine Wahrscheinlichkeitsverteilung für das nächste Token. Die Generierung nutzt gelernte Parameter und den aktuellen Kontext. Eine flüssige Antwort kann dabei unbelegte Aussagen enthalten. RAG ergänzt zur Frage passende Handbuchtexte. Relevanzfilter und Prompt sollen unbelegte Antworten begrenzen, können Halluzinationen aber nicht ausschließen.</a:t>
            </a:r>
          </a:p>
          <a:p>
            <a:endParaRPr lang="de-DE"/>
          </a:p>
          <a:p>
            <a:endParaRPr lang="de-DE"/>
          </a:p>
          <a:p>
            <a:endParaRPr lang="de-DE"/>
          </a:p>
          <a:p>
            <a:endParaRPr lang="de-DE"/>
          </a:p>
          <a:p>
            <a:endParaRPr lang="de-DE"/>
          </a:p>
          <a:p>
            <a:r>
              <a:rPr lang="de-DE"/>
              <a:t>✗</a:t>
            </a:r>
          </a:p>
          <a:p>
            <a:endParaRPr lang="de-DE"/>
          </a:p>
          <a:p>
            <a:r>
              <a:rPr lang="de-DE"/>
              <a:t>Nur Trainingswissen</a:t>
            </a:r>
          </a:p>
          <a:p>
            <a:endParaRPr lang="de-DE"/>
          </a:p>
          <a:p>
            <a:r>
              <a:rPr lang="de-DE"/>
              <a:t>Frage: „Was bedeutet E:18?“</a:t>
            </a:r>
          </a:p>
          <a:p>
            <a:r>
              <a:rPr lang="de-DE"/>
              <a:t>Ohne aktuellen Handbuchkontext ist unklar, ob das Modell den Fehlercode für das konkrete Gerät korrekt zuordnet.</a:t>
            </a:r>
          </a:p>
          <a:p>
            <a:endParaRPr lang="de-DE"/>
          </a:p>
          <a:p>
            <a:endParaRPr lang="de-DE"/>
          </a:p>
          <a:p>
            <a:endParaRPr lang="de-DE"/>
          </a:p>
          <a:p>
            <a:endParaRPr lang="de-DE"/>
          </a:p>
          <a:p>
            <a:endParaRPr lang="de-DE"/>
          </a:p>
          <a:p>
            <a:r>
              <a:rPr lang="de-DE"/>
              <a:t>✓</a:t>
            </a:r>
          </a:p>
          <a:p>
            <a:endParaRPr lang="de-DE"/>
          </a:p>
          <a:p>
            <a:r>
              <a:rPr lang="de-DE"/>
              <a:t>Trainingswissen plus Handbuchkontext</a:t>
            </a:r>
          </a:p>
          <a:p>
            <a:endParaRPr lang="de-DE"/>
          </a:p>
          <a:p>
            <a:r>
              <a:rPr lang="de-DE"/>
              <a:t>Kontext: Tabellenzeile E:18 mit Ursachen und Abhilfen.</a:t>
            </a:r>
          </a:p>
          <a:p>
            <a:r>
              <a:rPr lang="de-DE"/>
              <a:t>Die Antwort lässt sich mit dem Originalauszug vergleichen. Auch dann kann das Modell Informationen auslassen oder falsch wiedergeben.</a:t>
            </a:r>
          </a:p>
          <a:p>
            <a:endParaRPr lang="de-DE"/>
          </a:p>
          <a:p>
            <a:endParaRPr lang="de-DE"/>
          </a:p>
          <a:p>
            <a:endParaRPr lang="de-DE"/>
          </a:p>
          <a:p>
            <a:r>
              <a:rPr lang="de-DE"/>
              <a:t>Kontextfenster: gpt-4.1-mini unterstützt laut Modellangabe 1.047.576 Tokens. Die App begrenzt Handbuchauszüge unabhängig davon auf 14.000 Zeichen, um Umfang und Kosten zu steuern.</a:t>
            </a:r>
          </a:p>
          <a:p>
            <a:endParaRPr lang="de-DE"/>
          </a:p>
          <a:p>
            <a:r>
              <a:rPr lang="de-DE"/>
              <a:t>Quellen:</a:t>
            </a:r>
          </a:p>
          <a:p>
            <a:r>
              <a:rPr lang="de-DE"/>
              <a:t>https://arxiv.org/abs/2005.11401</a:t>
            </a:r>
          </a:p>
          <a:p>
            <a:r>
              <a:rPr lang="de-DE"/>
              <a:t>https://developers.openai.com/api/docs/models/gpt-4.1-mini</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RAG sucht zuerst im Dokument und lässt das Modell dann antworten</a:t>
            </a:r>
          </a:p>
          <a:p>
            <a:endParaRPr lang="de-DE"/>
          </a:p>
          <a:p>
            <a:r>
              <a:rPr lang="de-DE"/>
              <a:t>RAG als Prinzip</a:t>
            </a:r>
          </a:p>
          <a:p>
            <a:endParaRPr lang="de-DE"/>
          </a:p>
          <a:p>
            <a:r>
              <a:rPr lang="de-DE"/>
              <a:t>Quelle: Lewis et al. (2020): Retrieval-Augmented Generation for Knowledge-Intensive NLP Tasks, NeurIPS 2020, arXiv:2005.11401</a:t>
            </a:r>
          </a:p>
          <a:p>
            <a:endParaRPr lang="de-DE"/>
          </a:p>
          <a:p>
            <a:r>
              <a:rPr lang="de-DE"/>
              <a:t>Retrieval-Augmented Generation verbindet in dieser Anwendung ein Sprachmodell mit einer externen Wissensquelle. Die Suche liefert Handbuchauszüge zur Anfrage. Das Modell formuliert daraus eine Antwort, ohne seine Gewichte zu ändern. Eine neue Anleitung erfordert neue bzw. geprüfte Indizes. Passende Quellen erleichtern die Nachprüfung, garantieren aber keine vollständige oder fehlerfreie Antwort.</a:t>
            </a:r>
          </a:p>
          <a:p>
            <a:endParaRPr lang="de-DE"/>
          </a:p>
          <a:p>
            <a:r>
              <a:rPr lang="de-DE"/>
              <a:t>Frage</a:t>
            </a:r>
          </a:p>
          <a:p>
            <a:r>
              <a:rPr lang="de-DE"/>
              <a:t>Eingabe im GUI</a:t>
            </a:r>
          </a:p>
          <a:p>
            <a:endParaRPr lang="de-DE"/>
          </a:p>
          <a:p>
            <a:r>
              <a:rPr lang="de-DE"/>
              <a:t>Relevante Textstellen</a:t>
            </a:r>
          </a:p>
          <a:p>
            <a:r>
              <a:rPr lang="de-DE"/>
              <a:t>Gefilterte Auszüge</a:t>
            </a:r>
          </a:p>
          <a:p>
            <a:endParaRPr lang="de-DE"/>
          </a:p>
          <a:p>
            <a:r>
              <a:rPr lang="de-DE"/>
              <a:t>LLM mit Kontext</a:t>
            </a:r>
          </a:p>
          <a:p>
            <a:r>
              <a:rPr lang="de-DE"/>
              <a:t>Regeln, Frage, Auszüge im Prompt</a:t>
            </a:r>
          </a:p>
          <a:p>
            <a:endParaRPr lang="de-DE"/>
          </a:p>
          <a:p>
            <a:r>
              <a:rPr lang="de-DE"/>
              <a:t>Antwort mit Quelle</a:t>
            </a:r>
          </a:p>
          <a:p>
            <a:r>
              <a:rPr lang="de-DE"/>
              <a:t>Abschnitt und Originaltext</a:t>
            </a:r>
          </a:p>
          <a:p>
            <a:endParaRPr lang="de-DE"/>
          </a:p>
          <a:p>
            <a:endParaRPr lang="de-DE"/>
          </a:p>
          <a:p>
            <a:endParaRPr lang="de-DE"/>
          </a:p>
          <a:p>
            <a:r>
              <a:rPr lang="de-DE"/>
              <a:t>Zur </a:t>
            </a:r>
          </a:p>
          <a:p>
            <a:r>
              <a:rPr lang="de-DE"/>
              <a:t>Laufzeit</a:t>
            </a:r>
          </a:p>
          <a:p>
            <a:r>
              <a:rPr lang="de-DE"/>
              <a:t>: </a:t>
            </a:r>
          </a:p>
          <a:p>
            <a:r>
              <a:rPr lang="de-DE"/>
              <a:t>Suche</a:t>
            </a:r>
          </a:p>
          <a:p>
            <a:r>
              <a:rPr lang="de-DE"/>
              <a:t> und </a:t>
            </a:r>
          </a:p>
          <a:p>
            <a:r>
              <a:rPr lang="de-DE"/>
              <a:t>Antwort</a:t>
            </a:r>
          </a:p>
          <a:p>
            <a:r>
              <a:rPr lang="de-DE"/>
              <a:t> </a:t>
            </a:r>
          </a:p>
          <a:p>
            <a:r>
              <a:rPr lang="de-DE"/>
              <a:t>geschehen</a:t>
            </a:r>
          </a:p>
          <a:p>
            <a:r>
              <a:rPr lang="de-DE"/>
              <a:t> </a:t>
            </a:r>
          </a:p>
          <a:p>
            <a:r>
              <a:rPr lang="de-DE"/>
              <a:t>bei</a:t>
            </a:r>
          </a:p>
          <a:p>
            <a:r>
              <a:rPr lang="de-DE"/>
              <a:t> </a:t>
            </a:r>
          </a:p>
          <a:p>
            <a:r>
              <a:rPr lang="de-DE"/>
              <a:t>jeder</a:t>
            </a:r>
          </a:p>
          <a:p>
            <a:r>
              <a:rPr lang="de-DE"/>
              <a:t> </a:t>
            </a:r>
          </a:p>
          <a:p>
            <a:r>
              <a:rPr lang="de-DE"/>
              <a:t>Anfrage</a:t>
            </a:r>
          </a:p>
          <a:p>
            <a:r>
              <a:rPr lang="de-DE"/>
              <a:t>; das Modell </a:t>
            </a:r>
          </a:p>
          <a:p>
            <a:r>
              <a:rPr lang="de-DE"/>
              <a:t>selbst</a:t>
            </a:r>
          </a:p>
          <a:p>
            <a:r>
              <a:rPr lang="de-DE"/>
              <a:t> </a:t>
            </a:r>
          </a:p>
          <a:p>
            <a:r>
              <a:rPr lang="de-DE"/>
              <a:t>wird</a:t>
            </a:r>
          </a:p>
          <a:p>
            <a:r>
              <a:rPr lang="de-DE"/>
              <a:t> nicht </a:t>
            </a:r>
          </a:p>
          <a:p>
            <a:r>
              <a:rPr lang="de-DE"/>
              <a:t>verändert</a:t>
            </a:r>
          </a:p>
          <a:p>
            <a:r>
              <a:rPr lang="de-DE"/>
              <a:t>, </a:t>
            </a:r>
          </a:p>
          <a:p>
            <a:r>
              <a:rPr lang="de-DE"/>
              <a:t>nur</a:t>
            </a:r>
          </a:p>
          <a:p>
            <a:r>
              <a:rPr lang="de-DE"/>
              <a:t> sein </a:t>
            </a:r>
          </a:p>
          <a:p>
            <a:r>
              <a:rPr lang="de-DE"/>
              <a:t>Kontext</a:t>
            </a:r>
          </a:p>
          <a:p>
            <a:r>
              <a:rPr lang="de-DE"/>
              <a:t>.</a:t>
            </a:r>
          </a:p>
          <a:p>
            <a:endParaRPr lang="de-DE"/>
          </a:p>
          <a:p>
            <a:r>
              <a:rPr lang="de-DE"/>
              <a:t>Beispiel aus der Fallstudie: Fehlercode E:18</a:t>
            </a:r>
          </a:p>
          <a:p>
            <a:endParaRPr lang="de-DE"/>
          </a:p>
          <a:p>
            <a:r>
              <a:rPr lang="de-DE"/>
              <a:t>"Was bedeutet E:18 an meiner Waschmaschine?"</a:t>
            </a:r>
          </a:p>
          <a:p>
            <a:endParaRPr lang="de-DE"/>
          </a:p>
          <a:p>
            <a:endParaRPr lang="de-DE"/>
          </a:p>
          <a:p>
            <a:endParaRPr lang="de-DE"/>
          </a:p>
          <a:p>
            <a:r>
              <a:rPr lang="de-DE"/>
              <a:t>Tabellenzeile E:18: Pumpe oder Ablauf verstopft</a:t>
            </a:r>
          </a:p>
          <a:p>
            <a:endParaRPr lang="de-DE"/>
          </a:p>
          <a:p>
            <a:endParaRPr lang="de-DE"/>
          </a:p>
          <a:p>
            <a:endParaRPr lang="de-DE"/>
          </a:p>
          <a:p>
            <a:r>
              <a:rPr lang="de-DE"/>
              <a:t>Systemregel: nur aus den Auszügen antworten, Warnhinweise erhalten</a:t>
            </a:r>
          </a:p>
          <a:p>
            <a:endParaRPr lang="de-DE"/>
          </a:p>
          <a:p>
            <a:endParaRPr lang="de-DE"/>
          </a:p>
          <a:p>
            <a:endParaRPr lang="de-DE"/>
          </a:p>
          <a:p>
            <a:r>
              <a:rPr lang="de-DE"/>
              <a:t>Pumpe bzw. Ablauf reinigen. Querverweise 30 / 31</a:t>
            </a:r>
          </a:p>
          <a:p>
            <a:endParaRPr lang="de-DE"/>
          </a:p>
          <a:p>
            <a:endParaRPr lang="de-DE"/>
          </a:p>
          <a:p>
            <a:endParaRPr lang="de-DE"/>
          </a:p>
          <a:p>
            <a:r>
              <a:rPr lang="de-DE"/>
              <a:t>Quellen:</a:t>
            </a:r>
          </a:p>
          <a:p>
            <a:r>
              <a:rPr lang="de-DE"/>
              <a:t>https://arxiv.org/abs/2005.11401</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RAG liegt zwischen Volltext-Prompt und Fine-Tuning</a:t>
            </a:r>
          </a:p>
          <a:p>
            <a:endParaRPr lang="de-DE"/>
          </a:p>
          <a:p>
            <a:r>
              <a:rPr lang="de-DE"/>
              <a:t>RAG als Prinzip</a:t>
            </a:r>
          </a:p>
          <a:p>
            <a:endParaRPr lang="de-DE"/>
          </a:p>
          <a:p>
            <a:r>
              <a:rPr lang="de-DE"/>
              <a:t>Quelle: Lewis et al. (2020), arXiv:2005.11401; Gao et al. (2023/2024): Retrieval-Augmented Generation for LLMs — A Survey, arXiv:2312.10997</a:t>
            </a:r>
          </a:p>
          <a:p>
            <a:endParaRPr lang="de-DE"/>
          </a:p>
          <a:p>
            <a:r>
              <a:rPr lang="de-DE"/>
              <a:t>Der ganze Text im Prompt braucht ein Kontextfenster von Dokumentgröße und kostet bei jeder Anfrage Eingabetokens. Fine-Tuning passt die Modellgewichte an und braucht Trainingsdaten und einen Trainingslauf. RAG legt nur ausgewählte Textstellen in den Kontext; der Aufwand liegt in Aufbereitung, Index und Suche. Die Fallstudie aktualisiert fachliches Wissen über die Anleitung und ihre Indizes, nicht über das Modell.</a:t>
            </a:r>
          </a:p>
          <a:p>
            <a:endParaRPr lang="de-DE"/>
          </a:p>
          <a:p>
            <a:endParaRPr lang="de-DE"/>
          </a:p>
          <a:p>
            <a:endParaRPr lang="de-DE"/>
          </a:p>
          <a:p>
            <a:endParaRPr lang="de-DE"/>
          </a:p>
          <a:p>
            <a:endParaRPr lang="de-DE"/>
          </a:p>
          <a:p>
            <a:r>
              <a:rPr lang="de-DE"/>
              <a:t>Ganzer Text im Prompt</a:t>
            </a:r>
          </a:p>
          <a:p>
            <a:endParaRPr lang="de-DE"/>
          </a:p>
          <a:p>
            <a:r>
              <a:rPr lang="de-DE"/>
              <a:t>Wissen zur Anfrage: </a:t>
            </a:r>
          </a:p>
          <a:p>
            <a:r>
              <a:rPr lang="de-DE"/>
              <a:t>Dokument vollständig im Kontext</a:t>
            </a:r>
          </a:p>
          <a:p>
            <a:r>
              <a:rPr lang="de-DE"/>
              <a:t>Aufwand: </a:t>
            </a:r>
          </a:p>
          <a:p>
            <a:r>
              <a:rPr lang="de-DE"/>
              <a:t>Kontextgröße und Eingabetokens je Anfrage</a:t>
            </a:r>
          </a:p>
          <a:p>
            <a:endParaRPr lang="de-DE"/>
          </a:p>
          <a:p>
            <a:endParaRPr lang="de-DE"/>
          </a:p>
          <a:p>
            <a:endParaRPr lang="de-DE"/>
          </a:p>
          <a:p>
            <a:endParaRPr lang="de-DE"/>
          </a:p>
          <a:p>
            <a:endParaRPr lang="de-DE"/>
          </a:p>
          <a:p>
            <a:r>
              <a:rPr lang="de-DE"/>
              <a:t>RAG — hier eingesetzt</a:t>
            </a:r>
          </a:p>
          <a:p>
            <a:endParaRPr lang="de-DE"/>
          </a:p>
          <a:p>
            <a:r>
              <a:rPr lang="de-DE"/>
              <a:t>Wissen zur Anfrage: </a:t>
            </a:r>
          </a:p>
          <a:p>
            <a:r>
              <a:rPr lang="de-DE"/>
              <a:t>Ausgewählte Textstellen im Kontext</a:t>
            </a:r>
          </a:p>
          <a:p>
            <a:r>
              <a:rPr lang="de-DE"/>
              <a:t>Aufwand: </a:t>
            </a:r>
          </a:p>
          <a:p>
            <a:r>
              <a:rPr lang="de-DE"/>
              <a:t>Aufbereitung, Index und Suche</a:t>
            </a:r>
          </a:p>
          <a:p>
            <a:endParaRPr lang="de-DE"/>
          </a:p>
          <a:p>
            <a:endParaRPr lang="de-DE"/>
          </a:p>
          <a:p>
            <a:endParaRPr lang="de-DE"/>
          </a:p>
          <a:p>
            <a:endParaRPr lang="de-DE"/>
          </a:p>
          <a:p>
            <a:endParaRPr lang="de-DE"/>
          </a:p>
          <a:p>
            <a:r>
              <a:rPr lang="de-DE"/>
              <a:t>Fine-Tuning</a:t>
            </a:r>
          </a:p>
          <a:p>
            <a:endParaRPr lang="de-DE"/>
          </a:p>
          <a:p>
            <a:r>
              <a:rPr lang="de-DE"/>
              <a:t>Wissen zur Anfrage: </a:t>
            </a:r>
          </a:p>
          <a:p>
            <a:r>
              <a:rPr lang="de-DE"/>
              <a:t>Anpassung der Modellgewichte</a:t>
            </a:r>
          </a:p>
          <a:p>
            <a:r>
              <a:rPr lang="de-DE"/>
              <a:t>Aufwand: </a:t>
            </a:r>
          </a:p>
          <a:p>
            <a:r>
              <a:rPr lang="de-DE"/>
              <a:t>Trainingsdaten und Trainingslauf</a:t>
            </a:r>
          </a:p>
          <a:p>
            <a:endParaRPr lang="de-DE"/>
          </a:p>
          <a:p>
            <a:endParaRPr lang="de-DE"/>
          </a:p>
          <a:p>
            <a:endParaRPr lang="de-DE"/>
          </a:p>
          <a:p>
            <a:r>
              <a:rPr lang="de-DE"/>
              <a:t>Aktualisierung: RAG benötigt einen geprüften neuen Dokumentstand und passende Indizes. Fine-Tuning passt Modellgewichte an und ist keine notwendige Voraussetzung für neues Handbuchwissen.</a:t>
            </a:r>
          </a:p>
          <a:p>
            <a:endParaRPr lang="de-DE"/>
          </a:p>
          <a:p>
            <a:r>
              <a:rPr lang="de-DE"/>
              <a:t>Quellen:</a:t>
            </a:r>
          </a:p>
          <a:p>
            <a:r>
              <a:rPr lang="de-DE"/>
              <a:t>https://arxiv.org/abs/2005.11401,</a:t>
            </a:r>
          </a:p>
          <a:p>
            <a:r>
              <a:rPr lang="de-DE"/>
              <a:t>https://arxiv.org/abs/2312.10997</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Der Prompt trennt Regeln, Frage und Handbuchauszüge</a:t>
            </a:r>
          </a:p>
          <a:p>
            <a:endParaRPr lang="de-DE"/>
          </a:p>
          <a:p>
            <a:r>
              <a:rPr lang="de-DE"/>
              <a:t>RAG als Prinzip</a:t>
            </a:r>
          </a:p>
          <a:p>
            <a:endParaRPr lang="de-DE"/>
          </a:p>
          <a:p>
            <a:r>
              <a:rPr lang="de-DE"/>
              <a:t>Quelle: server.py (_messages, _payload, CONTEXT_MAX_CHARS) im github.com/swrobuts/SiemensWashingMachineTroubleShooting_LocalLLM (Abruf 19.09.2026)</a:t>
            </a:r>
          </a:p>
          <a:p>
            <a:endParaRPr lang="de-DE"/>
          </a:p>
          <a:p>
            <a:r>
              <a:rPr lang="de-DE"/>
              <a:t>Die Systemnachricht setzt Regeln und das gewünschte Tag-Format. Die Nutzernachricht enthält die Frage und den zusammengesetzten Handbuchtext als JSON. Der Server prüft das Zeichenbudget des Handbuchtexts und verwirft vollständig unstrukturierte Antworten sowie Antworten am Tokenlimit. Diese Strukturprüfung ersetzt keine semantische Prüfung, ob jede Aussage durch die Quelle gedeckt ist.</a:t>
            </a:r>
          </a:p>
          <a:p>
            <a:endParaRPr lang="de-DE"/>
          </a:p>
          <a:p>
            <a:endParaRPr lang="de-DE"/>
          </a:p>
          <a:p>
            <a:endParaRPr lang="de-DE"/>
          </a:p>
          <a:p>
            <a:endParaRPr lang="de-DE"/>
          </a:p>
          <a:p>
            <a:endParaRPr lang="de-DE"/>
          </a:p>
          <a:p>
            <a:r>
              <a:rPr lang="de-DE"/>
              <a:t>System-Rolle — die Regeln (sinngemäß)</a:t>
            </a:r>
          </a:p>
          <a:p>
            <a:endParaRPr lang="de-DE"/>
          </a:p>
          <a:p>
            <a:r>
              <a:rPr lang="de-DE"/>
              <a:t>Nur aus den Handbuchauszügen antworten.</a:t>
            </a:r>
          </a:p>
          <a:p>
            <a:r>
              <a:rPr lang="de-DE"/>
              <a:t>Sicherheits- und Kundendiensthinweise erhalten.</a:t>
            </a:r>
          </a:p>
          <a:p>
            <a:r>
              <a:rPr lang="de-DE"/>
              <a:t>Je ein Block: &lt;summary&gt;, &lt;manual_intro&gt;,</a:t>
            </a:r>
          </a:p>
          <a:p>
            <a:r>
              <a:rPr lang="de-DE"/>
              <a:t>&lt;manual_steps&gt;. Fehlende Information nennen.</a:t>
            </a:r>
          </a:p>
          <a:p>
            <a:endParaRPr lang="de-DE"/>
          </a:p>
          <a:p>
            <a:endParaRPr lang="de-DE"/>
          </a:p>
          <a:p>
            <a:endParaRPr lang="de-DE"/>
          </a:p>
          <a:p>
            <a:endParaRPr lang="de-DE"/>
          </a:p>
          <a:p>
            <a:endParaRPr lang="de-DE"/>
          </a:p>
          <a:p>
            <a:r>
              <a:rPr lang="de-DE"/>
              <a:t>User-Rolle — Frage und Material als JSON</a:t>
            </a:r>
          </a:p>
          <a:p>
            <a:endParaRPr lang="de-DE"/>
          </a:p>
          <a:p>
            <a:r>
              <a:rPr lang="de-DE"/>
              <a:t>{</a:t>
            </a:r>
          </a:p>
          <a:p>
            <a:r>
              <a:rPr lang="de-DE"/>
              <a:t>  "frage": "Was bedeutet E:18?",</a:t>
            </a:r>
          </a:p>
          <a:p>
            <a:r>
              <a:rPr lang="de-DE"/>
              <a:t>  "handbuch": "Anzeige: E:18 …"</a:t>
            </a:r>
          </a:p>
          <a:p>
            <a:r>
              <a:rPr lang="de-DE"/>
              <a:t>}</a:t>
            </a:r>
          </a:p>
          <a:p>
            <a:endParaRPr lang="de-DE"/>
          </a:p>
          <a:p>
            <a:r>
              <a:rPr lang="de-DE"/>
              <a:t>handbuch: höchstens 14.000 Zeichen</a:t>
            </a:r>
          </a:p>
          <a:p>
            <a:endParaRPr lang="de-DE"/>
          </a:p>
          <a:p>
            <a:r>
              <a:rPr lang="de-DE"/>
              <a:t>&lt;summary&gt;</a:t>
            </a:r>
          </a:p>
          <a:p>
            <a:endParaRPr lang="de-DE"/>
          </a:p>
          <a:p>
            <a:endParaRPr lang="de-DE"/>
          </a:p>
          <a:p>
            <a:endParaRPr lang="de-DE"/>
          </a:p>
          <a:p>
            <a:endParaRPr lang="de-DE"/>
          </a:p>
          <a:p>
            <a:endParaRPr lang="de-DE"/>
          </a:p>
          <a:p>
            <a:r>
              <a:rPr lang="de-DE"/>
              <a:t>Kurzfassung für Vorlesen und mobile Anleitung. Die Ergebniskarte zeigt Einleitung und Schritte.</a:t>
            </a:r>
          </a:p>
          <a:p>
            <a:endParaRPr lang="de-DE"/>
          </a:p>
          <a:p>
            <a:r>
              <a:rPr lang="de-DE"/>
              <a:t>&lt;manual_intro&gt; &lt;manual_steps&gt;</a:t>
            </a:r>
          </a:p>
          <a:p>
            <a:endParaRPr lang="de-DE"/>
          </a:p>
          <a:p>
            <a:endParaRPr lang="de-DE"/>
          </a:p>
          <a:p>
            <a:endParaRPr lang="de-DE"/>
          </a:p>
          <a:p>
            <a:endParaRPr lang="de-DE"/>
          </a:p>
          <a:p>
            <a:endParaRPr lang="de-DE"/>
          </a:p>
          <a:p>
            <a:r>
              <a:rPr lang="de-DE"/>
              <a:t>Einleitung und Schritte mit Checkboxen. Der Parser sammelt auch wiederholte Tags. Ein Abbruch am Tokenlimit gilt als Fehler.</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Aufbereitung läuft je Handbuchstand, die Suche bei jeder Frage</a:t>
            </a:r>
          </a:p>
          <a:p>
            <a:endParaRPr lang="de-DE"/>
          </a:p>
          <a:p>
            <a:r>
              <a:rPr lang="de-DE"/>
              <a:t>RAG als Prinzip</a:t>
            </a:r>
          </a:p>
          <a:p>
            <a:endParaRPr lang="de-DE"/>
          </a:p>
          <a:p>
            <a:r>
              <a:rPr lang="de-DE"/>
              <a:t>Quelle: Eigene Darstellung nach github.com/swrobuts/SiemensWashingMachineTroubleShooting_LocalLLM und docling-project.github.io/docling (Abruf 19.09.2026)</a:t>
            </a:r>
          </a:p>
          <a:p>
            <a:endParaRPr lang="de-DE"/>
          </a:p>
          <a:p>
            <a:r>
              <a:rPr lang="de-DE"/>
              <a:t>Die PDF-Aufbereitung läuft bei einer neuen Anleitung. Der Vektorindex entsteht aus dem geprüften Markdown und wird auch bei relevanten Änderungen an Modell oder Chunking neu aufgebaut. Jede Hybrid-Anfrage berechnet einen Fragevektor, sucht Kandidaten und prüft den Antwortkontext. PageIndex nutzt stattdessen LLM-Auswahlaufrufe. Der erste Download der Modellgewichte braucht Internet.</a:t>
            </a:r>
          </a:p>
          <a:p>
            <a:endParaRPr lang="de-DE"/>
          </a:p>
          <a:p>
            <a:r>
              <a:rPr lang="de-DE"/>
              <a:t>Aufbereitung und Indexierung bei neuem Stand</a:t>
            </a:r>
          </a:p>
          <a:p>
            <a:endParaRPr lang="de-DE"/>
          </a:p>
          <a:p>
            <a:r>
              <a:rPr lang="de-DE"/>
              <a:t>PDF</a:t>
            </a:r>
          </a:p>
          <a:p>
            <a:endParaRPr lang="de-DE"/>
          </a:p>
          <a:p>
            <a:r>
              <a:rPr lang="de-DE"/>
              <a:t>Docling und Markdown</a:t>
            </a:r>
          </a:p>
          <a:p>
            <a:endParaRPr lang="de-DE"/>
          </a:p>
          <a:p>
            <a:r>
              <a:rPr lang="de-DE"/>
              <a:t>Textabschnitte</a:t>
            </a:r>
          </a:p>
          <a:p>
            <a:endParaRPr lang="de-DE"/>
          </a:p>
          <a:p>
            <a:r>
              <a:rPr lang="de-DE"/>
              <a:t>Embeddings und Index</a:t>
            </a:r>
          </a:p>
          <a:p>
            <a:endParaRPr lang="de-DE"/>
          </a:p>
          <a:p>
            <a:r>
              <a:rPr lang="de-DE"/>
              <a:t>Bearbeitung jeder Hybrid-Anfrage</a:t>
            </a:r>
          </a:p>
          <a:p>
            <a:endParaRPr lang="de-DE"/>
          </a:p>
          <a:p>
            <a:r>
              <a:rPr lang="de-DE"/>
              <a:t>Frage</a:t>
            </a:r>
          </a:p>
          <a:p>
            <a:endParaRPr lang="de-DE"/>
          </a:p>
          <a:p>
            <a:r>
              <a:rPr lang="de-DE"/>
              <a:t>Suche und Reranking</a:t>
            </a:r>
          </a:p>
          <a:p>
            <a:endParaRPr lang="de-DE"/>
          </a:p>
          <a:p>
            <a:r>
              <a:rPr lang="de-DE"/>
              <a:t>Kontextprüfung</a:t>
            </a:r>
          </a:p>
          <a:p>
            <a:endParaRPr lang="de-DE"/>
          </a:p>
          <a:p>
            <a:r>
              <a:rPr lang="de-DE"/>
              <a:t>LLM-Antwort</a:t>
            </a:r>
          </a:p>
          <a:p>
            <a:endParaRPr lang="de-DE"/>
          </a:p>
          <a:p>
            <a:r>
              <a:rPr lang="de-DE"/>
              <a:t>Im Hybrid-Modus verwenden Frage und Textabschnitte denselben E5-Encoder. PageIndex erzeugt keine Frage-Embeddings.</a:t>
            </a:r>
          </a:p>
          <a:p>
            <a:endParaRPr lang="de-DE"/>
          </a:p>
          <a:p>
            <a:r>
              <a:rPr lang="de-DE"/>
              <a:t>Quellen:</a:t>
            </a:r>
          </a:p>
          <a:p>
            <a:r>
              <a:rPr lang="de-DE"/>
              <a:t>https://docling-project.github.io/docling/reference/document_converter/</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Docling liefert Markdown mit Seitenmarkern, das geprüft werden muss</a:t>
            </a:r>
          </a:p>
          <a:p>
            <a:endParaRPr lang="de-DE"/>
          </a:p>
          <a:p>
            <a:r>
              <a:rPr lang="de-DE"/>
              <a:t>Aufbereitung und Index</a:t>
            </a:r>
          </a:p>
          <a:p>
            <a:endParaRPr lang="de-DE"/>
          </a:p>
          <a:p>
            <a:r>
              <a:rPr lang="de-DE"/>
              <a:t>Quelle: docling-project.github.io/docling; parser.py im github.com/swrobuts/SiemensWashingMachineTroubleShooting_LocalLLM (Abruf 19.09.2026)</a:t>
            </a:r>
          </a:p>
          <a:p>
            <a:endParaRPr lang="de-DE"/>
          </a:p>
          <a:p>
            <a:r>
              <a:rPr lang="de-DE"/>
              <a:t>Docling</a:t>
            </a:r>
          </a:p>
          <a:p>
            <a:r>
              <a:rPr lang="de-DE"/>
              <a:t>, ein Projekt aus IBM Research, erkennt Layout, Lesereihenfolge und Tabellenstruktur eines PDF und exportiert sie als Markdown. Der überarbeitete Parser verarbeitet jede Seite einzeln und schreibt den Marker &lt;!-- </a:t>
            </a:r>
          </a:p>
          <a:p>
            <a:r>
              <a:rPr lang="de-DE"/>
              <a:t>pdf</a:t>
            </a:r>
          </a:p>
          <a:p>
            <a:r>
              <a:rPr lang="de-DE"/>
              <a:t>-page: N --&gt; davor, damit die Fundseite belegbar ist. Eine neue Extraktion wird erst gegen das PDF geprüft, bevor sie die aktive Wissensdatei ersetzt. Bis dahin bleibt das bisherige Markdown die Wissensbasis.</a:t>
            </a:r>
          </a:p>
          <a:p>
            <a:endParaRPr lang="de-DE"/>
          </a:p>
          <a:p>
            <a:endParaRPr lang="de-DE"/>
          </a:p>
          <a:p>
            <a:endParaRPr lang="de-DE"/>
          </a:p>
          <a:p>
            <a:endParaRPr lang="de-DE"/>
          </a:p>
          <a:p>
            <a:endParaRPr lang="de-DE"/>
          </a:p>
          <a:p>
            <a:r>
              <a:rPr lang="de-DE"/>
              <a:t>Prüfpunkte vor dem Ersetzen der Wissensdatei</a:t>
            </a:r>
          </a:p>
          <a:p>
            <a:endParaRPr lang="de-DE"/>
          </a:p>
          <a:p>
            <a:r>
              <a:rPr lang="de-DE"/>
              <a:t>Lesereihenfolge </a:t>
            </a:r>
          </a:p>
          <a:p>
            <a:r>
              <a:rPr lang="de-DE"/>
              <a:t>der Spalten und Kästen · </a:t>
            </a:r>
          </a:p>
          <a:p>
            <a:r>
              <a:rPr lang="de-DE"/>
              <a:t>Tabellenzeilen </a:t>
            </a:r>
          </a:p>
          <a:p>
            <a:r>
              <a:rPr lang="de-DE"/>
              <a:t>vollständig und richtig zugeordnet · </a:t>
            </a:r>
          </a:p>
          <a:p>
            <a:r>
              <a:rPr lang="de-DE"/>
              <a:t>Symbole </a:t>
            </a:r>
          </a:p>
          <a:p>
            <a:r>
              <a:rPr lang="de-DE"/>
              <a:t>und Sonderzeichen · </a:t>
            </a:r>
          </a:p>
          <a:p>
            <a:r>
              <a:rPr lang="de-DE"/>
              <a:t>Warnhinweise </a:t>
            </a:r>
          </a:p>
          <a:p>
            <a:r>
              <a:rPr lang="de-DE"/>
              <a:t>ohne Verlust · </a:t>
            </a:r>
          </a:p>
          <a:p>
            <a:r>
              <a:rPr lang="de-DE"/>
              <a:t>Seitenherkunft </a:t>
            </a:r>
          </a:p>
          <a:p>
            <a:r>
              <a:rPr lang="de-DE"/>
              <a:t>über die Marker belegbar. Ein geänderter Inhalt invalidiert Vektorcache und PageIndex-Baum.</a:t>
            </a:r>
          </a:p>
          <a:p>
            <a:endParaRPr lang="de-DE"/>
          </a:p>
          <a:p>
            <a:r>
              <a:rPr lang="de-DE"/>
              <a:t>Schema einer Parser-Ausgabe mit Seitenmarkern, Text verkürzt</a:t>
            </a:r>
          </a:p>
          <a:p>
            <a:endParaRPr lang="de-DE"/>
          </a:p>
          <a:p>
            <a:r>
              <a:rPr lang="de-DE"/>
              <a:t>&lt;!-- pdf-page: 33 --&gt;</a:t>
            </a:r>
          </a:p>
          <a:p>
            <a:r>
              <a:rPr lang="de-DE"/>
              <a:t> </a:t>
            </a:r>
          </a:p>
          <a:p>
            <a:r>
              <a:rPr lang="de-DE"/>
              <a:t>## Hinweise im Anzeigefeld</a:t>
            </a:r>
          </a:p>
          <a:p>
            <a:r>
              <a:rPr lang="de-DE"/>
              <a:t> </a:t>
            </a:r>
          </a:p>
          <a:p>
            <a:r>
              <a:rPr lang="de-DE"/>
              <a:t>| Anzeige | Ursache / Abhilfe                 |</a:t>
            </a:r>
          </a:p>
          <a:p>
            <a:r>
              <a:rPr lang="de-DE"/>
              <a:t>|---------|-----------------------------------|</a:t>
            </a:r>
          </a:p>
          <a:p>
            <a:r>
              <a:rPr lang="de-DE"/>
              <a:t>| E:18    | Laugenpumpe oder Ablauf verstopft |</a:t>
            </a:r>
          </a:p>
          <a:p>
            <a:r>
              <a:rPr lang="de-DE"/>
              <a:t>| E:23    | Wasser in der Bodenwanne          |</a:t>
            </a:r>
          </a:p>
          <a:p>
            <a:r>
              <a:rPr lang="de-DE"/>
              <a:t> </a:t>
            </a:r>
          </a:p>
          <a:p>
            <a:r>
              <a:rPr lang="de-DE"/>
              <a:t>&lt;!-- pdf-page: 34 --&gt;</a:t>
            </a:r>
          </a:p>
          <a:p>
            <a:endParaRPr lang="de-DE"/>
          </a:p>
          <a:p>
            <a:r>
              <a:rPr lang="de-DE"/>
              <a:t>Seitenherkunft: Neue Parser-Ausgaben liefern physische PDF-Seitenmarker. Das aktive ältere Markdown enthält diese Marker noch nicht. Dort erscheinen nur Abschnittstitel und Querverweise.</a:t>
            </a:r>
          </a:p>
          <a:p>
            <a:endParaRPr lang="de-DE"/>
          </a:p>
          <a:p>
            <a:r>
              <a:rPr lang="de-DE"/>
              <a:t>Quellen:</a:t>
            </a:r>
          </a:p>
          <a:p>
            <a:r>
              <a:rPr lang="de-DE"/>
              <a:t>https://docling-project.github.io/docling/</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Der E5-Tokenizer zählt Wortteile, nicht Wörter</a:t>
            </a:r>
          </a:p>
          <a:p>
            <a:endParaRPr lang="de-DE"/>
          </a:p>
          <a:p>
            <a:r>
              <a:rPr lang="de-DE"/>
              <a:t>Aufbereitung und Index</a:t>
            </a:r>
          </a:p>
          <a:p>
            <a:endParaRPr lang="de-DE"/>
          </a:p>
          <a:p>
            <a:r>
              <a:rPr lang="de-DE"/>
              <a:t>Quelle: Lokaler E5-Tokenizer, 19.09.2026, ohne Spezialtokens. intfloat/multilingual-e5-small; huggingface.co/docs/transformers/tokenizer_summary</a:t>
            </a:r>
          </a:p>
          <a:p>
            <a:endParaRPr lang="de-DE"/>
          </a:p>
          <a:p>
            <a:r>
              <a:rPr lang="de-DE"/>
              <a:t>Der E5-Tokenizer zerlegt Text in Einheiten seines Vokabulars, darunter ganze Wörter und Wortteile. Sein Vokabular umfasst 250.002 Einträge. Alle Zerlegungen stammen aus einem lokalen Lauf des Tokenizers, ohne Spezialtokens. Für die Eingabegrenze zählt der konkrete Tokenizer, nicht die Zahl der Wörter. Die Darstellung ▁ kennzeichnet einen Wortanfang mit Leerzeichen.</a:t>
            </a:r>
          </a:p>
          <a:p>
            <a:endParaRPr lang="de-DE"/>
          </a:p>
          <a:p>
            <a:r>
              <a:rPr lang="de-DE"/>
              <a:t>"Laugenpumpe"</a:t>
            </a:r>
          </a:p>
          <a:p>
            <a:r>
              <a:rPr lang="de-DE"/>
              <a:t>4 Tokens</a:t>
            </a:r>
          </a:p>
          <a:p>
            <a:endParaRPr lang="de-DE"/>
          </a:p>
          <a:p>
            <a:r>
              <a:rPr lang="de-DE"/>
              <a:t>▁Lau</a:t>
            </a:r>
          </a:p>
          <a:p>
            <a:endParaRPr lang="de-DE"/>
          </a:p>
          <a:p>
            <a:r>
              <a:rPr lang="de-DE"/>
              <a:t>gen</a:t>
            </a:r>
          </a:p>
          <a:p>
            <a:endParaRPr lang="de-DE"/>
          </a:p>
          <a:p>
            <a:r>
              <a:rPr lang="de-DE"/>
              <a:t>pump</a:t>
            </a:r>
          </a:p>
          <a:p>
            <a:endParaRPr lang="de-DE"/>
          </a:p>
          <a:p>
            <a:r>
              <a:rPr lang="de-DE"/>
              <a:t>e</a:t>
            </a:r>
          </a:p>
          <a:p>
            <a:endParaRPr lang="de-DE"/>
          </a:p>
          <a:p>
            <a:r>
              <a:rPr lang="de-DE"/>
              <a:t>"Laugenpumpe verstopft."</a:t>
            </a:r>
          </a:p>
          <a:p>
            <a:r>
              <a:rPr lang="de-DE"/>
              <a:t>8 Tokens</a:t>
            </a:r>
          </a:p>
          <a:p>
            <a:endParaRPr lang="de-DE"/>
          </a:p>
          <a:p>
            <a:r>
              <a:rPr lang="de-DE"/>
              <a:t>▁Lau</a:t>
            </a:r>
          </a:p>
          <a:p>
            <a:endParaRPr lang="de-DE"/>
          </a:p>
          <a:p>
            <a:r>
              <a:rPr lang="de-DE"/>
              <a:t>gen</a:t>
            </a:r>
          </a:p>
          <a:p>
            <a:endParaRPr lang="de-DE"/>
          </a:p>
          <a:p>
            <a:r>
              <a:rPr lang="de-DE"/>
              <a:t>pump</a:t>
            </a:r>
          </a:p>
          <a:p>
            <a:endParaRPr lang="de-DE"/>
          </a:p>
          <a:p>
            <a:r>
              <a:rPr lang="de-DE"/>
              <a:t>e</a:t>
            </a:r>
          </a:p>
          <a:p>
            <a:endParaRPr lang="de-DE"/>
          </a:p>
          <a:p>
            <a:r>
              <a:rPr lang="de-DE"/>
              <a:t>▁ver</a:t>
            </a:r>
          </a:p>
          <a:p>
            <a:endParaRPr lang="de-DE"/>
          </a:p>
          <a:p>
            <a:r>
              <a:rPr lang="de-DE"/>
              <a:t>stop</a:t>
            </a:r>
          </a:p>
          <a:p>
            <a:endParaRPr lang="de-DE"/>
          </a:p>
          <a:p>
            <a:r>
              <a:rPr lang="de-DE"/>
              <a:t>ft</a:t>
            </a:r>
          </a:p>
          <a:p>
            <a:endParaRPr lang="de-DE"/>
          </a:p>
          <a:p>
            <a:r>
              <a:rPr lang="de-DE"/>
              <a:t>.</a:t>
            </a:r>
          </a:p>
          <a:p>
            <a:endParaRPr lang="de-DE"/>
          </a:p>
          <a:p>
            <a:r>
              <a:rPr lang="de-DE"/>
              <a:t>"query: Was </a:t>
            </a:r>
          </a:p>
          <a:p>
            <a:r>
              <a:rPr lang="de-DE"/>
              <a:t>bedeutet</a:t>
            </a:r>
          </a:p>
          <a:p>
            <a:r>
              <a:rPr lang="de-DE"/>
              <a:t> der </a:t>
            </a:r>
          </a:p>
          <a:p>
            <a:r>
              <a:rPr lang="de-DE"/>
              <a:t>Fehlercode</a:t>
            </a:r>
          </a:p>
          <a:p>
            <a:r>
              <a:rPr lang="de-DE"/>
              <a:t> E:18?"</a:t>
            </a:r>
          </a:p>
          <a:p>
            <a:r>
              <a:rPr lang="de-DE"/>
              <a:t>11 Tokens</a:t>
            </a:r>
          </a:p>
          <a:p>
            <a:endParaRPr lang="de-DE"/>
          </a:p>
          <a:p>
            <a:r>
              <a:rPr lang="de-DE"/>
              <a:t>▁que</a:t>
            </a:r>
          </a:p>
          <a:p>
            <a:endParaRPr lang="de-DE"/>
          </a:p>
          <a:p>
            <a:r>
              <a:rPr lang="de-DE"/>
              <a:t>ry</a:t>
            </a:r>
          </a:p>
          <a:p>
            <a:endParaRPr lang="de-DE"/>
          </a:p>
          <a:p>
            <a:r>
              <a:rPr lang="de-DE"/>
              <a:t>:</a:t>
            </a:r>
          </a:p>
          <a:p>
            <a:endParaRPr lang="de-DE"/>
          </a:p>
          <a:p>
            <a:r>
              <a:rPr lang="de-DE"/>
              <a:t>▁Was</a:t>
            </a:r>
          </a:p>
          <a:p>
            <a:endParaRPr lang="de-DE"/>
          </a:p>
          <a:p>
            <a:r>
              <a:rPr lang="de-DE"/>
              <a:t>▁bedeutet</a:t>
            </a:r>
          </a:p>
          <a:p>
            <a:endParaRPr lang="de-DE"/>
          </a:p>
          <a:p>
            <a:r>
              <a:rPr lang="de-DE"/>
              <a:t>▁der</a:t>
            </a:r>
          </a:p>
          <a:p>
            <a:endParaRPr lang="de-DE"/>
          </a:p>
          <a:p>
            <a:r>
              <a:rPr lang="de-DE"/>
              <a:t>▁Fehler</a:t>
            </a:r>
          </a:p>
          <a:p>
            <a:endParaRPr lang="de-DE"/>
          </a:p>
          <a:p>
            <a:r>
              <a:rPr lang="de-DE"/>
              <a:t>code</a:t>
            </a:r>
          </a:p>
          <a:p>
            <a:endParaRPr lang="de-DE"/>
          </a:p>
          <a:p>
            <a:r>
              <a:rPr lang="de-DE"/>
              <a:t>▁E</a:t>
            </a:r>
          </a:p>
          <a:p>
            <a:endParaRPr lang="de-DE"/>
          </a:p>
          <a:p>
            <a:r>
              <a:rPr lang="de-DE"/>
              <a:t>:18</a:t>
            </a:r>
          </a:p>
          <a:p>
            <a:endParaRPr lang="de-DE"/>
          </a:p>
          <a:p>
            <a:r>
              <a:rPr lang="de-DE"/>
              <a:t>?</a:t>
            </a:r>
          </a:p>
          <a:p>
            <a:endParaRPr lang="de-DE"/>
          </a:p>
          <a:p>
            <a:endParaRPr lang="de-DE"/>
          </a:p>
          <a:p>
            <a:endParaRPr lang="de-DE"/>
          </a:p>
          <a:p>
            <a:endParaRPr lang="de-DE"/>
          </a:p>
          <a:p>
            <a:endParaRPr lang="de-DE"/>
          </a:p>
          <a:p>
            <a:r>
              <a:rPr lang="de-DE"/>
              <a:t>Warum das zählt</a:t>
            </a:r>
          </a:p>
          <a:p>
            <a:endParaRPr lang="de-DE"/>
          </a:p>
          <a:p>
            <a:r>
              <a:rPr lang="de-DE"/>
              <a:t>Eine feste Umrechnung in Wörter ist unzuverlässig. Komposita, Satzzeichen und Fehlercodes ergeben unterschiedlich viele Tokens. Präfixe und Spezialtokens benötigen zusätzlich Platz.</a:t>
            </a:r>
          </a:p>
          <a:p>
            <a:endParaRPr lang="de-DE"/>
          </a:p>
          <a:p>
            <a:endParaRPr lang="de-DE"/>
          </a:p>
          <a:p>
            <a:endParaRPr lang="de-DE"/>
          </a:p>
          <a:p>
            <a:endParaRPr lang="de-DE"/>
          </a:p>
          <a:p>
            <a:endParaRPr lang="de-DE"/>
          </a:p>
          <a:p>
            <a:r>
              <a:rPr lang="de-DE"/>
              <a:t>Modellabhängig</a:t>
            </a:r>
          </a:p>
          <a:p>
            <a:endParaRPr lang="de-DE"/>
          </a:p>
          <a:p>
            <a:r>
              <a:rPr lang="de-DE"/>
              <a:t>Das Projekt zählt Chunks mit dem E5-Tokenizer. Andere Modelle können denselben Text anders zerlegen.</a:t>
            </a:r>
          </a:p>
          <a:p>
            <a:endParaRPr lang="de-DE"/>
          </a:p>
          <a:p>
            <a:r>
              <a:rPr lang="de-DE"/>
              <a:t>Quellen:</a:t>
            </a:r>
          </a:p>
          <a:p>
            <a:r>
              <a:rPr lang="de-DE"/>
              <a:t>https://huggingface.co/docs/transformers/tokenizer_summary</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440 Tokens je Chunk halten Abstand zum Limit von 512</a:t>
            </a:r>
          </a:p>
          <a:p>
            <a:endParaRPr lang="de-DE"/>
          </a:p>
          <a:p>
            <a:r>
              <a:rPr lang="de-DE"/>
              <a:t>Aufbereitung und Index</a:t>
            </a:r>
          </a:p>
          <a:p>
            <a:endParaRPr lang="de-DE"/>
          </a:p>
          <a:p>
            <a:r>
              <a:rPr lang="de-DE"/>
              <a:t>Quelle: huggingface.co/intfloat/multilingual-e5-small (Modellkarte); rag_engine.py im github.com/swrobuts/SiemensWashingMachineTroubleShooting_LocalLLM (Abruf 19.09.2026)</a:t>
            </a:r>
          </a:p>
          <a:p>
            <a:endParaRPr lang="de-DE"/>
          </a:p>
          <a:p>
            <a:r>
              <a:rPr lang="de-DE"/>
              <a:t>multilingual-e5-small verarbeitet höchstens 512 Tokens. Der SentenceSplitter verwendet ein Budget von 440 Tokens und einen Zielwert von 40 Tokens Überlappung. Satzgrenzen und Abschnittsstruktur beeinflussen die tatsächliche Zerlegung. Überlappung reduziert Kontextverlust, garantiert aber keine vollständigen Warnhinweise. Dafür ergänzt die App kuratierte Verfahrensgruppen.</a:t>
            </a:r>
          </a:p>
          <a:p>
            <a:endParaRPr lang="de-DE"/>
          </a:p>
          <a:p>
            <a:endParaRPr lang="de-DE"/>
          </a:p>
          <a:p>
            <a:endParaRPr lang="de-DE"/>
          </a:p>
          <a:p>
            <a:endParaRPr lang="de-DE"/>
          </a:p>
          <a:p>
            <a:endParaRPr lang="de-DE"/>
          </a:p>
          <a:p>
            <a:r>
              <a:rPr lang="de-DE"/>
              <a:t>Zu groß</a:t>
            </a:r>
          </a:p>
          <a:p>
            <a:endParaRPr lang="de-DE"/>
          </a:p>
          <a:p>
            <a:r>
              <a:rPr lang="de-DE"/>
              <a:t>Das Modell schneidet nach 512 Tokens ab. Details am Ende des Abschnitts fehlen im Vektor.</a:t>
            </a:r>
          </a:p>
          <a:p>
            <a:endParaRPr lang="de-DE"/>
          </a:p>
          <a:p>
            <a:endParaRPr lang="de-DE"/>
          </a:p>
          <a:p>
            <a:endParaRPr lang="de-DE"/>
          </a:p>
          <a:p>
            <a:endParaRPr lang="de-DE"/>
          </a:p>
          <a:p>
            <a:endParaRPr lang="de-DE"/>
          </a:p>
          <a:p>
            <a:r>
              <a:rPr lang="de-DE"/>
              <a:t>Zu klein</a:t>
            </a:r>
          </a:p>
          <a:p>
            <a:endParaRPr lang="de-DE"/>
          </a:p>
          <a:p>
            <a:r>
              <a:rPr lang="de-DE"/>
              <a:t>Die Aussage verliert Überschrift, Bedingung oder Warnhinweis, die zu ihr gehören.</a:t>
            </a:r>
          </a:p>
          <a:p>
            <a:endParaRPr lang="de-DE"/>
          </a:p>
          <a:p>
            <a:endParaRPr lang="de-DE"/>
          </a:p>
          <a:p>
            <a:endParaRPr lang="de-DE"/>
          </a:p>
          <a:p>
            <a:endParaRPr lang="de-DE"/>
          </a:p>
          <a:p>
            <a:endParaRPr lang="de-DE"/>
          </a:p>
          <a:p>
            <a:r>
              <a:rPr lang="de-DE"/>
              <a:t>Gewählt: 440 / 40</a:t>
            </a:r>
          </a:p>
          <a:p>
            <a:endParaRPr lang="de-DE"/>
          </a:p>
          <a:p>
            <a:r>
              <a:rPr lang="de-DE"/>
              <a:t>440 Tokens je Chunk, 40 Tokens Überlappung, gezählt mit dem E5-Tokenizer.</a:t>
            </a:r>
          </a:p>
          <a:p>
            <a:endParaRPr lang="de-DE"/>
          </a:p>
          <a:p>
            <a:r>
              <a:rPr lang="de-DE"/>
              <a:t>Schematische Überlappung: bis zu 440 Tokens je Chunk, Zielwert 40 Tokens am Rand</a:t>
            </a:r>
          </a:p>
          <a:p>
            <a:endParaRPr lang="de-DE"/>
          </a:p>
          <a:p>
            <a:r>
              <a:rPr lang="de-DE"/>
              <a:t>Chunk 1: bis zu 440 Tokens</a:t>
            </a:r>
          </a:p>
          <a:p>
            <a:endParaRPr lang="de-DE"/>
          </a:p>
          <a:p>
            <a:r>
              <a:rPr lang="de-DE"/>
              <a:t>Chunk 2: bis zu 440 Tokens</a:t>
            </a:r>
          </a:p>
          <a:p>
            <a:endParaRPr lang="de-DE"/>
          </a:p>
          <a:p>
            <a:endParaRPr lang="de-DE"/>
          </a:p>
          <a:p>
            <a:endParaRPr lang="de-DE"/>
          </a:p>
          <a:p>
            <a:r>
              <a:rPr lang="de-DE"/>
              <a:t>Chunk 3: bis zu 440 Tokens</a:t>
            </a:r>
          </a:p>
          <a:p>
            <a:endParaRPr lang="de-DE"/>
          </a:p>
          <a:p>
            <a:endParaRPr lang="de-DE"/>
          </a:p>
          <a:p>
            <a:endParaRPr lang="de-DE"/>
          </a:p>
          <a:p>
            <a:r>
              <a:rPr lang="de-DE"/>
              <a:t>Die Randbereiche illustrieren die Überlappung. Der Splitter berücksichtigt Satzgrenzen. Zusammengehörige Arbeitsschritte und Warnungen benötigen zusätzlich einen gemeinsamen Verfahrenskontext.</a:t>
            </a:r>
          </a:p>
          <a:p>
            <a:endParaRPr lang="de-DE"/>
          </a:p>
          <a:p>
            <a:r>
              <a:rPr lang="de-DE"/>
              <a:t>Quellen:</a:t>
            </a:r>
          </a:p>
          <a:p>
            <a:r>
              <a:rPr lang="de-DE"/>
              <a:t>https://github.com/swrobuts/SiemensWashingMachineTroubleShooting_LocalLLM</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Tabellen werden zeilenweise zerlegt und behalten ihre Kopfzeile</a:t>
            </a:r>
          </a:p>
          <a:p>
            <a:endParaRPr lang="de-DE"/>
          </a:p>
          <a:p>
            <a:r>
              <a:rPr lang="de-DE"/>
              <a:t>Aufbereitung und Index</a:t>
            </a:r>
          </a:p>
          <a:p>
            <a:endParaRPr lang="de-DE"/>
          </a:p>
          <a:p>
            <a:r>
              <a:rPr lang="de-DE"/>
              <a:t>Quelle: siemens-handbuch.pdf, Seite 33, Tabelle "Hinweise im Anzeigefeld" (für die Darstellung verkürzt); rag_engine.py</a:t>
            </a:r>
          </a:p>
          <a:p>
            <a:endParaRPr lang="de-DE"/>
          </a:p>
          <a:p>
            <a:r>
              <a:rPr lang="de-DE"/>
              <a:t>Die Störungs- und Fehlercodetabellen des Handbuchs sind breit; als Ganzes eingebettet überschreiten sie das Tokenlimit, und ein einzelner Fehlercode geht in der Masse unter. Der Splitter zerlegt große Tabellen deshalb zeilenweise: Jede Datenzeile bekommt die Abschnittsüberschrift und die Spaltennamen mit, Fortsetzungszeilen übernehmen die Bezeichnung der vorigen Zeile. Mehrere Tabellen behalten jeweils ihre eigenen Spaltenüberschriften.</a:t>
            </a:r>
          </a:p>
          <a:p>
            <a:endParaRPr lang="de-DE"/>
          </a:p>
          <a:p>
            <a:r>
              <a:rPr lang="de-DE"/>
              <a:t>Tabellenkontext: Überschrift und Spaltennamen bleiben an jeder Datenzeile erhalten. Eine sehr lange Zeile kann anschließend in mehrere tokenbegrenzte Chunks zerfallen.</a:t>
            </a:r>
          </a:p>
          <a:p>
            <a:endParaRPr lang="de-DE"/>
          </a:p>
          <a:p>
            <a:endParaRPr lang="de-DE"/>
          </a:p>
          <a:p>
            <a:endParaRPr lang="de-DE"/>
          </a:p>
          <a:p>
            <a:r>
              <a:rPr lang="de-DE"/>
              <a:t>Splitter: Zeile E:18 wird ein eigener Chunk</a:t>
            </a:r>
          </a:p>
          <a:p>
            <a:endParaRPr lang="de-DE"/>
          </a:p>
          <a:p>
            <a:r>
              <a:rPr lang="de-DE"/>
              <a:t>Chunk für E:18 — Überschrift, Spaltennamen, eine Datenzeile</a:t>
            </a:r>
          </a:p>
          <a:p>
            <a:endParaRPr lang="de-DE"/>
          </a:p>
          <a:p>
            <a:r>
              <a:rPr lang="de-DE"/>
              <a:t>## Hinweise im Anzeigefeld</a:t>
            </a:r>
          </a:p>
          <a:p>
            <a:r>
              <a:rPr lang="de-DE"/>
              <a:t>| Anzeige | Ursache / Abhilfe |</a:t>
            </a:r>
          </a:p>
          <a:p>
            <a:r>
              <a:rPr lang="de-DE"/>
              <a:t>| E:18 | Laugenpumpe oder Ablauf verstopft |</a:t>
            </a:r>
          </a:p>
          <a:p>
            <a:endParaRPr lang="de-DE"/>
          </a:p>
          <a:p>
            <a:r>
              <a:rPr lang="de-DE"/>
              <a:t>Seitenmetadaten nur mit PDF-Seitenmarker</a:t>
            </a:r>
          </a:p>
          <a:p>
            <a:endParaRPr lang="de-DE"/>
          </a:p>
          <a:p>
            <a:r>
              <a:rPr lang="de-DE"/>
              <a:t>Zweite Zeile, zweiter Chunk</a:t>
            </a:r>
          </a:p>
          <a:p>
            <a:r>
              <a:rPr lang="de-DE"/>
              <a:t>E:23 bekommt denselben Kopf: Überschrift und Spaltennamen werden je Datenzeile wiederholt. Der exakte Lookup findet so beide Codes getrennt.</a:t>
            </a:r>
          </a:p>
          <a:p>
            <a:endParaRPr lang="de-DE"/>
          </a:p>
          <a:p>
            <a:endParaRPr lang="de-DE"/>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Frage und Abschnitt werden mit demselben Modell zu 384 Zahlen</a:t>
            </a:r>
          </a:p>
          <a:p>
            <a:endParaRPr lang="de-DE"/>
          </a:p>
          <a:p>
            <a:r>
              <a:rPr lang="de-DE"/>
              <a:t>Aufbereitung und Index</a:t>
            </a:r>
          </a:p>
          <a:p>
            <a:endParaRPr lang="de-DE"/>
          </a:p>
          <a:p>
            <a:r>
              <a:rPr lang="de-DE"/>
              <a:t>Quelle: huggingface.co/intfloat/multilingual-e5-small (Modellkarte); Wang et al. (2024): Multilingual E5 Text Embeddings, arXiv:2402.05672; docs/2026-07-07-optimization-design.md im Repository (Abruf 19.09.2026)</a:t>
            </a:r>
          </a:p>
          <a:p>
            <a:endParaRPr lang="de-DE"/>
          </a:p>
          <a:p>
            <a:r>
              <a:rPr lang="de-DE"/>
              <a:t>multilingual-e5-small bildet Text auf 384 Dimensionen ab. Das Projekt verwendet denselben Encoder für Frage und Handbuchpassagen. Die Präfixe query: und passage: unterscheiden die Rollen und gelten laut Modellkarte auch für deutsche Texte. Die Modellfamilie lernt mit kontrastivem Training, passende Textpaare im Vektorraum näher zusammenzubringen.</a:t>
            </a:r>
          </a:p>
          <a:p>
            <a:endParaRPr lang="de-DE"/>
          </a:p>
          <a:p>
            <a:r>
              <a:rPr lang="de-DE"/>
              <a:t>E5-Encoder</a:t>
            </a:r>
          </a:p>
          <a:p>
            <a:r>
              <a:rPr lang="de-DE"/>
              <a:t>multilingual-e5-small</a:t>
            </a:r>
          </a:p>
          <a:p>
            <a:r>
              <a:rPr lang="de-DE"/>
              <a:t>12 Layer, 384 Dimensionen</a:t>
            </a:r>
          </a:p>
          <a:p>
            <a:endParaRPr lang="de-DE"/>
          </a:p>
          <a:p>
            <a:r>
              <a:rPr lang="de-DE"/>
              <a:t>Frage: </a:t>
            </a:r>
          </a:p>
          <a:p>
            <a:r>
              <a:rPr lang="de-DE"/>
              <a:t>"Was bedeutet E:18?"</a:t>
            </a:r>
          </a:p>
          <a:p>
            <a:r>
              <a:rPr lang="de-DE"/>
              <a:t>Präfix query:</a:t>
            </a:r>
          </a:p>
          <a:p>
            <a:endParaRPr lang="de-DE"/>
          </a:p>
          <a:p>
            <a:r>
              <a:rPr lang="de-DE"/>
              <a:t>Handbuchabschnitt</a:t>
            </a:r>
          </a:p>
          <a:p>
            <a:r>
              <a:rPr lang="de-DE"/>
              <a:t>Präfix passage:</a:t>
            </a:r>
          </a:p>
          <a:p>
            <a:endParaRPr lang="de-DE"/>
          </a:p>
          <a:p>
            <a:r>
              <a:rPr lang="de-DE"/>
              <a:t>Fragevektor</a:t>
            </a:r>
          </a:p>
          <a:p>
            <a:r>
              <a:rPr lang="de-DE"/>
              <a:t>[0,12  −0,07  0,31  …]  384 Zahlen</a:t>
            </a:r>
          </a:p>
          <a:p>
            <a:endParaRPr lang="de-DE"/>
          </a:p>
          <a:p>
            <a:r>
              <a:rPr lang="de-DE"/>
              <a:t>Textvektor</a:t>
            </a:r>
          </a:p>
          <a:p>
            <a:r>
              <a:rPr lang="de-DE"/>
              <a:t>[0,10  −0,05  0,28  …]  384 Zahlen</a:t>
            </a:r>
          </a:p>
          <a:p>
            <a:endParaRPr lang="de-DE"/>
          </a:p>
          <a:p>
            <a:r>
              <a:rPr lang="de-DE"/>
              <a:t>Die Zahlen </a:t>
            </a:r>
          </a:p>
          <a:p>
            <a:r>
              <a:rPr lang="de-DE"/>
              <a:t>im</a:t>
            </a:r>
          </a:p>
          <a:p>
            <a:r>
              <a:rPr lang="de-DE"/>
              <a:t> </a:t>
            </a:r>
          </a:p>
          <a:p>
            <a:r>
              <a:rPr lang="de-DE"/>
              <a:t>Diagramm</a:t>
            </a:r>
          </a:p>
          <a:p>
            <a:r>
              <a:rPr lang="de-DE"/>
              <a:t> </a:t>
            </a:r>
          </a:p>
          <a:p>
            <a:r>
              <a:rPr lang="de-DE"/>
              <a:t>sind</a:t>
            </a:r>
          </a:p>
          <a:p>
            <a:r>
              <a:rPr lang="de-DE"/>
              <a:t> </a:t>
            </a:r>
          </a:p>
          <a:p>
            <a:r>
              <a:rPr lang="de-DE"/>
              <a:t>illustrativ</a:t>
            </a:r>
          </a:p>
          <a:p>
            <a:r>
              <a:rPr lang="de-DE"/>
              <a:t>, </a:t>
            </a:r>
          </a:p>
          <a:p>
            <a:r>
              <a:rPr lang="de-DE"/>
              <a:t>keine</a:t>
            </a:r>
          </a:p>
          <a:p>
            <a:r>
              <a:rPr lang="de-DE"/>
              <a:t> </a:t>
            </a:r>
          </a:p>
          <a:p>
            <a:r>
              <a:rPr lang="de-DE"/>
              <a:t>gemessenen</a:t>
            </a:r>
          </a:p>
          <a:p>
            <a:r>
              <a:rPr lang="de-DE"/>
              <a:t> </a:t>
            </a:r>
          </a:p>
          <a:p>
            <a:r>
              <a:rPr lang="de-DE"/>
              <a:t>Werte</a:t>
            </a:r>
          </a:p>
          <a:p>
            <a:r>
              <a:rPr lang="de-DE"/>
              <a:t>. </a:t>
            </a:r>
          </a:p>
          <a:p>
            <a:r>
              <a:rPr lang="de-DE"/>
              <a:t>Vergleichbar</a:t>
            </a:r>
          </a:p>
          <a:p>
            <a:r>
              <a:rPr lang="de-DE"/>
              <a:t> </a:t>
            </a:r>
          </a:p>
          <a:p>
            <a:r>
              <a:rPr lang="de-DE"/>
              <a:t>sind</a:t>
            </a:r>
          </a:p>
          <a:p>
            <a:r>
              <a:rPr lang="de-DE"/>
              <a:t> die </a:t>
            </a:r>
          </a:p>
          <a:p>
            <a:r>
              <a:rPr lang="de-DE"/>
              <a:t>Vektoren</a:t>
            </a:r>
          </a:p>
          <a:p>
            <a:r>
              <a:rPr lang="de-DE"/>
              <a:t> </a:t>
            </a:r>
          </a:p>
          <a:p>
            <a:r>
              <a:rPr lang="de-DE"/>
              <a:t>nur</a:t>
            </a:r>
          </a:p>
          <a:p>
            <a:r>
              <a:rPr lang="de-DE"/>
              <a:t>, </a:t>
            </a:r>
          </a:p>
          <a:p>
            <a:r>
              <a:rPr lang="de-DE"/>
              <a:t>weil</a:t>
            </a:r>
          </a:p>
          <a:p>
            <a:r>
              <a:rPr lang="de-DE"/>
              <a:t> </a:t>
            </a:r>
          </a:p>
          <a:p>
            <a:r>
              <a:rPr lang="de-DE"/>
              <a:t>derselbe</a:t>
            </a:r>
          </a:p>
          <a:p>
            <a:r>
              <a:rPr lang="de-DE"/>
              <a:t> Encoder </a:t>
            </a:r>
          </a:p>
          <a:p>
            <a:r>
              <a:rPr lang="de-DE"/>
              <a:t>beide</a:t>
            </a:r>
          </a:p>
          <a:p>
            <a:r>
              <a:rPr lang="de-DE"/>
              <a:t> </a:t>
            </a:r>
          </a:p>
          <a:p>
            <a:r>
              <a:rPr lang="de-DE"/>
              <a:t>erzeugt</a:t>
            </a:r>
          </a:p>
          <a:p>
            <a:r>
              <a:rPr lang="de-DE"/>
              <a:t>.</a:t>
            </a:r>
          </a:p>
          <a:p>
            <a:endParaRPr lang="de-DE"/>
          </a:p>
          <a:p>
            <a:r>
              <a:rPr lang="de-DE"/>
              <a:t>Was E5 ist</a:t>
            </a:r>
          </a:p>
          <a:p>
            <a:r>
              <a:rPr lang="de-DE"/>
              <a:t>E5</a:t>
            </a:r>
          </a:p>
          <a:p>
            <a:r>
              <a:rPr lang="de-DE"/>
              <a:t> steht für EmbEddings from bidirEctional Encoder rEpresentations, eine Modellfamilie von Microsoft Research (Wang et al., 2022 und 2024).</a:t>
            </a:r>
          </a:p>
          <a:p>
            <a:r>
              <a:rPr lang="de-DE"/>
              <a:t>Aufbau:</a:t>
            </a:r>
          </a:p>
          <a:p>
            <a:r>
              <a:rPr lang="de-DE"/>
              <a:t> multilingual-e5-small setzt auf Multilingual-MiniLM auf: 12 Layer, 384 Dimensionen, rund 118 Mio. Parameter, höchstens 512 Tokens, Vokabular für etwa 100 Sprachen.</a:t>
            </a:r>
          </a:p>
          <a:p>
            <a:r>
              <a:rPr lang="de-DE"/>
              <a:t>Training:</a:t>
            </a:r>
          </a:p>
          <a:p>
            <a:r>
              <a:rPr lang="de-DE"/>
              <a:t> kontrastives Vortraining auf rund einer Milliarde Textpaaren, danach Feinabstimmung auf beschrifteten Frage-Antwort-Daten. Zusammengehörige Paare landen nahe beieinander.</a:t>
            </a:r>
          </a:p>
          <a:p>
            <a:r>
              <a:rPr lang="de-DE"/>
              <a:t>Präfixe:</a:t>
            </a:r>
          </a:p>
          <a:p>
            <a:r>
              <a:rPr lang="de-DE"/>
              <a:t> query: und passage: stammen aus diesem Training; das Modell hat damit zwei Rollen gelernt.</a:t>
            </a:r>
          </a:p>
          <a:p>
            <a:endParaRPr lang="de-DE"/>
          </a:p>
          <a:p>
            <a:endParaRPr lang="de-DE"/>
          </a:p>
          <a:p>
            <a:endParaRPr lang="de-DE"/>
          </a:p>
          <a:p>
            <a:r>
              <a:rPr lang="de-DE"/>
              <a:t>Quellen:</a:t>
            </a:r>
          </a:p>
          <a:p>
            <a:r>
              <a:rPr lang="de-DE"/>
              <a:t>https://arxiv.org/abs/2402.05672</a:t>
            </a:r>
          </a:p>
          <a:p>
            <a:r>
              <a:rPr lang="de-DE"/>
              <a:t>https://arxiv.org/html/2402.05672v1</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Ähnliche Bedeutung heißt ähnliche Richtung im Vektorraum</a:t>
            </a:r>
          </a:p>
          <a:p>
            <a:endParaRPr lang="de-DE"/>
          </a:p>
          <a:p>
            <a:r>
              <a:rPr lang="de-DE"/>
              <a:t>Aufbereitung und Index</a:t>
            </a:r>
          </a:p>
          <a:p>
            <a:endParaRPr lang="de-DE"/>
          </a:p>
          <a:p>
            <a:r>
              <a:rPr lang="de-DE"/>
              <a:t>Quelle: Eigene Darstellung: schematisch, keine Projektion gemessener Vektoren; Wang et al. (2024), arXiv:2402.05672</a:t>
            </a:r>
          </a:p>
          <a:p>
            <a:endParaRPr lang="de-DE"/>
          </a:p>
          <a:p>
            <a:r>
              <a:rPr lang="de-DE"/>
              <a:t>Der Encoder lernt, zusammengehörige Texte mit hoher Ähnlichkeit abzubilden. Die zwei Achsen stehen für 384 Dimensionen; gemessene E5-Vektoren liegen ihnen nicht zugrunde. Die Frage nach E:18 und ein relevanter Handbuchtext sollen nahe liegen. Sprachliche Nähe allein belegt jedoch keine zutreffende Fehlerdiagnose.</a:t>
            </a:r>
          </a:p>
          <a:p>
            <a:endParaRPr lang="de-DE"/>
          </a:p>
          <a:p>
            <a:endParaRPr lang="de-DE"/>
          </a:p>
          <a:p>
            <a:endParaRPr lang="de-DE"/>
          </a:p>
          <a:p>
            <a:r>
              <a:rPr lang="de-DE"/>
              <a:t>Frage: "Was bedeutet E:18?"</a:t>
            </a:r>
          </a:p>
          <a:p>
            <a:endParaRPr lang="de-DE"/>
          </a:p>
          <a:p>
            <a:r>
              <a:rPr lang="de-DE"/>
              <a:t>Chunk: "E:18 — Laugenpumpe verstopft …"</a:t>
            </a:r>
          </a:p>
          <a:p>
            <a:endParaRPr lang="de-DE"/>
          </a:p>
          <a:p>
            <a:r>
              <a:rPr lang="de-DE"/>
              <a:t>Frage: "Hauptstadt Frankreichs?"</a:t>
            </a:r>
          </a:p>
          <a:p>
            <a:endParaRPr lang="de-DE"/>
          </a:p>
          <a:p>
            <a:r>
              <a:rPr lang="de-DE"/>
              <a:t>kleiner Winkel</a:t>
            </a:r>
          </a:p>
          <a:p>
            <a:endParaRPr lang="de-DE"/>
          </a:p>
          <a:p>
            <a:r>
              <a:rPr lang="de-DE"/>
              <a:t>Ursprung</a:t>
            </a:r>
          </a:p>
          <a:p>
            <a:endParaRPr lang="de-DE"/>
          </a:p>
          <a:p>
            <a:endParaRPr lang="de-DE"/>
          </a:p>
          <a:p>
            <a:endParaRPr lang="de-DE"/>
          </a:p>
          <a:p>
            <a:endParaRPr lang="de-DE"/>
          </a:p>
          <a:p>
            <a:endParaRPr lang="de-DE"/>
          </a:p>
          <a:p>
            <a:r>
              <a:rPr lang="de-DE"/>
              <a:t>Winkel statt Abstand</a:t>
            </a:r>
          </a:p>
          <a:p>
            <a:endParaRPr lang="de-DE"/>
          </a:p>
          <a:p>
            <a:r>
              <a:rPr lang="de-DE"/>
              <a:t>Die Kosinusähnlichkeit vergleicht nur die Richtung. Ein langer Abschnitt und eine kurze Frage können deshalb trotzdem nahe beieinanderliegen.</a:t>
            </a:r>
          </a:p>
          <a:p>
            <a:endParaRPr lang="de-DE"/>
          </a:p>
          <a:p>
            <a:endParaRPr lang="de-DE"/>
          </a:p>
          <a:p>
            <a:endParaRPr lang="de-DE"/>
          </a:p>
          <a:p>
            <a:endParaRPr lang="de-DE"/>
          </a:p>
          <a:p>
            <a:endParaRPr lang="de-DE"/>
          </a:p>
          <a:p>
            <a:r>
              <a:rPr lang="de-DE"/>
              <a:t>Nähe ist nicht Wahrheit</a:t>
            </a:r>
          </a:p>
          <a:p>
            <a:endParaRPr lang="de-DE"/>
          </a:p>
          <a:p>
            <a:r>
              <a:rPr lang="de-DE"/>
              <a:t>Der Reranker schätzt Relevanz. Ob eine Antwort vollständig und handbuchtreu ist, muss gesondert geprüft werden.</a:t>
            </a:r>
          </a:p>
          <a:p>
            <a:endParaRPr lang="de-DE"/>
          </a:p>
          <a:p>
            <a:r>
              <a:rPr lang="de-DE"/>
              <a:t>Quellen:</a:t>
            </a:r>
          </a:p>
          <a:p>
            <a:r>
              <a:rPr lang="de-DE"/>
              <a:t>https://arxiv.org/abs/2402.05672</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Kosinusähnlichkeit ordnet Kandidaten, sie belegt keine Antwort</a:t>
            </a:r>
          </a:p>
          <a:p>
            <a:endParaRPr lang="de-DE"/>
          </a:p>
          <a:p>
            <a:r>
              <a:rPr lang="de-DE"/>
              <a:t>Aufbereitung und Index</a:t>
            </a:r>
          </a:p>
          <a:p>
            <a:endParaRPr lang="de-DE"/>
          </a:p>
          <a:p>
            <a:r>
              <a:rPr lang="de-DE"/>
              <a:t>Quelle: llama_index/core/base/embeddings/base.py (SimilarityMode.DEFAULT = Kosinus); huggingface.co/intfloat/multilingual-e5-small (Abruf 19.09.2026)</a:t>
            </a:r>
          </a:p>
          <a:p>
            <a:endParaRPr lang="de-DE"/>
          </a:p>
          <a:p>
            <a:r>
              <a:rPr lang="de-DE"/>
              <a:t>Die Kosinusähnlichkeit misst den Kosinus des Winkels zwischen Fragevektor und Textvektor, unabhängig von deren Länge; LlamaIndex nutzt sie im SimpleVectorStore als Standardmaß. Ein hoher Wert heißt thematische Nähe, nicht, dass der Abschnitt die Frage beantwortet. E:18 und E:23 stehen in derselben Tabelle und liegen sprachlich nahe, bedeuten aber Verschiedenes. Im kleinen Index läuft die Suche als direkter Vergleich mit allen Vektoren, ohne Näherungsverfahren.</a:t>
            </a:r>
          </a:p>
          <a:p>
            <a:endParaRPr lang="de-DE"/>
          </a:p>
          <a:p>
            <a:r>
              <a:rPr lang="de-DE"/>
              <a:t>cos(q, d) = (q · d) / (‖q‖ · ‖d‖)</a:t>
            </a:r>
          </a:p>
          <a:p>
            <a:r>
              <a:rPr lang="de-DE"/>
              <a:t>1: gleiche Richtung   0: orthogonal   −1: entgegengesetzt</a:t>
            </a:r>
          </a:p>
          <a:p>
            <a:endParaRPr lang="de-DE"/>
          </a:p>
          <a:p>
            <a:endParaRPr lang="de-DE"/>
          </a:p>
          <a:p>
            <a:endParaRPr lang="de-DE"/>
          </a:p>
          <a:p>
            <a:endParaRPr lang="de-DE"/>
          </a:p>
          <a:p>
            <a:endParaRPr lang="de-DE"/>
          </a:p>
          <a:p>
            <a:r>
              <a:rPr lang="de-DE"/>
              <a:t>Hoher Suchscore</a:t>
            </a:r>
          </a:p>
          <a:p>
            <a:endParaRPr lang="de-DE"/>
          </a:p>
          <a:p>
            <a:r>
              <a:rPr lang="de-DE"/>
              <a:t>Der Text kann zur Frage passen. Seine Aussage muss trotzdem gelesen und geprüft werden — der Score bewertet Nähe, nicht Richtigkeit.</a:t>
            </a:r>
          </a:p>
          <a:p>
            <a:endParaRPr lang="de-DE"/>
          </a:p>
          <a:p>
            <a:endParaRPr lang="de-DE"/>
          </a:p>
          <a:p>
            <a:endParaRPr lang="de-DE"/>
          </a:p>
          <a:p>
            <a:endParaRPr lang="de-DE"/>
          </a:p>
          <a:p>
            <a:endParaRPr lang="de-DE"/>
          </a:p>
          <a:p>
            <a:r>
              <a:rPr lang="de-DE"/>
              <a:t>Fehlercodes</a:t>
            </a:r>
          </a:p>
          <a:p>
            <a:endParaRPr lang="de-DE"/>
          </a:p>
          <a:p>
            <a:r>
              <a:rPr lang="de-DE"/>
              <a:t>E:18 und E:23 liegen im Vektorraum nahe beieinander, haben aber verschiedene Bedeutungen. Deshalb ergänzt ein exakter Lookup die Vektorsuche.</a:t>
            </a:r>
          </a:p>
          <a:p>
            <a:endParaRPr lang="de-DE"/>
          </a:p>
          <a:p>
            <a:endParaRPr lang="de-DE"/>
          </a:p>
          <a:p>
            <a:endParaRPr lang="de-DE"/>
          </a:p>
          <a:p>
            <a:r>
              <a:rPr lang="de-DE"/>
              <a:t>Ähnlichkeitswerte</a:t>
            </a:r>
          </a:p>
          <a:p>
            <a:r>
              <a:rPr lang="de-DE"/>
              <a:t> </a:t>
            </a:r>
          </a:p>
          <a:p>
            <a:r>
              <a:rPr lang="de-DE"/>
              <a:t>sind</a:t>
            </a:r>
          </a:p>
          <a:p>
            <a:r>
              <a:rPr lang="de-DE"/>
              <a:t> </a:t>
            </a:r>
          </a:p>
          <a:p>
            <a:r>
              <a:rPr lang="de-DE"/>
              <a:t>keine</a:t>
            </a:r>
          </a:p>
          <a:p>
            <a:r>
              <a:rPr lang="de-DE"/>
              <a:t> </a:t>
            </a:r>
          </a:p>
          <a:p>
            <a:r>
              <a:rPr lang="de-DE"/>
              <a:t>Wahrscheinlichkeit</a:t>
            </a:r>
          </a:p>
          <a:p>
            <a:r>
              <a:rPr lang="de-DE"/>
              <a:t> für </a:t>
            </a:r>
          </a:p>
          <a:p>
            <a:r>
              <a:rPr lang="de-DE"/>
              <a:t>eine</a:t>
            </a:r>
          </a:p>
          <a:p>
            <a:r>
              <a:rPr lang="de-DE"/>
              <a:t> </a:t>
            </a:r>
          </a:p>
          <a:p>
            <a:r>
              <a:rPr lang="de-DE"/>
              <a:t>richtige</a:t>
            </a:r>
          </a:p>
          <a:p>
            <a:r>
              <a:rPr lang="de-DE"/>
              <a:t> </a:t>
            </a:r>
          </a:p>
          <a:p>
            <a:r>
              <a:rPr lang="de-DE"/>
              <a:t>Antwort</a:t>
            </a:r>
          </a:p>
          <a:p>
            <a:r>
              <a:rPr lang="de-DE"/>
              <a:t>.</a:t>
            </a:r>
          </a:p>
          <a:p>
            <a:endParaRPr lang="de-DE"/>
          </a:p>
          <a:p>
            <a:r>
              <a:rPr lang="de-DE"/>
              <a:t>Quellen:</a:t>
            </a:r>
          </a:p>
          <a:p>
            <a:r>
              <a:rPr lang="de-DE"/>
              <a:t>https://github.com/run-llama/llama_index/blob/main/llama-index-core/llama_index/core/vector_stores/simple.py</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Keine Chroma-, Qdrant-, PostgreSQL- oder Neo4j-Anbindung im überprüften Code. LlamaIndex SimpleVectorStore lädt die Daten zur Suche in den Prozess und speichert sie als JSON; Standarddateien default__vector_store.json, docstore.json, index_store.json unter ./storage.</a:t>
            </a:r>
          </a:p>
          <a:p>
            <a:endParaRPr/>
          </a:p>
          <a:p>
            <a:r>
              <a:t>Quellen: https://developers.llamaindex.ai/python/framework/module_guides/storing/save_load/</a:t>
            </a:r>
          </a:p>
          <a:p>
            <a:r>
              <a:t>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Hybrid heißt hier Vektorsuche plus exakter Fehlercode-Lookup</a:t>
            </a:r>
          </a:p>
          <a:p>
            <a:endParaRPr lang="de-DE"/>
          </a:p>
          <a:p>
            <a:r>
              <a:rPr lang="de-DE"/>
              <a:t>Retrieval und Relevanz</a:t>
            </a:r>
          </a:p>
          <a:p>
            <a:endParaRPr lang="de-DE"/>
          </a:p>
          <a:p>
            <a:r>
              <a:rPr lang="de-DE"/>
              <a:t>Quelle: Eigene Darstellung nach rag_engine.py im github.com/swrobuts/SiemensWashingMachineTroubleShooting_LocalLLM (Abruf 19.09.2026)</a:t>
            </a:r>
          </a:p>
          <a:p>
            <a:endParaRPr lang="de-DE"/>
          </a:p>
          <a:p>
            <a:r>
              <a:rPr lang="de-DE"/>
              <a:t>Die Vektorsuche liefert Top 12. Ein zusätzlicher Lookup ergänzt passende vollständige Fehlercodes, etwa E18 oder E:18. Beide Kandidatenmengen werden vereinigt und dedupliziert. Dadurch können mehr als zwölf Kandidaten zum Reranker gelangen. E:180 bleibt von E:18 getrennt. BM25, Reciprocal Rank Fusion und eine Volltextdatenbank sind im Projekt nicht implementiert.</a:t>
            </a:r>
          </a:p>
          <a:p>
            <a:endParaRPr lang="de-DE"/>
          </a:p>
          <a:p>
            <a:r>
              <a:rPr lang="de-DE"/>
              <a:t>Nutzerfrage</a:t>
            </a:r>
          </a:p>
          <a:p>
            <a:r>
              <a:rPr lang="de-DE"/>
              <a:t>"Was bedeutet E:18?"</a:t>
            </a:r>
          </a:p>
          <a:p>
            <a:endParaRPr lang="de-DE"/>
          </a:p>
          <a:p>
            <a:r>
              <a:rPr lang="de-DE"/>
              <a:t>Vektorsuche</a:t>
            </a:r>
          </a:p>
          <a:p>
            <a:r>
              <a:rPr lang="de-DE"/>
              <a:t>Top 12 nach Kosinus</a:t>
            </a:r>
          </a:p>
          <a:p>
            <a:endParaRPr lang="de-DE"/>
          </a:p>
          <a:p>
            <a:r>
              <a:rPr lang="de-DE"/>
              <a:t>Exakter Lookup</a:t>
            </a:r>
          </a:p>
          <a:p>
            <a:r>
              <a:rPr lang="de-DE"/>
              <a:t>normalisierter Code E:18</a:t>
            </a:r>
          </a:p>
          <a:p>
            <a:endParaRPr lang="de-DE"/>
          </a:p>
          <a:p>
            <a:r>
              <a:rPr lang="de-DE"/>
              <a:t>Kandidaten vereinigen</a:t>
            </a:r>
          </a:p>
          <a:p>
            <a:r>
              <a:rPr lang="de-DE"/>
              <a:t>doppelte Nodes entfernen</a:t>
            </a:r>
          </a:p>
          <a:p>
            <a:endParaRPr lang="de-DE"/>
          </a:p>
          <a:p>
            <a:r>
              <a:rPr lang="de-DE"/>
              <a:t>Reranking</a:t>
            </a:r>
          </a:p>
          <a:p>
            <a:r>
              <a:rPr lang="de-DE"/>
              <a:t>bge-reranker-v2-m3</a:t>
            </a:r>
          </a:p>
          <a:p>
            <a:endParaRPr lang="de-DE"/>
          </a:p>
          <a:p>
            <a:r>
              <a:rPr lang="de-DE"/>
              <a:t>Ein unbekannter Code darf keine fremde Codebedeutung übernehmen: E:180 ist kein Treffer für E:18.</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Bi-Encoder vergleicht zwei Vektoren, Cross-Encoder liest das Paar</a:t>
            </a:r>
          </a:p>
          <a:p>
            <a:endParaRPr lang="de-DE"/>
          </a:p>
          <a:p>
            <a:r>
              <a:rPr lang="de-DE"/>
              <a:t>Retrieval und Relevanz</a:t>
            </a:r>
          </a:p>
          <a:p>
            <a:endParaRPr lang="de-DE"/>
          </a:p>
          <a:p>
            <a:r>
              <a:rPr lang="de-DE"/>
              <a:t>Quelle: huggingface.co/BAAI/bge-reranker-v2-m3 ("uses question and document as input and directly output similarity"); Modellkarte E5</a:t>
            </a:r>
          </a:p>
          <a:p>
            <a:endParaRPr lang="de-DE"/>
          </a:p>
          <a:p>
            <a:r>
              <a:rPr lang="de-DE"/>
              <a:t>Der Bi-Encoder berechnet Frage- und Textvektoren getrennt. Gespeicherte Textvektoren lassen sich zur Anfragezeit effizient vergleichen. Der Cross-Encoder verarbeitet jedes Frage-Text-Paar gemeinsam und schätzt dessen Relevanz. Das ist aufwendiger und kann die Sortierung verbessern. Im Projekt bewertet er die vereinigten Kandidaten aus Vektorsuche und Fehlercode-Lookup.</a:t>
            </a:r>
          </a:p>
          <a:p>
            <a:endParaRPr lang="de-DE"/>
          </a:p>
          <a:p>
            <a:endParaRPr lang="de-DE"/>
          </a:p>
          <a:p>
            <a:endParaRPr lang="de-DE"/>
          </a:p>
          <a:p>
            <a:endParaRPr lang="de-DE"/>
          </a:p>
          <a:p>
            <a:endParaRPr lang="de-DE"/>
          </a:p>
          <a:p>
            <a:r>
              <a:rPr lang="de-DE"/>
              <a:t>1</a:t>
            </a:r>
          </a:p>
          <a:p>
            <a:endParaRPr lang="de-DE"/>
          </a:p>
          <a:p>
            <a:r>
              <a:rPr lang="de-DE"/>
              <a:t>Bi-Encoder — E5, 384 Dimensionen</a:t>
            </a:r>
          </a:p>
          <a:p>
            <a:endParaRPr lang="de-DE"/>
          </a:p>
          <a:p>
            <a:r>
              <a:rPr lang="de-DE"/>
              <a:t>Frage → Vektor,  Text → Vektor,  cos(q, d)</a:t>
            </a:r>
          </a:p>
          <a:p>
            <a:r>
              <a:rPr lang="de-DE"/>
              <a:t>Textvektoren werden einmal berechnet und gespeichert. Zur Anfragezeit entsteht nur der Fragevektor; der Vergleich mit allen Chunks ist reine Arithmetik.</a:t>
            </a:r>
          </a:p>
          <a:p>
            <a:r>
              <a:rPr lang="de-DE"/>
              <a:t>Schnell, skaliert auf den ganzen Index; sieht Frage und Text aber nie zusammen.</a:t>
            </a:r>
          </a:p>
          <a:p>
            <a:endParaRPr lang="de-DE"/>
          </a:p>
          <a:p>
            <a:endParaRPr lang="de-DE"/>
          </a:p>
          <a:p>
            <a:endParaRPr lang="de-DE"/>
          </a:p>
          <a:p>
            <a:endParaRPr lang="de-DE"/>
          </a:p>
          <a:p>
            <a:endParaRPr lang="de-DE"/>
          </a:p>
          <a:p>
            <a:r>
              <a:rPr lang="de-DE"/>
              <a:t>2</a:t>
            </a:r>
          </a:p>
          <a:p>
            <a:endParaRPr lang="de-DE"/>
          </a:p>
          <a:p>
            <a:r>
              <a:rPr lang="de-DE"/>
              <a:t>Cross-Encoder — bge-reranker-v2-m3</a:t>
            </a:r>
          </a:p>
          <a:p>
            <a:endParaRPr lang="de-DE"/>
          </a:p>
          <a:p>
            <a:r>
              <a:rPr lang="de-DE"/>
              <a:t>[Frage; Text] wird gemeinsam bewertet.</a:t>
            </a:r>
          </a:p>
          <a:p>
            <a:r>
              <a:rPr lang="de-DE"/>
              <a:t>Attention verknüpft die Tokens beider Texte.</a:t>
            </a:r>
          </a:p>
          <a:p>
            <a:r>
              <a:rPr lang="de-DE"/>
              <a:t>Ein Logit wird per Sigmoid auf 0 bis 1 abgebildet.</a:t>
            </a:r>
          </a:p>
          <a:p>
            <a:r>
              <a:rPr lang="de-DE"/>
              <a:t>Mehr Rechenaufwand je Kandidat. Die Zahl der Kandidaten kann durch den Lookup über zwölf liegen.</a:t>
            </a:r>
          </a:p>
          <a:p>
            <a:endParaRPr lang="de-DE"/>
          </a:p>
          <a:p>
            <a:endParaRPr lang="de-DE"/>
          </a:p>
          <a:p>
            <a:endParaRPr lang="de-DE"/>
          </a:p>
          <a:p>
            <a:r>
              <a:rPr lang="de-DE"/>
              <a:t>Arbeitsteilung</a:t>
            </a:r>
          </a:p>
          <a:p>
            <a:r>
              <a:rPr lang="de-DE"/>
              <a:t>: </a:t>
            </a:r>
          </a:p>
          <a:p>
            <a:r>
              <a:rPr lang="de-DE"/>
              <a:t>Der Bi-Encoder </a:t>
            </a:r>
          </a:p>
          <a:p>
            <a:r>
              <a:rPr lang="de-DE"/>
              <a:t>findet</a:t>
            </a:r>
          </a:p>
          <a:p>
            <a:r>
              <a:rPr lang="de-DE"/>
              <a:t> </a:t>
            </a:r>
          </a:p>
          <a:p>
            <a:r>
              <a:rPr lang="de-DE"/>
              <a:t>Kandidaten</a:t>
            </a:r>
          </a:p>
          <a:p>
            <a:r>
              <a:rPr lang="de-DE"/>
              <a:t>, der Cross-Encoder </a:t>
            </a:r>
          </a:p>
          <a:p>
            <a:r>
              <a:rPr lang="de-DE"/>
              <a:t>ordnet</a:t>
            </a:r>
          </a:p>
          <a:p>
            <a:r>
              <a:rPr lang="de-DE"/>
              <a:t> </a:t>
            </a:r>
          </a:p>
          <a:p>
            <a:r>
              <a:rPr lang="de-DE"/>
              <a:t>sie</a:t>
            </a:r>
          </a:p>
          <a:p>
            <a:r>
              <a:rPr lang="de-DE"/>
              <a:t>. </a:t>
            </a:r>
          </a:p>
          <a:p>
            <a:r>
              <a:rPr lang="de-DE"/>
              <a:t>Beide</a:t>
            </a:r>
          </a:p>
          <a:p>
            <a:r>
              <a:rPr lang="de-DE"/>
              <a:t> Modelle </a:t>
            </a:r>
          </a:p>
          <a:p>
            <a:r>
              <a:rPr lang="de-DE"/>
              <a:t>laufen</a:t>
            </a:r>
          </a:p>
          <a:p>
            <a:r>
              <a:rPr lang="de-DE"/>
              <a:t> </a:t>
            </a:r>
          </a:p>
          <a:p>
            <a:r>
              <a:rPr lang="de-DE"/>
              <a:t>lokal</a:t>
            </a:r>
          </a:p>
          <a:p>
            <a:r>
              <a:rPr lang="de-DE"/>
              <a:t>.</a:t>
            </a:r>
          </a:p>
          <a:p>
            <a:endParaRPr lang="de-DE"/>
          </a:p>
          <a:p>
            <a:r>
              <a:rPr lang="de-DE"/>
              <a:t>Quellen:</a:t>
            </a:r>
          </a:p>
          <a:p>
            <a:r>
              <a:rPr lang="de-DE"/>
              <a:t>https://huggingface.co/BAAI/bge-m3</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Der Cross-Encoder liest Frage und Kandidat gemeinsam</a:t>
            </a:r>
          </a:p>
          <a:p>
            <a:endParaRPr lang="de-DE"/>
          </a:p>
          <a:p>
            <a:r>
              <a:rPr lang="de-DE"/>
              <a:t>Retrieval und Relevanz</a:t>
            </a:r>
          </a:p>
          <a:p>
            <a:endParaRPr lang="de-DE"/>
          </a:p>
          <a:p>
            <a:r>
              <a:rPr lang="de-DE"/>
              <a:t>Quelle: huggingface.co/BAAI/bge-reranker-v2-m3 (Modellkarte); rag_engine.py im github.com/swrobuts/SiemensWashingMachineTroubleShooting_LocalLLM (Abruf 19.09.2026)</a:t>
            </a:r>
          </a:p>
          <a:p>
            <a:endParaRPr lang="de-DE"/>
          </a:p>
          <a:p>
            <a:r>
              <a:rPr lang="de-DE"/>
              <a:t>bge-reranker-v2-m3 bewertet die vereinigten Kandidaten als Frage-Text-Paare. Der Code bildet die Logits explizit per Sigmoid auf 0 bis 1 ab. Aus den fünf höchsten Rängen wählt ein zusätzlicher Scorefilter die Antwortbelege. Der Reranker kann nur gefundene Kandidaten umsortieren. Fehlende Passagen kann er nicht nachträglich suchen.</a:t>
            </a:r>
          </a:p>
          <a:p>
            <a:endParaRPr lang="de-DE"/>
          </a:p>
          <a:p>
            <a:endParaRPr lang="de-DE"/>
          </a:p>
          <a:p>
            <a:endParaRPr lang="de-DE"/>
          </a:p>
          <a:p>
            <a:endParaRPr lang="de-DE"/>
          </a:p>
          <a:p>
            <a:endParaRPr lang="de-DE"/>
          </a:p>
          <a:p>
            <a:r>
              <a:rPr lang="de-DE"/>
              <a:t>Mehr Genauigkeit, mehr Rechenzeit</a:t>
            </a:r>
          </a:p>
          <a:p>
            <a:endParaRPr lang="de-DE"/>
          </a:p>
          <a:p>
            <a:r>
              <a:rPr lang="de-DE"/>
              <a:t>Top 12 aus der Vektorsuche plus zusätzliche Code-Treffer. ENABLE_RERANK=0 schaltet den Reranker ab.</a:t>
            </a:r>
          </a:p>
          <a:p>
            <a:endParaRPr lang="de-DE"/>
          </a:p>
          <a:p>
            <a:endParaRPr lang="de-DE"/>
          </a:p>
          <a:p>
            <a:endParaRPr lang="de-DE"/>
          </a:p>
          <a:p>
            <a:endParaRPr lang="de-DE"/>
          </a:p>
          <a:p>
            <a:endParaRPr lang="de-DE"/>
          </a:p>
          <a:p>
            <a:r>
              <a:rPr lang="de-DE"/>
              <a:t>Sortieren, nicht finden</a:t>
            </a:r>
          </a:p>
          <a:p>
            <a:endParaRPr lang="de-DE"/>
          </a:p>
          <a:p>
            <a:r>
              <a:rPr lang="de-DE"/>
              <a:t>Der Reranker ordnet nur die Kandidaten. Was Vektorsuche und Lookup nicht geliefert haben, kann er nicht nachträglich finden.</a:t>
            </a:r>
          </a:p>
          <a:p>
            <a:endParaRPr lang="de-DE"/>
          </a:p>
          <a:p>
            <a:r>
              <a:rPr lang="de-DE"/>
              <a:t>Eingabe: vereinigte Kandidaten</a:t>
            </a:r>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r>
              <a:rPr lang="de-DE"/>
              <a:t>[Frage ; Kandidat i], i = 1 … N</a:t>
            </a:r>
          </a:p>
          <a:p>
            <a:endParaRPr lang="de-DE"/>
          </a:p>
          <a:p>
            <a:r>
              <a:rPr lang="de-DE"/>
              <a:t>Cross-Encoder</a:t>
            </a:r>
          </a:p>
          <a:p>
            <a:r>
              <a:rPr lang="de-DE"/>
              <a:t>bge-reranker-v2-m3</a:t>
            </a:r>
          </a:p>
          <a:p>
            <a:r>
              <a:rPr lang="de-DE"/>
              <a:t>liest beide Texte gemeinsam</a:t>
            </a:r>
          </a:p>
          <a:p>
            <a:r>
              <a:rPr lang="de-DE"/>
              <a:t>Logit → Sigmoid → Score 0 … 1</a:t>
            </a:r>
          </a:p>
          <a:p>
            <a:endParaRPr lang="de-DE"/>
          </a:p>
          <a:p>
            <a:r>
              <a:rPr lang="de-DE"/>
              <a:t>Ausgabe: sortiert nach Score</a:t>
            </a:r>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endParaRPr lang="de-DE"/>
          </a:p>
          <a:p>
            <a:r>
              <a:rPr lang="de-DE"/>
              <a:t>Rang 1 bis 5</a:t>
            </a:r>
          </a:p>
          <a:p>
            <a:r>
              <a:rPr lang="de-DE"/>
              <a:t>zum Kontextfilter</a:t>
            </a:r>
          </a:p>
          <a:p>
            <a:endParaRPr lang="de-DE"/>
          </a:p>
          <a:p>
            <a:r>
              <a:rPr lang="de-DE"/>
              <a:t>Weitere Ränge</a:t>
            </a:r>
          </a:p>
          <a:p>
            <a:r>
              <a:rPr lang="de-DE"/>
              <a:t>verworfen</a:t>
            </a:r>
          </a:p>
          <a:p>
            <a:endParaRPr lang="de-DE"/>
          </a:p>
          <a:p>
            <a:r>
              <a:rPr lang="de-DE"/>
              <a:t>Zwölf Balken als Beispiel. Kandidatenzahl und Scores sind schematisch.</a:t>
            </a:r>
          </a:p>
          <a:p>
            <a:endParaRPr lang="de-DE"/>
          </a:p>
          <a:p>
            <a:r>
              <a:rPr lang="de-DE"/>
              <a:t>Quellen:</a:t>
            </a:r>
          </a:p>
          <a:p>
            <a:r>
              <a:rPr lang="de-DE"/>
              <a:t>https://github.com/swrobuts/SiemensWashingMachineTroubleShooting_LocalLLM</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Sigmoid macht aus einem Logit einen Score zwischen 0 und 1</a:t>
            </a:r>
          </a:p>
          <a:p>
            <a:endParaRPr lang="de-DE"/>
          </a:p>
          <a:p>
            <a:r>
              <a:rPr lang="de-DE"/>
              <a:t>Retrieval und Relevanz</a:t>
            </a:r>
          </a:p>
          <a:p>
            <a:endParaRPr lang="de-DE"/>
          </a:p>
          <a:p>
            <a:r>
              <a:rPr lang="de-DE"/>
              <a:t>Quelle: Modellkarte bge-reranker-v2-m3 (normalize=True wendet Sigmoid an); rag_engine.py; Logistische Funktion, Standardmathematik</a:t>
            </a:r>
          </a:p>
          <a:p>
            <a:endParaRPr lang="de-DE"/>
          </a:p>
          <a:p>
            <a:r>
              <a:rPr lang="de-DE"/>
              <a:t>Der Cross-Encoder liefert einen Logit. Die Sigmoid-Funktion σ(x) = 1 / (1 + e^(−x)) bildet ihn monoton auf (0, 1) ab. 0 wird zu 0,5, stark negative Werte nähern sich 0 und stark positive 1. Höhere Werte bedeuten eine höhere Modellbewertung der Relevanz. Weder das Vorzeichen noch ein Score von 0,5 beweisen eine fachliche Zuordnung oder Antwortkorrektheit.</a:t>
            </a:r>
          </a:p>
          <a:p>
            <a:endParaRPr lang="de-DE"/>
          </a:p>
          <a:p>
            <a:r>
              <a:rPr lang="de-DE"/>
              <a:t>σ(x)  =  1 / (1 + e^(−x))</a:t>
            </a:r>
          </a:p>
          <a:p>
            <a:r>
              <a:rPr lang="de-DE"/>
              <a:t>        Logit x beliebig  →  Score in (0, 1)</a:t>
            </a:r>
          </a:p>
          <a:p>
            <a:endParaRPr lang="de-DE"/>
          </a:p>
          <a:p>
            <a:endParaRPr lang="de-DE"/>
          </a:p>
          <a:p>
            <a:endParaRPr lang="de-DE"/>
          </a:p>
          <a:p>
            <a:endParaRPr lang="de-DE"/>
          </a:p>
          <a:p>
            <a:endParaRPr lang="de-DE"/>
          </a:p>
          <a:p>
            <a:r>
              <a:rPr lang="de-DE"/>
              <a:t>Warum die Schwelle trotzdem Handarbeit ist</a:t>
            </a:r>
          </a:p>
          <a:p>
            <a:endParaRPr lang="de-DE"/>
          </a:p>
          <a:p>
            <a:r>
              <a:rPr lang="de-DE"/>
              <a:t>Projektregel: Score ≥ max(0,15; 0,5 × bester Score).</a:t>
            </a:r>
          </a:p>
          <a:p>
            <a:r>
              <a:rPr lang="de-DE"/>
              <a:t>Die Werte sind Heuristiken. Ihre Eignung braucht fachlich annotierte Fälle. Ein Score von 0,88 bedeutet nicht „88 % richtige Antwort“.</a:t>
            </a:r>
          </a:p>
          <a:p>
            <a:endParaRPr lang="de-DE"/>
          </a:p>
          <a:p>
            <a:r>
              <a:rPr lang="de-DE"/>
              <a:t>Quellen:</a:t>
            </a:r>
          </a:p>
          <a:p>
            <a:r>
              <a:rPr lang="de-DE"/>
              <a:t>https://github.com/swrobuts/SiemensWashingMachineTroubleShooting_LocalLLM</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Ein absoluter und ein relativer Filter begrenzen den Kontext</a:t>
            </a:r>
          </a:p>
          <a:p>
            <a:endParaRPr lang="de-DE"/>
          </a:p>
          <a:p>
            <a:r>
              <a:rPr lang="de-DE"/>
              <a:t>Retrieval und Relevanz</a:t>
            </a:r>
          </a:p>
          <a:p>
            <a:endParaRPr lang="de-DE"/>
          </a:p>
          <a:p>
            <a:r>
              <a:rPr lang="de-DE"/>
              <a:t>Quelle: Eigene Darstellung nach rag_engine.py und server.py im github.com/swrobuts/SiemensWashingMachineTroubleShooting_LocalLLM (Abruf 19.09.2026)</a:t>
            </a:r>
          </a:p>
          <a:p>
            <a:endParaRPr lang="de-DE"/>
          </a:p>
          <a:p>
            <a:r>
              <a:rPr lang="de-DE"/>
              <a:t>Nach dem Reranking betrachtet die App die besten fünf Kandidaten. Ein Beleg bleibt nur, wenn sein Score mindestens max(0,15; 0,5 × bester Score) erreicht. Gefragte Fehlercodes müssen im verbleibenden Kontext vorkommen. Ohne ausreichende Belege entfällt der Antwortaufruf. Ohne Reranker akzeptiert der Fallback ausschließlich exakte Code-Treffer.</a:t>
            </a:r>
          </a:p>
          <a:p>
            <a:endParaRPr lang="de-DE"/>
          </a:p>
          <a:p>
            <a:r>
              <a:rPr lang="de-DE"/>
              <a:t>Top 5</a:t>
            </a:r>
          </a:p>
          <a:p>
            <a:r>
              <a:rPr lang="de-DE"/>
              <a:t>nach Reranking</a:t>
            </a:r>
          </a:p>
          <a:p>
            <a:endParaRPr lang="de-DE"/>
          </a:p>
          <a:p>
            <a:r>
              <a:rPr lang="de-DE"/>
              <a:t>Belege nach</a:t>
            </a:r>
          </a:p>
          <a:p>
            <a:r>
              <a:rPr lang="de-DE"/>
              <a:t>Score- und Codeprüfung?</a:t>
            </a:r>
          </a:p>
          <a:p>
            <a:endParaRPr lang="de-DE"/>
          </a:p>
          <a:p>
            <a:r>
              <a:rPr lang="de-DE"/>
              <a:t>Antwort aus Handbuchkontext</a:t>
            </a:r>
          </a:p>
          <a:p>
            <a:r>
              <a:rPr lang="de-DE"/>
              <a:t>Gefilterte und erweiterte Belege</a:t>
            </a:r>
          </a:p>
          <a:p>
            <a:endParaRPr lang="de-DE"/>
          </a:p>
          <a:p>
            <a:r>
              <a:rPr lang="de-DE"/>
              <a:t>Keine ausreichende Handbuchinformation</a:t>
            </a:r>
          </a:p>
          <a:p>
            <a:r>
              <a:rPr lang="de-DE"/>
              <a:t>Ablehnung ohne Modellaufruf</a:t>
            </a:r>
          </a:p>
          <a:p>
            <a:endParaRPr lang="de-DE"/>
          </a:p>
          <a:p>
            <a:r>
              <a:rPr lang="de-DE"/>
              <a:t>Ja</a:t>
            </a:r>
          </a:p>
          <a:p>
            <a:endParaRPr lang="de-DE"/>
          </a:p>
          <a:p>
            <a:r>
              <a:rPr lang="de-DE"/>
              <a:t>Nein</a:t>
            </a:r>
          </a:p>
          <a:p>
            <a:endParaRPr lang="de-DE"/>
          </a:p>
          <a:p>
            <a:r>
              <a:rPr lang="de-DE"/>
              <a:t>Auch relevante Belege können unvollständig sein. Vier kuratierte Verfahrensgruppen ergänzen zusammengehörige Warnungen und Arbeitsschritte.</a:t>
            </a:r>
          </a:p>
          <a:p>
            <a:endParaRPr lang="de-DE"/>
          </a:p>
          <a:p>
            <a:r>
              <a:rPr lang="de-DE"/>
              <a:t>Quellen:</a:t>
            </a:r>
          </a:p>
          <a:p>
            <a:r>
              <a:rPr lang="de-DE"/>
              <a:t>https://github.com/swrobuts/SiemensWashingMachineTroubleShooting_LocalLLM</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Warnhinweise und Arbeitsschritte bleiben im selben Kontext</a:t>
            </a:r>
          </a:p>
          <a:p>
            <a:endParaRPr lang="de-DE"/>
          </a:p>
          <a:p>
            <a:r>
              <a:rPr lang="de-DE"/>
              <a:t>Retrieval und Relevanz</a:t>
            </a:r>
          </a:p>
          <a:p>
            <a:endParaRPr lang="de-DE"/>
          </a:p>
          <a:p>
            <a:r>
              <a:rPr lang="de-DE"/>
              <a:t>Quelle: manual_context.py, rag_engine.py, server.py und docs/evaluation/LIVE.md</a:t>
            </a:r>
          </a:p>
          <a:p>
            <a:endParaRPr lang="de-DE"/>
          </a:p>
          <a:p>
            <a:r>
              <a:rPr lang="de-DE"/>
              <a:t>Ein einzelner Treffer kann einen Arbeitsschritt enthalten, aber die davor stehende Warnung verlieren. manual_context.py ordnet Fragmente vier geprüften Verfahrensgruppen zu. Vor der Antwortgenerierung ersetzt die App solche Treffer durch den vollständigen Originalabschnitt und entfernt Dubletten. Diese handbuchspezifische Erweiterung ergänzt den Scorefilter.</a:t>
            </a:r>
          </a:p>
          <a:p>
            <a:endParaRPr lang="de-DE"/>
          </a:p>
          <a:p>
            <a:r>
              <a:rPr lang="de-DE"/>
              <a:t>Gefundener Chunk</a:t>
            </a:r>
          </a:p>
          <a:p>
            <a:r>
              <a:rPr lang="de-DE"/>
              <a:t>„Service-Klappe …“</a:t>
            </a:r>
          </a:p>
          <a:p>
            <a:endParaRPr lang="de-DE"/>
          </a:p>
          <a:p>
            <a:r>
              <a:rPr lang="de-DE"/>
              <a:t>Kontextgruppe</a:t>
            </a:r>
          </a:p>
          <a:p>
            <a:r>
              <a:rPr lang="de-DE"/>
              <a:t>pump</a:t>
            </a:r>
          </a:p>
          <a:p>
            <a:endParaRPr lang="de-DE"/>
          </a:p>
          <a:p>
            <a:r>
              <a:rPr lang="de-DE"/>
              <a:t>Originalverfahren</a:t>
            </a:r>
          </a:p>
          <a:p>
            <a:r>
              <a:rPr lang="de-DE"/>
              <a:t>Warnung und Schritte</a:t>
            </a:r>
          </a:p>
          <a:p>
            <a:endParaRPr lang="de-DE"/>
          </a:p>
          <a:p>
            <a:r>
              <a:rPr lang="de-DE"/>
              <a:t>LLM-Antwort</a:t>
            </a:r>
          </a:p>
          <a:p>
            <a:r>
              <a:rPr lang="de-DE"/>
              <a:t>mit vollständigem Beleg</a:t>
            </a:r>
          </a:p>
          <a:p>
            <a:endParaRPr lang="de-DE"/>
          </a:p>
          <a:p>
            <a:r>
              <a:rPr lang="de-DE"/>
              <a:t>Vier kuratierte Gruppen</a:t>
            </a:r>
          </a:p>
          <a:p>
            <a:endParaRPr lang="de-DE"/>
          </a:p>
          <a:p>
            <a:r>
              <a:rPr lang="de-DE"/>
              <a:t>Pumpe, Notentriegelung, erstes Waschen und Transport. Die Zuordnung gilt für genau diese Handbuchfassung.</a:t>
            </a:r>
          </a:p>
          <a:p>
            <a:endParaRPr lang="de-DE"/>
          </a:p>
          <a:p>
            <a:r>
              <a:rPr lang="de-DE"/>
              <a:t>Suche und Antwortkontext</a:t>
            </a:r>
          </a:p>
          <a:p>
            <a:endParaRPr lang="de-DE"/>
          </a:p>
          <a:p>
            <a:r>
              <a:rPr lang="de-DE"/>
              <a:t>Kurze Chunks bleiben suchbar. Vor der Generierung ersetzt die vollständige Originalanleitung die zugehörigen Fragmente.</a:t>
            </a:r>
          </a:p>
          <a:p>
            <a:endParaRPr lang="de-DE"/>
          </a:p>
          <a:p>
            <a:r>
              <a:rPr lang="de-DE"/>
              <a:t>Quellen:</a:t>
            </a:r>
          </a:p>
          <a:p>
            <a:r>
              <a:rPr lang="de-DE"/>
              <a:t>https://github.com/swrobuts/SiemensWashingMachineTroubleShooting_LocalLLM/blob/1d6c16a6c4649cc4c20fcdcb27d0e8831ce69950/manual_context.py</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Originalseite des Handbuchs</a:t>
            </a:r>
          </a:p>
          <a:p>
            <a:endParaRPr lang="de-DE"/>
          </a:p>
          <a:p>
            <a:r>
              <a:rPr lang="de-DE"/>
              <a:t>Seite 33 ist die Fundseite, 30, 31 und 36 sind Querverweise</a:t>
            </a:r>
          </a:p>
          <a:p>
            <a:endParaRPr lang="de-DE"/>
          </a:p>
          <a:p>
            <a:r>
              <a:rPr lang="de-DE"/>
              <a:t>Retrieval und Relevanz</a:t>
            </a:r>
          </a:p>
          <a:p>
            <a:endParaRPr lang="de-DE"/>
          </a:p>
          <a:p>
            <a:r>
              <a:rPr lang="de-DE"/>
              <a:t>Quelle: siemens-handbuch.pdf, Seite 33, Tabelle "Hinweise im Anzeigefeld"; docs/AUDIT.md (19.09.2026)</a:t>
            </a:r>
          </a:p>
          <a:p>
            <a:endParaRPr lang="de-DE"/>
          </a:p>
          <a:p>
            <a:r>
              <a:rPr lang="de-DE"/>
              <a:t>Die Fehlercodetabelle steht auf physischer PDF-Seite 33. Ihre Verweise 30, 31 und 36 führen zu anderen Abschnitten. Das aktive ältere Markdown besitzt jedoch noch keine verlässlichen PDF-Seitenmetadaten. Die App bezeichnet darin enthaltene Seitenzahlen deshalb als Querverweise. Erst geprüfte neue Parser-Ausgaben erlauben eine automatisch belegte Fundseite.</a:t>
            </a:r>
          </a:p>
          <a:p>
            <a:endParaRPr lang="de-DE"/>
          </a:p>
          <a:p>
            <a:endParaRPr lang="de-DE"/>
          </a:p>
          <a:p>
            <a:endParaRPr lang="de-DE"/>
          </a:p>
          <a:p>
            <a:r>
              <a:rPr lang="de-DE"/>
              <a:t>1</a:t>
            </a:r>
          </a:p>
          <a:p>
            <a:endParaRPr lang="de-DE"/>
          </a:p>
          <a:p>
            <a:r>
              <a:rPr lang="de-DE"/>
              <a:t>Physische PDF-Seite 33: im Original nachgeprüft. Im aktiven Markdown fehlt diese Information als Metadatum.</a:t>
            </a:r>
          </a:p>
          <a:p>
            <a:endParaRPr lang="de-DE"/>
          </a:p>
          <a:p>
            <a:endParaRPr lang="de-DE"/>
          </a:p>
          <a:p>
            <a:endParaRPr lang="de-DE"/>
          </a:p>
          <a:p>
            <a:r>
              <a:rPr lang="de-DE"/>
              <a:t>2</a:t>
            </a:r>
          </a:p>
          <a:p>
            <a:endParaRPr lang="de-DE"/>
          </a:p>
          <a:p>
            <a:r>
              <a:rPr lang="de-DE"/>
              <a:t>E:18 → Seiten 30 und 31: </a:t>
            </a:r>
          </a:p>
          <a:p>
            <a:r>
              <a:rPr lang="de-DE"/>
              <a:t>Reinigungsanweisungen für Laugenpumpe und Ablauf — Querverweis, keine Fundseite.</a:t>
            </a:r>
          </a:p>
          <a:p>
            <a:endParaRPr lang="de-DE"/>
          </a:p>
          <a:p>
            <a:endParaRPr lang="de-DE"/>
          </a:p>
          <a:p>
            <a:endParaRPr lang="de-DE"/>
          </a:p>
          <a:p>
            <a:r>
              <a:rPr lang="de-DE"/>
              <a:t>3</a:t>
            </a:r>
          </a:p>
          <a:p>
            <a:endParaRPr lang="de-DE"/>
          </a:p>
          <a:p>
            <a:r>
              <a:rPr lang="de-DE"/>
              <a:t>E:23 verweist auf Seite 36 zum Kundendienst. Dieser Querverweis bezeichnet nicht die Fundseite der Fehlercodetabelle.</a:t>
            </a:r>
          </a:p>
          <a:p>
            <a:endParaRPr lang="de-DE"/>
          </a:p>
          <a:p>
            <a:endParaRPr lang="de-DE"/>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Ein Server, ein Retrieval-Kern und zwei Modell-Clients</a:t>
            </a:r>
          </a:p>
          <a:p>
            <a:endParaRPr lang="de-DE"/>
          </a:p>
          <a:p>
            <a:r>
              <a:rPr lang="de-DE"/>
              <a:t>Zwei Antwortmodelle</a:t>
            </a:r>
          </a:p>
          <a:p>
            <a:endParaRPr lang="de-DE"/>
          </a:p>
          <a:p>
            <a:r>
              <a:rPr lang="de-DE"/>
              <a:t>Quelle: Eigene Darstellung nach server.py und llm_client.py im github.com/swrobuts/SiemensWashingMachineTroubleShooting_LocalLLM (Abruf 19.09.2026)</a:t>
            </a:r>
          </a:p>
          <a:p>
            <a:endParaRPr lang="de-DE"/>
          </a:p>
          <a:p>
            <a:r>
              <a:rPr lang="de-DE"/>
              <a:t>server.py startet die lokale Flask-App auf Port 3001. Der Anbieter wird je Anfrage explizit gewählt. Die Klassen LocalLLM und OpenAILLM teilen denselben Antwortvertrag. Embeddings, Vektorspeicher und Reranking bleiben lokal. Im Hybrid-Modus erhält das Antwortmodell Frage und Handbuchauszüge. Im PageIndex-Modus erhält es zusätzlich Titel und Zusammenfassungen für die Abschnittsauswahl.</a:t>
            </a:r>
          </a:p>
          <a:p>
            <a:endParaRPr lang="de-DE"/>
          </a:p>
          <a:p>
            <a:r>
              <a:rPr lang="de-DE"/>
              <a:t>Browser</a:t>
            </a:r>
          </a:p>
          <a:p>
            <a:r>
              <a:rPr lang="de-DE"/>
              <a:t>GUI auf Port 3001, Anbieter-Toggle</a:t>
            </a:r>
          </a:p>
          <a:p>
            <a:endParaRPr lang="de-DE"/>
          </a:p>
          <a:p>
            <a:r>
              <a:rPr lang="de-DE"/>
              <a:t>Flask-App</a:t>
            </a:r>
          </a:p>
          <a:p>
            <a:r>
              <a:rPr lang="de-DE"/>
              <a:t>Hybrid-Retrieval, Reranking, Kontextbudget, SSE — alles lokal</a:t>
            </a:r>
          </a:p>
          <a:p>
            <a:endParaRPr lang="de-DE"/>
          </a:p>
          <a:p>
            <a:r>
              <a:rPr lang="de-DE"/>
              <a:t>LM Studio</a:t>
            </a:r>
          </a:p>
          <a:p>
            <a:r>
              <a:rPr lang="de-DE"/>
              <a:t>LocalLLM · 127.0.0.1:1234/v1</a:t>
            </a:r>
          </a:p>
          <a:p>
            <a:endParaRPr lang="de-DE"/>
          </a:p>
          <a:p>
            <a:r>
              <a:rPr lang="de-DE"/>
              <a:t>OpenAI API</a:t>
            </a:r>
          </a:p>
          <a:p>
            <a:r>
              <a:rPr lang="de-DE"/>
              <a:t>OpenAILLM · HTTPS, Modell gpt-4.1-mini</a:t>
            </a:r>
          </a:p>
          <a:p>
            <a:endParaRPr lang="de-DE"/>
          </a:p>
          <a:p>
            <a:r>
              <a:rPr lang="de-DE"/>
              <a:t>lokal</a:t>
            </a:r>
          </a:p>
          <a:p>
            <a:endParaRPr lang="de-DE"/>
          </a:p>
          <a:p>
            <a:r>
              <a:rPr lang="de-DE"/>
              <a:t>extern</a:t>
            </a:r>
          </a:p>
          <a:p>
            <a:endParaRPr lang="de-DE"/>
          </a:p>
          <a:p>
            <a:r>
              <a:rPr lang="de-DE"/>
              <a:t>Der Index bleibt lokal. OpenAI erhält im Hybrid-Modus Frage und Auszüge, bei PageIndex zusätzlich Abschnittsübersichten. Modellvorgabe: gpt-4.1-mini.</a:t>
            </a:r>
          </a:p>
          <a:p>
            <a:endParaRPr lang="de-DE"/>
          </a:p>
          <a:p>
            <a:r>
              <a:rPr lang="de-DE"/>
              <a:t>Quellen:</a:t>
            </a:r>
          </a:p>
          <a:p>
            <a:r>
              <a:rPr lang="de-DE"/>
              <a:t>https://developers.openai.com/api/docs/models/gpt-4.1-mini</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Die Adresse 127.0.0.1 verbindet App und LM Studio auf demselben Rechner</a:t>
            </a:r>
          </a:p>
          <a:p>
            <a:endParaRPr lang="de-DE"/>
          </a:p>
          <a:p>
            <a:r>
              <a:rPr lang="de-DE"/>
              <a:t>Zwei Antwortmodelle</a:t>
            </a:r>
          </a:p>
          <a:p>
            <a:endParaRPr lang="de-DE"/>
          </a:p>
          <a:p>
            <a:r>
              <a:rPr lang="de-DE"/>
              <a:t>Quelle: lmstudio.ai/docs/developer/openai-compat; README.md im github.com/swrobuts/SiemensWashingMachineTroubleShooting_LocalLLM (Abruf 19.09.2026)</a:t>
            </a:r>
          </a:p>
          <a:p>
            <a:endParaRPr lang="de-DE"/>
          </a:p>
          <a:p>
            <a:r>
              <a:rPr lang="de-DE"/>
              <a:t>LM Studio stellt einen OpenAI-kompatiblen Server bereit, standardmäßig auf Port 1234, über den die App das geladene </a:t>
            </a:r>
          </a:p>
          <a:p>
            <a:r>
              <a:rPr lang="de-DE"/>
              <a:t>Instruct</a:t>
            </a:r>
          </a:p>
          <a:p>
            <a:r>
              <a:rPr lang="de-DE"/>
              <a:t>-Modell anspricht. Die Adresse 127.0.0.1 bezeichnet immer den Rechner, auf dem die Python-App läuft: auf dem Mac (hier als Umgebung) 	erreicht sie LM Studio dort, unter Windows zeigt dieselbe Adresse auf Windows. Die Modell-ID wird exakt aus LM Studio übernommen; automatische Auswahl gibt es nur bei genau einem geladenen Chatmodell.</a:t>
            </a:r>
          </a:p>
          <a:p>
            <a:endParaRPr lang="de-DE"/>
          </a:p>
          <a:p>
            <a:endParaRPr lang="de-DE"/>
          </a:p>
          <a:p>
            <a:endParaRPr lang="de-DE"/>
          </a:p>
          <a:p>
            <a:endParaRPr lang="de-DE"/>
          </a:p>
          <a:p>
            <a:endParaRPr lang="de-DE"/>
          </a:p>
          <a:p>
            <a:r>
              <a:rPr lang="de-DE"/>
              <a:t>127.0.0.1 ist relativ</a:t>
            </a:r>
          </a:p>
          <a:p>
            <a:endParaRPr lang="de-DE"/>
          </a:p>
          <a:p>
            <a:r>
              <a:rPr lang="de-DE"/>
              <a:t>Die Adresse zeigt auf den Rechner der Python-App. Eine App unter Windows erreicht LM Studio auf dem Mac so nicht; dafür braucht es dessen Netzwerk-Endpoint und Serverkonfiguration.</a:t>
            </a:r>
          </a:p>
          <a:p>
            <a:endParaRPr lang="de-DE"/>
          </a:p>
          <a:p>
            <a:endParaRPr lang="de-DE"/>
          </a:p>
          <a:p>
            <a:endParaRPr lang="de-DE"/>
          </a:p>
          <a:p>
            <a:endParaRPr lang="de-DE"/>
          </a:p>
          <a:p>
            <a:endParaRPr lang="de-DE"/>
          </a:p>
          <a:p>
            <a:r>
              <a:rPr lang="de-DE"/>
              <a:t>Modell passend zur Hardware</a:t>
            </a:r>
          </a:p>
          <a:p>
            <a:endParaRPr lang="de-DE"/>
          </a:p>
          <a:p>
            <a:r>
              <a:rPr lang="de-DE"/>
              <a:t>Instruct-Modell und Kontextfenster in LM Studio nach RAM wählen. MLX-Modelle laufen nur auf Apple Silicon und taugen nicht als universelles Default.</a:t>
            </a:r>
          </a:p>
          <a:p>
            <a:endParaRPr lang="de-DE"/>
          </a:p>
          <a:p>
            <a:endParaRPr lang="de-DE"/>
          </a:p>
          <a:p>
            <a:endParaRPr lang="de-DE"/>
          </a:p>
          <a:p>
            <a:r>
              <a:rPr lang="de-DE"/>
              <a:t>Ein Rechner — 127.0.0.1 zeigt auf ihn selbst</a:t>
            </a:r>
          </a:p>
          <a:p>
            <a:endParaRPr lang="de-DE"/>
          </a:p>
          <a:p>
            <a:r>
              <a:rPr lang="de-DE"/>
              <a:t>Browser</a:t>
            </a:r>
          </a:p>
          <a:p>
            <a:r>
              <a:rPr lang="de-DE"/>
              <a:t>http://127.0.0.1:3001</a:t>
            </a:r>
          </a:p>
          <a:p>
            <a:endParaRPr lang="de-DE"/>
          </a:p>
          <a:p>
            <a:r>
              <a:rPr lang="de-DE"/>
              <a:t>Flask-App</a:t>
            </a:r>
          </a:p>
          <a:p>
            <a:r>
              <a:rPr lang="de-DE"/>
              <a:t>Retrieval, Reranking, Prompt — lokal</a:t>
            </a:r>
          </a:p>
          <a:p>
            <a:endParaRPr lang="de-DE"/>
          </a:p>
          <a:p>
            <a:r>
              <a:rPr lang="de-DE"/>
              <a:t>LM Studio</a:t>
            </a:r>
          </a:p>
          <a:p>
            <a:r>
              <a:rPr lang="de-DE"/>
              <a:t>OpenAI-kompatibler Server :1234, geladenes Instruct-Modell</a:t>
            </a:r>
          </a:p>
          <a:p>
            <a:endParaRPr lang="de-DE"/>
          </a:p>
          <a:p>
            <a:r>
              <a:rPr lang="de-DE"/>
              <a:t>Anderer Rechner, z. B. Windows</a:t>
            </a:r>
          </a:p>
          <a:p>
            <a:r>
              <a:rPr lang="de-DE"/>
              <a:t>Läuft die App hier, meint 127.0.0.1:1234 diesen Rechner. LM Studio auf dem Mac ist so nicht erreichbar — dafür braucht es dessen Netzwerk-Endpoint und Serverkonfiguration.</a:t>
            </a:r>
          </a:p>
          <a:p>
            <a:endParaRPr lang="de-DE"/>
          </a:p>
          <a:p>
            <a:endParaRPr lang="de-DE"/>
          </a:p>
          <a:p>
            <a:endParaRPr lang="de-DE"/>
          </a:p>
          <a:p>
            <a:r>
              <a:rPr lang="de-DE"/>
              <a:t>Quellen:</a:t>
            </a:r>
          </a:p>
          <a:p>
            <a:r>
              <a:rPr lang="de-DE"/>
              <a:t>https://github.com/swrobuts/SiemensWashingMachineTroubleShooting_LocalLLM</a:t>
            </a:r>
          </a:p>
          <a:p>
            <a:r>
              <a:rPr lang="de-DE"/>
              <a:t>https://lmstudio.ai/docs/cli/server-start</a:t>
            </a:r>
          </a:p>
          <a:p>
            <a:r>
              <a:rPr lang="de-DE"/>
              <a:t>https://lmstudio.ai/docs/developer/openai-compat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Hybrid sucht lokal, PageIndex nutzt den gewählten Modellanbieter</a:t>
            </a:r>
          </a:p>
          <a:p>
            <a:endParaRPr lang="de-DE"/>
          </a:p>
          <a:p>
            <a:r>
              <a:rPr lang="de-DE"/>
              <a:t>Zwei Antwortmodelle</a:t>
            </a:r>
          </a:p>
          <a:p>
            <a:endParaRPr lang="de-DE"/>
          </a:p>
          <a:p>
            <a:r>
              <a:rPr lang="de-DE"/>
              <a:t>Quelle: github.com/swrobuts/SiemensWashingMachineTroubleShooting_LocalLLM; lmstudio.ai/docs/developer/openai-compat; developers.openai.com (Abruf 19.09.2026)</a:t>
            </a:r>
          </a:p>
          <a:p>
            <a:endParaRPr lang="de-DE"/>
          </a:p>
          <a:p>
            <a:r>
              <a:rPr lang="de-DE"/>
              <a:t>Im Hybrid-Modus bleiben Embeddings, Index und Reranking auf dem App-Rechner. Nur die Antwortberechnung nutzt den gewählten LLM-Endpoint. PageIndex beauftragt denselben Anbieter zusätzlich mit der Abschnittsauswahl. An OpenAI gehen dann auch Titel und Zusammenfassungen. Betrieb und Datenübertragung hängen somit sowohl vom Anbieter als auch vom Retrieval-Modus ab.</a:t>
            </a:r>
          </a:p>
          <a:p>
            <a:endParaRPr lang="de-DE"/>
          </a:p>
          <a:p>
            <a:r>
              <a:rPr lang="de-DE"/>
              <a:t>Quellen:</a:t>
            </a:r>
          </a:p>
          <a:p>
            <a:r>
              <a:rPr lang="de-DE"/>
              <a:t>https://developers.openai.com/api/docs/models/gpt-4.1-mini</a:t>
            </a:r>
          </a:p>
          <a:p>
            <a:r>
              <a:rPr lang="de-DE"/>
              <a:t>https://github.com/swrobuts/SiemensWashingMachineTroubleShooting_LocalLLM</a:t>
            </a:r>
          </a:p>
          <a:p>
            <a:r>
              <a:rPr lang="de-DE"/>
              <a:t>https://lmstudio.ai/docs/developer/openai-compat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PageIndex lässt das LLM Abschnitte auswählen, ohne Vektoren</a:t>
            </a:r>
          </a:p>
          <a:p>
            <a:endParaRPr lang="de-DE"/>
          </a:p>
          <a:p>
            <a:r>
              <a:rPr lang="de-DE"/>
              <a:t>PageIndex, Cache und Streaming</a:t>
            </a:r>
          </a:p>
          <a:p>
            <a:endParaRPr lang="de-DE"/>
          </a:p>
          <a:p>
            <a:r>
              <a:rPr lang="de-DE"/>
              <a:t>Quelle: github.com/VectifyAI/PageIndex (README); pageindex_engine.py im github.com/swrobuts/SiemensWashingMachineTroubleShooting_LocalLLM (Abruf 19.09.2026)</a:t>
            </a:r>
          </a:p>
          <a:p>
            <a:endParaRPr lang="de-DE"/>
          </a:p>
          <a:p>
            <a:r>
              <a:rPr lang="de-DE"/>
              <a:t>PageIndex ist ein vectorless, reasoning-basierter Ansatz: Statt Vektoren zu vergleichen, liest das gewählte LLM Abschnittstitel und Zusammenfassungen und wählt gültige Node-IDs aus — so, wie ein Mensch ein Inhaltsverzeichnis nutzt. Der gespeicherte Baum enthält 187 Abschnitte mit Titel, Summary, Volltext und ID. Die Fallstudie implementiert eine vereinfachte Auswahl über flache Batches, nicht die agentische Tiefensuche des SDK. Jeder Auswahlaufruf kostet Zeit und bei OpenAI Geld.</a:t>
            </a:r>
          </a:p>
          <a:p>
            <a:endParaRPr lang="de-DE"/>
          </a:p>
          <a:p>
            <a:endParaRPr lang="de-DE"/>
          </a:p>
          <a:p>
            <a:endParaRPr lang="de-DE"/>
          </a:p>
          <a:p>
            <a:r>
              <a:rPr lang="de-DE"/>
              <a:t>Eine Auswahl ist noch keine bestätigte Antwort: </a:t>
            </a:r>
          </a:p>
          <a:p>
            <a:r>
              <a:rPr lang="de-DE"/>
              <a:t>Nichtleere ausgewählte Texte sind kein semantischer Relevanznachweis. PageIndex bleibt experimentell.</a:t>
            </a:r>
          </a:p>
          <a:p>
            <a:endParaRPr lang="de-DE"/>
          </a:p>
          <a:p>
            <a:r>
              <a:rPr lang="de-DE"/>
              <a:t>Hybrid-Retrieval — Standardweg</a:t>
            </a:r>
          </a:p>
          <a:p>
            <a:endParaRPr lang="de-DE"/>
          </a:p>
          <a:p>
            <a:r>
              <a:rPr lang="de-DE"/>
              <a:t>Frage wird Vektor</a:t>
            </a:r>
          </a:p>
          <a:p>
            <a:r>
              <a:rPr lang="de-DE"/>
              <a:t>  E5-Encoder, 384 Zahlen, Präfix query:</a:t>
            </a:r>
          </a:p>
          <a:p>
            <a:endParaRPr lang="de-DE"/>
          </a:p>
          <a:p>
            <a:r>
              <a:rPr lang="de-DE"/>
              <a:t>1</a:t>
            </a:r>
          </a:p>
          <a:p>
            <a:endParaRPr lang="de-DE"/>
          </a:p>
          <a:p>
            <a:r>
              <a:rPr lang="de-DE"/>
              <a:t>Kandidaten suchen</a:t>
            </a:r>
          </a:p>
          <a:p>
            <a:r>
              <a:rPr lang="de-DE"/>
              <a:t>  Kosinus Top 12 plus exakter Fehlercode-Lookup</a:t>
            </a:r>
          </a:p>
          <a:p>
            <a:endParaRPr lang="de-DE"/>
          </a:p>
          <a:p>
            <a:r>
              <a:rPr lang="de-DE"/>
              <a:t>2</a:t>
            </a:r>
          </a:p>
          <a:p>
            <a:endParaRPr lang="de-DE"/>
          </a:p>
          <a:p>
            <a:r>
              <a:rPr lang="de-DE"/>
              <a:t>Kandidaten ordnen</a:t>
            </a:r>
          </a:p>
          <a:p>
            <a:r>
              <a:rPr lang="de-DE"/>
              <a:t>Cross-Encoder, Top 5 und Kontextfilter</a:t>
            </a:r>
          </a:p>
          <a:p>
            <a:endParaRPr lang="de-DE"/>
          </a:p>
          <a:p>
            <a:r>
              <a:rPr lang="de-DE"/>
              <a:t>3</a:t>
            </a:r>
          </a:p>
          <a:p>
            <a:endParaRPr lang="de-DE"/>
          </a:p>
          <a:p>
            <a:r>
              <a:rPr lang="de-DE"/>
              <a:t>Antwort-LLM</a:t>
            </a:r>
          </a:p>
          <a:p>
            <a:r>
              <a:rPr lang="de-DE"/>
              <a:t>Gefilterter und erweiterter Handbuchtext</a:t>
            </a:r>
          </a:p>
          <a:p>
            <a:endParaRPr lang="de-DE"/>
          </a:p>
          <a:p>
            <a:r>
              <a:rPr lang="de-DE"/>
              <a:t>4</a:t>
            </a:r>
          </a:p>
          <a:p>
            <a:endParaRPr lang="de-DE"/>
          </a:p>
          <a:p>
            <a:r>
              <a:rPr lang="de-DE"/>
              <a:t>PageIndex — experimentelle Alternative</a:t>
            </a:r>
          </a:p>
          <a:p>
            <a:endParaRPr lang="de-DE"/>
          </a:p>
          <a:p>
            <a:r>
              <a:rPr lang="de-DE"/>
              <a:t>Frage bleibt Text</a:t>
            </a:r>
          </a:p>
          <a:p>
            <a:r>
              <a:rPr lang="de-DE"/>
              <a:t>  Kein Embedding, kein Vektorraum</a:t>
            </a:r>
          </a:p>
          <a:p>
            <a:endParaRPr lang="de-DE"/>
          </a:p>
          <a:p>
            <a:r>
              <a:rPr lang="de-DE"/>
              <a:t>1</a:t>
            </a:r>
          </a:p>
          <a:p>
            <a:endParaRPr lang="de-DE"/>
          </a:p>
          <a:p>
            <a:r>
              <a:rPr lang="de-DE"/>
              <a:t>LLM liest Inhaltsverzeichnis</a:t>
            </a:r>
          </a:p>
          <a:p>
            <a:r>
              <a:rPr lang="de-DE"/>
              <a:t>  187 Abschnittstitel und Summaries in sieben Batches</a:t>
            </a:r>
          </a:p>
          <a:p>
            <a:endParaRPr lang="de-DE"/>
          </a:p>
          <a:p>
            <a:r>
              <a:rPr lang="de-DE"/>
              <a:t>2</a:t>
            </a:r>
          </a:p>
          <a:p>
            <a:endParaRPr lang="de-DE"/>
          </a:p>
          <a:p>
            <a:r>
              <a:rPr lang="de-DE"/>
              <a:t>LLM wählt Node-IDs</a:t>
            </a:r>
          </a:p>
          <a:p>
            <a:r>
              <a:rPr lang="de-DE"/>
              <a:t>  Nur gültige IDs, ungültiges JSON zählt als leer</a:t>
            </a:r>
          </a:p>
          <a:p>
            <a:endParaRPr lang="de-DE"/>
          </a:p>
          <a:p>
            <a:r>
              <a:rPr lang="de-DE"/>
              <a:t>3</a:t>
            </a:r>
          </a:p>
          <a:p>
            <a:endParaRPr lang="de-DE"/>
          </a:p>
          <a:p>
            <a:r>
              <a:rPr lang="de-DE"/>
              <a:t>Antwort-LLM</a:t>
            </a:r>
          </a:p>
          <a:p>
            <a:r>
              <a:rPr lang="de-DE"/>
              <a:t>Vollständige Belege im Zeichenbudget</a:t>
            </a:r>
          </a:p>
          <a:p>
            <a:endParaRPr lang="de-DE"/>
          </a:p>
          <a:p>
            <a:r>
              <a:rPr lang="de-DE"/>
              <a:t>4</a:t>
            </a:r>
          </a:p>
          <a:p>
            <a:endParaRPr lang="de-DE"/>
          </a:p>
          <a:p>
            <a:r>
              <a:rPr lang="de-DE"/>
              <a:t>Quellen:</a:t>
            </a:r>
          </a:p>
          <a:p>
            <a:r>
              <a:rPr lang="de-DE"/>
              <a:t>https://github.com/VectifyAI/PageIndex</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PageIndex wählt in sieben Batches und begrenzt den Kontext auf 14.000 Zeichen</a:t>
            </a:r>
          </a:p>
          <a:p>
            <a:endParaRPr lang="de-DE"/>
          </a:p>
          <a:p>
            <a:r>
              <a:rPr lang="de-DE"/>
              <a:t>PageIndex, Cache und Streaming</a:t>
            </a:r>
          </a:p>
          <a:p>
            <a:endParaRPr lang="de-DE"/>
          </a:p>
          <a:p>
            <a:r>
              <a:rPr lang="de-DE"/>
              <a:t>Quelle: pageindex_engine.py im github.com/swrobuts/SiemensWashingMachineTroubleShooting_LocalLLM; PAGEINDEX_BATCH = 30, PAGEINDEX_MAX_NODES = 5 (Abruf 19.09.2026)</a:t>
            </a:r>
          </a:p>
          <a:p>
            <a:endParaRPr lang="de-DE"/>
          </a:p>
          <a:p>
            <a:r>
              <a:rPr lang="de-DE"/>
              <a:t>187 Abschnitte ergeben sechs Batches mit 30 und einen mit sieben Einträgen. Das LLM wählt gültige IDs als JSON. Bei mehr als fünf Kandidaten folgt eine globale Auswahl. Danach ergänzt die App Verfahrensgruppen und packt vollständige Abschnitte in höchstens 14.000 Zeichen. Zu große Abschnitte entfallen ungekürzt. Passt keiner, meldet die App einen Fehler.</a:t>
            </a:r>
          </a:p>
          <a:p>
            <a:endParaRPr lang="de-DE"/>
          </a:p>
          <a:p>
            <a:endParaRPr lang="de-DE"/>
          </a:p>
          <a:p>
            <a:endParaRPr lang="de-DE"/>
          </a:p>
          <a:p>
            <a:r>
              <a:rPr lang="de-DE"/>
              <a:t>Abschnitte im Baum</a:t>
            </a:r>
          </a:p>
          <a:p>
            <a:endParaRPr lang="de-DE"/>
          </a:p>
          <a:p>
            <a:r>
              <a:rPr lang="de-DE"/>
              <a:t>187</a:t>
            </a:r>
          </a:p>
          <a:p>
            <a:endParaRPr lang="de-DE"/>
          </a:p>
          <a:p>
            <a:endParaRPr lang="de-DE"/>
          </a:p>
          <a:p>
            <a:endParaRPr lang="de-DE"/>
          </a:p>
          <a:p>
            <a:r>
              <a:rPr lang="de-DE"/>
              <a:t>Abschnitte je Batch, maximal</a:t>
            </a:r>
          </a:p>
          <a:p>
            <a:endParaRPr lang="de-DE"/>
          </a:p>
          <a:p>
            <a:r>
              <a:rPr lang="de-DE"/>
              <a:t>30</a:t>
            </a:r>
          </a:p>
          <a:p>
            <a:endParaRPr lang="de-DE"/>
          </a:p>
          <a:p>
            <a:endParaRPr lang="de-DE"/>
          </a:p>
          <a:p>
            <a:endParaRPr lang="de-DE"/>
          </a:p>
          <a:p>
            <a:r>
              <a:rPr lang="de-DE"/>
              <a:t>Batch-Aufrufe</a:t>
            </a:r>
          </a:p>
          <a:p>
            <a:endParaRPr lang="de-DE"/>
          </a:p>
          <a:p>
            <a:r>
              <a:rPr lang="de-DE"/>
              <a:t>7</a:t>
            </a:r>
          </a:p>
          <a:p>
            <a:endParaRPr lang="de-DE"/>
          </a:p>
          <a:p>
            <a:endParaRPr lang="de-DE"/>
          </a:p>
          <a:p>
            <a:endParaRPr lang="de-DE"/>
          </a:p>
          <a:p>
            <a:r>
              <a:rPr lang="de-DE"/>
              <a:t>Abschnitte höchstens</a:t>
            </a:r>
          </a:p>
          <a:p>
            <a:endParaRPr lang="de-DE"/>
          </a:p>
          <a:p>
            <a:r>
              <a:rPr lang="de-DE"/>
              <a:t>5</a:t>
            </a:r>
          </a:p>
          <a:p>
            <a:endParaRPr lang="de-DE"/>
          </a:p>
          <a:p>
            <a:endParaRPr lang="de-DE"/>
          </a:p>
          <a:p>
            <a:endParaRPr lang="de-DE"/>
          </a:p>
          <a:p>
            <a:endParaRPr lang="de-DE"/>
          </a:p>
          <a:p>
            <a:endParaRPr lang="de-DE"/>
          </a:p>
          <a:p>
            <a:r>
              <a:rPr lang="de-DE"/>
              <a:t>Batch-Auswahl</a:t>
            </a:r>
          </a:p>
          <a:p>
            <a:endParaRPr lang="de-DE"/>
          </a:p>
          <a:p>
            <a:r>
              <a:rPr lang="de-DE"/>
              <a:t>Je Batch nur IDs aus diesem Batch; ungültiges JSON zählt als leere Auswahl.</a:t>
            </a:r>
          </a:p>
          <a:p>
            <a:endParaRPr lang="de-DE"/>
          </a:p>
          <a:p>
            <a:endParaRPr lang="de-DE"/>
          </a:p>
          <a:p>
            <a:endParaRPr lang="de-DE"/>
          </a:p>
          <a:p>
            <a:endParaRPr lang="de-DE"/>
          </a:p>
          <a:p>
            <a:endParaRPr lang="de-DE"/>
          </a:p>
          <a:p>
            <a:r>
              <a:rPr lang="de-DE"/>
              <a:t>Globale Auswahl</a:t>
            </a:r>
          </a:p>
          <a:p>
            <a:endParaRPr lang="de-DE"/>
          </a:p>
          <a:p>
            <a:r>
              <a:rPr lang="de-DE"/>
              <a:t>Bei mehr als fünf Kandidaten ein weiterer Aufruf über alle Kandidaten.</a:t>
            </a:r>
          </a:p>
          <a:p>
            <a:endParaRPr lang="de-DE"/>
          </a:p>
          <a:p>
            <a:endParaRPr lang="de-DE"/>
          </a:p>
          <a:p>
            <a:endParaRPr lang="de-DE"/>
          </a:p>
          <a:p>
            <a:endParaRPr lang="de-DE"/>
          </a:p>
          <a:p>
            <a:endParaRPr lang="de-DE"/>
          </a:p>
          <a:p>
            <a:r>
              <a:rPr lang="de-DE"/>
              <a:t>Vollständiger Kontext</a:t>
            </a:r>
          </a:p>
          <a:p>
            <a:endParaRPr lang="de-DE"/>
          </a:p>
          <a:p>
            <a:r>
              <a:rPr lang="de-DE"/>
              <a:t>Nur vollständige Abschnitte innerhalb von 14.000 Zeichen. Kein Abschneiden mitten in einer Warnung.</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Ein Hash ist ein Fingerabdruck: gleicher Inhalt, gleicher Wert</a:t>
            </a:r>
          </a:p>
          <a:p>
            <a:endParaRPr lang="de-DE"/>
          </a:p>
          <a:p>
            <a:r>
              <a:rPr lang="de-DE"/>
              <a:t>PageIndex, Cache und Streaming</a:t>
            </a:r>
          </a:p>
          <a:p>
            <a:endParaRPr lang="de-DE"/>
          </a:p>
          <a:p>
            <a:r>
              <a:rPr lang="de-DE"/>
              <a:t>Quelle: NIST FIPS PUB 180-4, Secure Hash Standard (2015); Beispielwerte mit hashlib.sha256 berechnet, erste 16 von 64 Hexadezimalzeichen</a:t>
            </a:r>
          </a:p>
          <a:p>
            <a:endParaRPr lang="de-DE"/>
          </a:p>
          <a:p>
            <a:r>
              <a:rPr lang="de-DE"/>
              <a:t>SHA-256 bildet eine Bytefolge deterministisch auf 256 Bit ab, dargestellt durch 64 Hexadezimalzeichen. Kleine Änderungen erzeugen praktisch unvorhersehbar andere Hashwerte. Gleiche Hashwerte sind ein starker Konsistenzhinweis, aber kein mathematischer Eindeutigkeitsbeweis. Der Cache vergleicht den aktuellen Fingerprint mit dem gespeicherten Wert, um veraltete Inhalte zu erkennen.</a:t>
            </a:r>
          </a:p>
          <a:p>
            <a:endParaRPr lang="de-DE"/>
          </a:p>
          <a:p>
            <a:endParaRPr lang="de-DE"/>
          </a:p>
          <a:p>
            <a:endParaRPr lang="de-DE"/>
          </a:p>
          <a:p>
            <a:endParaRPr lang="de-DE"/>
          </a:p>
          <a:p>
            <a:endParaRPr lang="de-DE"/>
          </a:p>
          <a:p>
            <a:r>
              <a:rPr lang="de-DE"/>
              <a:t>Im Projekt</a:t>
            </a:r>
          </a:p>
          <a:p>
            <a:endParaRPr lang="de-DE"/>
          </a:p>
          <a:p>
            <a:r>
              <a:rPr lang="de-DE"/>
              <a:t>Der Fingerprint des Vektor-Cache </a:t>
            </a:r>
          </a:p>
          <a:p>
            <a:r>
              <a:rPr lang="de-DE"/>
              <a:t>umfasst</a:t>
            </a:r>
          </a:p>
          <a:p>
            <a:r>
              <a:rPr lang="de-DE"/>
              <a:t> Markdown, Modell</a:t>
            </a:r>
          </a:p>
          <a:p>
            <a:r>
              <a:rPr lang="de-DE"/>
              <a:t>-</a:t>
            </a:r>
          </a:p>
          <a:p>
            <a:r>
              <a:rPr lang="de-DE"/>
              <a:t>name, Parser-Version, </a:t>
            </a:r>
          </a:p>
          <a:p>
            <a:r>
              <a:rPr lang="de-DE"/>
              <a:t>Chunkgröße</a:t>
            </a:r>
          </a:p>
          <a:p>
            <a:r>
              <a:rPr lang="de-DE"/>
              <a:t>, </a:t>
            </a:r>
          </a:p>
          <a:p>
            <a:r>
              <a:rPr lang="de-DE"/>
              <a:t>Überlappung</a:t>
            </a:r>
          </a:p>
          <a:p>
            <a:r>
              <a:rPr lang="de-DE"/>
              <a:t> und </a:t>
            </a:r>
          </a:p>
          <a:p>
            <a:r>
              <a:rPr lang="de-DE"/>
              <a:t>Präfixlogik</a:t>
            </a:r>
          </a:p>
          <a:p>
            <a:r>
              <a:rPr lang="de-DE"/>
              <a:t>; der </a:t>
            </a:r>
          </a:p>
          <a:p>
            <a:r>
              <a:rPr lang="de-DE"/>
              <a:t>PageIndex</a:t>
            </a:r>
          </a:p>
          <a:p>
            <a:r>
              <a:rPr lang="de-DE"/>
              <a:t>-Baum </a:t>
            </a:r>
          </a:p>
          <a:p>
            <a:r>
              <a:rPr lang="de-DE"/>
              <a:t>trägt</a:t>
            </a:r>
          </a:p>
          <a:p>
            <a:r>
              <a:rPr lang="de-DE"/>
              <a:t> den Hash des Markdown.</a:t>
            </a:r>
          </a:p>
          <a:p>
            <a:endParaRPr lang="de-DE"/>
          </a:p>
          <a:p>
            <a:endParaRPr lang="de-DE"/>
          </a:p>
          <a:p>
            <a:endParaRPr lang="de-DE"/>
          </a:p>
          <a:p>
            <a:endParaRPr lang="de-DE"/>
          </a:p>
          <a:p>
            <a:endParaRPr lang="de-DE"/>
          </a:p>
          <a:p>
            <a:r>
              <a:rPr lang="de-DE"/>
              <a:t>Was der Hash nicht kann</a:t>
            </a:r>
          </a:p>
          <a:p>
            <a:endParaRPr lang="de-DE"/>
          </a:p>
          <a:p>
            <a:r>
              <a:rPr lang="de-DE"/>
              <a:t>Ein Hash erklärt nicht die Änderung und ist keine Verschlüsselung. Der Vektorcache wird bei Abweichung erneuert. Ein veralteter PageIndex-Baum muss separat neu erstellt werden.</a:t>
            </a:r>
          </a:p>
          <a:p>
            <a:endParaRPr lang="de-DE"/>
          </a:p>
          <a:p>
            <a:r>
              <a:rPr lang="de-DE"/>
              <a:t>Quellen:</a:t>
            </a:r>
          </a:p>
          <a:p>
            <a:r>
              <a:rPr lang="de-DE"/>
              <a:t>https://nvlpubs.nist.gov/nistpubs/FIPS/NIST.FIPS.180-4.pdf</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Ein SHA-256-Fingerprint bindet den Index an seine Quelle</a:t>
            </a:r>
          </a:p>
          <a:p>
            <a:endParaRPr lang="de-DE"/>
          </a:p>
          <a:p>
            <a:r>
              <a:rPr lang="de-DE"/>
              <a:t>PageIndex, Cache und Streaming</a:t>
            </a:r>
          </a:p>
          <a:p>
            <a:endParaRPr lang="de-DE"/>
          </a:p>
          <a:p>
            <a:r>
              <a:rPr lang="de-DE"/>
              <a:t>Quelle: Eigene Darstellung nach rag_engine.py und pageindex_engine.py im github.com/swrobuts/SiemensWashingMachineTroubleShooting_LocalLLM (Abruf 19.09.2026)</a:t>
            </a:r>
          </a:p>
          <a:p>
            <a:endParaRPr lang="de-DE"/>
          </a:p>
          <a:p>
            <a:r>
              <a:rPr lang="de-DE"/>
              <a:t>Der Fingerprint des Vektorindex berücksichtigt Markdown, Modellname, Parser-Version, Chunkgröße, Überlappung, Tabellengrenze und Präfixlogik. Bei einer Abweichung baut die App den Vektorindex neu auf. Ein FileLock schützt diesen Aufbau. PageIndex prüft getrennt den Markdown-Quellhash und lehnt einen veralteten Baum ab. Den Baum erzeugt ein eigener Build-Schritt neu.</a:t>
            </a:r>
          </a:p>
          <a:p>
            <a:endParaRPr lang="de-DE"/>
          </a:p>
          <a:p>
            <a:endParaRPr lang="de-DE"/>
          </a:p>
          <a:p>
            <a:endParaRPr lang="de-DE"/>
          </a:p>
          <a:p>
            <a:r>
              <a:rPr lang="de-DE"/>
              <a:t>Die Grafik zeigt den Vektorcache. PageIndex wird bei Quelländerung ungültig und benötigt einen separaten Neuaufbau.</a:t>
            </a:r>
          </a:p>
          <a:p>
            <a:endParaRPr lang="de-DE"/>
          </a:p>
          <a:p>
            <a:r>
              <a:rPr lang="de-DE"/>
              <a:t>Quelldatei und Konfiguration</a:t>
            </a:r>
          </a:p>
          <a:p>
            <a:r>
              <a:rPr lang="de-DE"/>
              <a:t>Markdown, Modell, Parser-Version, Chunkgröße, Überlappung, Präfix</a:t>
            </a:r>
          </a:p>
          <a:p>
            <a:endParaRPr lang="de-DE"/>
          </a:p>
          <a:p>
            <a:r>
              <a:rPr lang="de-DE"/>
              <a:t>SHA-256-Fingerprint</a:t>
            </a:r>
          </a:p>
          <a:p>
            <a:r>
              <a:rPr lang="de-DE"/>
              <a:t>256 Bit, 64 Hexadezimalzeichen</a:t>
            </a:r>
          </a:p>
          <a:p>
            <a:endParaRPr lang="de-DE"/>
          </a:p>
          <a:p>
            <a:r>
              <a:rPr lang="de-DE"/>
              <a:t>Hash gleich?</a:t>
            </a:r>
          </a:p>
          <a:p>
            <a:endParaRPr lang="de-DE"/>
          </a:p>
          <a:p>
            <a:r>
              <a:rPr lang="de-DE"/>
              <a:t>Ja</a:t>
            </a:r>
          </a:p>
          <a:p>
            <a:endParaRPr lang="de-DE"/>
          </a:p>
          <a:p>
            <a:r>
              <a:rPr lang="de-DE"/>
              <a:t>Nein</a:t>
            </a:r>
          </a:p>
          <a:p>
            <a:endParaRPr lang="de-DE"/>
          </a:p>
          <a:p>
            <a:r>
              <a:rPr lang="de-DE"/>
              <a:t>Index laden</a:t>
            </a:r>
          </a:p>
          <a:p>
            <a:r>
              <a:rPr lang="de-DE"/>
              <a:t>Vektoren, Nodes und Metadaten aus storage/</a:t>
            </a:r>
          </a:p>
          <a:p>
            <a:endParaRPr lang="de-DE"/>
          </a:p>
          <a:p>
            <a:endParaRPr lang="de-DE"/>
          </a:p>
          <a:p>
            <a:endParaRPr lang="de-DE"/>
          </a:p>
          <a:p>
            <a:r>
              <a:rPr lang="de-DE"/>
              <a:t>Vektorindex neu aufbauen</a:t>
            </a:r>
          </a:p>
          <a:p>
            <a:r>
              <a:rPr lang="de-DE"/>
              <a:t>Chunks und Embeddings,</a:t>
            </a:r>
          </a:p>
          <a:p>
            <a:r>
              <a:rPr lang="de-DE"/>
              <a:t>FileLock gegen Doppelaufbau</a:t>
            </a:r>
          </a:p>
          <a:p>
            <a:endParaRPr lang="de-DE"/>
          </a:p>
          <a:p>
            <a:endParaRPr lang="de-DE"/>
          </a:p>
          <a:p>
            <a:endParaRPr lang="de-DE"/>
          </a:p>
          <a:p>
            <a:r>
              <a:rPr lang="de-DE"/>
              <a:t>Auch eine geänderte Chunking-Konfiguration invalidiert den Vektorcache. Nicht jede beliebige Codeänderung verändert den Fingerprint.</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Server-Sent Events sind Klartext: event, data, Leerzeile</a:t>
            </a:r>
          </a:p>
          <a:p>
            <a:endParaRPr lang="de-DE"/>
          </a:p>
          <a:p>
            <a:r>
              <a:rPr lang="de-DE"/>
              <a:t>PageIndex, Cache und Streaming</a:t>
            </a:r>
          </a:p>
          <a:p>
            <a:endParaRPr lang="de-DE"/>
          </a:p>
          <a:p>
            <a:r>
              <a:rPr lang="de-DE"/>
              <a:t>Quelle: WHATWG HTML Standard, Server-sent events; MDN, Using server-sent events; server.py (_sse) im Repository</a:t>
            </a:r>
          </a:p>
          <a:p>
            <a:endParaRPr lang="de-DE"/>
          </a:p>
          <a:p>
            <a:r>
              <a:rPr lang="de-DE"/>
              <a:t>Ein SSE-Stream ist eine HTTP-Antwort vom Typ text/event-stream, die offen bleibt. Der Server schreibt Ereignisse als Textblöcke: eine event-Zeile mit dem Typ, eine oder mehrere data-Zeilen mit dem Inhalt, dann eine Leerzeile als Trenner. Der Browser liest die Blöcke, sobald sie ankommen. Die Klasse EventSource kann solche Streams nur per GET öffnen; weil die App die Frage im Body sendet, nutzt sie POST mit fetch und liest den Stream selbst aus.</a:t>
            </a:r>
          </a:p>
          <a:p>
            <a:endParaRPr lang="de-DE"/>
          </a:p>
          <a:p>
            <a:endParaRPr lang="de-DE"/>
          </a:p>
          <a:p>
            <a:endParaRPr lang="de-DE"/>
          </a:p>
          <a:p>
            <a:endParaRPr lang="de-DE"/>
          </a:p>
          <a:p>
            <a:endParaRPr lang="de-DE"/>
          </a:p>
          <a:p>
            <a:r>
              <a:rPr lang="de-DE"/>
              <a:t>Beispielstream (verkürzt)</a:t>
            </a:r>
          </a:p>
          <a:p>
            <a:endParaRPr lang="de-DE"/>
          </a:p>
          <a:p>
            <a:r>
              <a:rPr lang="de-DE"/>
              <a:t>HTTP/1.1 200 OK</a:t>
            </a:r>
          </a:p>
          <a:p>
            <a:r>
              <a:rPr lang="de-DE"/>
              <a:t>Content-Type: text/event-stream</a:t>
            </a:r>
          </a:p>
          <a:p>
            <a:endParaRPr lang="de-DE"/>
          </a:p>
          <a:p>
            <a:r>
              <a:rPr lang="de-DE"/>
              <a:t>event: status</a:t>
            </a:r>
          </a:p>
          <a:p>
            <a:r>
              <a:rPr lang="de-DE"/>
              <a:t>data: {"message":"Handbuch wird durchsucht"}</a:t>
            </a:r>
          </a:p>
          <a:p>
            <a:endParaRPr lang="de-DE"/>
          </a:p>
          <a:p>
            <a:r>
              <a:rPr lang="de-DE"/>
              <a:t>event: meta</a:t>
            </a:r>
          </a:p>
          <a:p>
            <a:r>
              <a:rPr lang="de-DE"/>
              <a:t>data: {"reference":"Handbuch: Hinweise …"}</a:t>
            </a:r>
          </a:p>
          <a:p>
            <a:endParaRPr lang="de-DE"/>
          </a:p>
          <a:p>
            <a:r>
              <a:rPr lang="de-DE"/>
              <a:t>event: token</a:t>
            </a:r>
          </a:p>
          <a:p>
            <a:r>
              <a:rPr lang="de-DE"/>
              <a:t>data: "Die Laugen"</a:t>
            </a:r>
          </a:p>
          <a:p>
            <a:endParaRPr lang="de-DE"/>
          </a:p>
          <a:p>
            <a:r>
              <a:rPr lang="de-DE"/>
              <a:t>event: token</a:t>
            </a:r>
          </a:p>
          <a:p>
            <a:r>
              <a:rPr lang="de-DE"/>
              <a:t>data: "pumpe …"</a:t>
            </a:r>
          </a:p>
          <a:p>
            <a:endParaRPr lang="de-DE"/>
          </a:p>
          <a:p>
            <a:endParaRPr lang="de-DE"/>
          </a:p>
          <a:p>
            <a:endParaRPr lang="de-DE"/>
          </a:p>
          <a:p>
            <a:endParaRPr lang="de-DE"/>
          </a:p>
          <a:p>
            <a:endParaRPr lang="de-DE"/>
          </a:p>
          <a:p>
            <a:r>
              <a:rPr lang="de-DE"/>
              <a:t>Warum POST + fetch</a:t>
            </a:r>
          </a:p>
          <a:p>
            <a:endParaRPr lang="de-DE"/>
          </a:p>
          <a:p>
            <a:r>
              <a:rPr lang="de-DE"/>
              <a:t>EventSource kennt nur GET ohne Body. Frage, Modus und Anbieter stehen aber im JSON-Body. Deshalb fetch(POST) und ein ReadableStream, den index.html selbst in Blöcke zerlegt.</a:t>
            </a:r>
          </a:p>
          <a:p>
            <a:endParaRPr lang="de-DE"/>
          </a:p>
          <a:p>
            <a:endParaRPr lang="de-DE"/>
          </a:p>
          <a:p>
            <a:endParaRPr lang="de-DE"/>
          </a:p>
          <a:p>
            <a:endParaRPr lang="de-DE"/>
          </a:p>
          <a:p>
            <a:endParaRPr lang="de-DE"/>
          </a:p>
          <a:p>
            <a:r>
              <a:rPr lang="de-DE"/>
              <a:t>Was ein Abbruch bedeutet</a:t>
            </a:r>
          </a:p>
          <a:p>
            <a:endParaRPr lang="de-DE"/>
          </a:p>
          <a:p>
            <a:r>
              <a:rPr lang="de-DE"/>
              <a:t>Fehlt das result-Ereignis, zeigt die App einen Fehler. [DONE] beendet das Lesen. Der aktuelle Client verlangt [DONE] nach einem erhaltenen result nicht zusätzlich.</a:t>
            </a:r>
          </a:p>
          <a:p>
            <a:endParaRPr lang="de-DE"/>
          </a:p>
          <a:p>
            <a:r>
              <a:rPr lang="de-DE"/>
              <a:t>Quellen:</a:t>
            </a:r>
          </a:p>
          <a:p>
            <a:r>
              <a:rPr lang="de-DE"/>
              <a:t>https://developer.mozilla.org/en-US/docs/Web/API/Server-sent_events/Using_server-sent_events</a:t>
            </a:r>
          </a:p>
          <a:p>
            <a:r>
              <a:rPr lang="de-DE"/>
              <a:t>https://fetch.spec.whatwg.org/#concept-request-method</a:t>
            </a:r>
          </a:p>
          <a:p>
            <a:r>
              <a:rPr lang="de-DE"/>
              <a:t>https://html.spec.whatwg.org/multipage/server-sent-events.html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Der Stream zeigt die Quelle, bevor die Antwort fertig ist</a:t>
            </a:r>
          </a:p>
          <a:p>
            <a:endParaRPr lang="de-DE"/>
          </a:p>
          <a:p>
            <a:r>
              <a:rPr lang="de-DE"/>
              <a:t>PageIndex, Cache und Streaming</a:t>
            </a:r>
          </a:p>
          <a:p>
            <a:endParaRPr lang="de-DE"/>
          </a:p>
          <a:p>
            <a:r>
              <a:rPr lang="de-DE"/>
              <a:t>Quelle: server.py und index.html im github.com/swrobuts/SiemensWashingMachineTroubleShooting_LocalLLM; developers.openai.com, Streaming responses (Abruf 19.09.2026)</a:t>
            </a:r>
          </a:p>
          <a:p>
            <a:endParaRPr lang="de-DE"/>
          </a:p>
          <a:p>
            <a:r>
              <a:rPr lang="de-DE"/>
              <a:t>Die App sendet den Stream über POST /api/ask_stream. Die Abfolge ist status, meta, token, result und [DONE]: Der Browser sieht den Quellenhinweis, während das Modell noch schreibt. Eine neue Frage oder ein Anbieterwechsel bricht die alte Anfrage ab; eine am Tokenlimit abgeschnittene oder abgebrochene Antwort gilt als Fehler, nicht als Ergebnis. Bereits begonnene Retrieval- oder Anbieterberechnungen können trotzdem noch Kosten verursachen.</a:t>
            </a:r>
          </a:p>
          <a:p>
            <a:endParaRPr lang="de-DE"/>
          </a:p>
          <a:p>
            <a:r>
              <a:rPr lang="de-DE"/>
              <a:t>status</a:t>
            </a:r>
          </a:p>
          <a:p>
            <a:endParaRPr lang="de-DE"/>
          </a:p>
          <a:p>
            <a:endParaRPr lang="de-DE"/>
          </a:p>
          <a:p>
            <a:endParaRPr lang="de-DE"/>
          </a:p>
          <a:p>
            <a:endParaRPr lang="de-DE"/>
          </a:p>
          <a:p>
            <a:endParaRPr lang="de-DE"/>
          </a:p>
          <a:p>
            <a:r>
              <a:rPr lang="de-DE"/>
              <a:t>Suche wird angekündigt. Danach beginnt das gewählte Retrieval-Verfahren.</a:t>
            </a:r>
          </a:p>
          <a:p>
            <a:endParaRPr lang="de-DE"/>
          </a:p>
          <a:p>
            <a:r>
              <a:rPr lang="de-DE"/>
              <a:t>meta</a:t>
            </a:r>
          </a:p>
          <a:p>
            <a:endParaRPr lang="de-DE"/>
          </a:p>
          <a:p>
            <a:endParaRPr lang="de-DE"/>
          </a:p>
          <a:p>
            <a:endParaRPr lang="de-DE"/>
          </a:p>
          <a:p>
            <a:endParaRPr lang="de-DE"/>
          </a:p>
          <a:p>
            <a:endParaRPr lang="de-DE"/>
          </a:p>
          <a:p>
            <a:r>
              <a:rPr lang="de-DE"/>
              <a:t>Quellenhinweis vor der Generierung. Fundseiten nur bei vorhandenen Metadaten, sonst Abschnitt und Querverweise.</a:t>
            </a:r>
          </a:p>
          <a:p>
            <a:endParaRPr lang="de-DE"/>
          </a:p>
          <a:p>
            <a:r>
              <a:rPr lang="de-DE"/>
              <a:t>token</a:t>
            </a:r>
          </a:p>
          <a:p>
            <a:endParaRPr lang="de-DE"/>
          </a:p>
          <a:p>
            <a:endParaRPr lang="de-DE"/>
          </a:p>
          <a:p>
            <a:endParaRPr lang="de-DE"/>
          </a:p>
          <a:p>
            <a:endParaRPr lang="de-DE"/>
          </a:p>
          <a:p>
            <a:endParaRPr lang="de-DE"/>
          </a:p>
          <a:p>
            <a:r>
              <a:rPr lang="de-DE"/>
              <a:t>Antwortteile, so wie das Modell sie erzeugt; der Browser rendert sie fortlaufend.</a:t>
            </a:r>
          </a:p>
          <a:p>
            <a:endParaRPr lang="de-DE"/>
          </a:p>
          <a:p>
            <a:r>
              <a:rPr lang="de-DE"/>
              <a:t>result / [DONE]</a:t>
            </a:r>
          </a:p>
          <a:p>
            <a:endParaRPr lang="de-DE"/>
          </a:p>
          <a:p>
            <a:endParaRPr lang="de-DE"/>
          </a:p>
          <a:p>
            <a:endParaRPr lang="de-DE"/>
          </a:p>
          <a:p>
            <a:endParaRPr lang="de-DE"/>
          </a:p>
          <a:p>
            <a:endParaRPr lang="de-DE"/>
          </a:p>
          <a:p>
            <a:r>
              <a:rPr lang="de-DE"/>
              <a:t>result liefert die geparste Antwort mit Quellen und Nutzung. [DONE] ist der Abschlussmarker. Fehlendes result gilt als Fehler.</a:t>
            </a:r>
          </a:p>
          <a:p>
            <a:endParaRPr lang="de-DE"/>
          </a:p>
          <a:p>
            <a:r>
              <a:rPr lang="de-DE"/>
              <a:t>Quellen:</a:t>
            </a:r>
          </a:p>
          <a:p>
            <a:r>
              <a:rPr lang="de-DE"/>
              <a:t>https://developers.openai.com/api/docs/guides/streaming-responses</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Der QR-Code überträgt die Antwort als grafische Anleitung</a:t>
            </a:r>
          </a:p>
          <a:p>
            <a:endParaRPr lang="de-DE"/>
          </a:p>
          <a:p>
            <a:r>
              <a:rPr lang="de-DE"/>
              <a:t>Mobile Anleitung</a:t>
            </a:r>
          </a:p>
          <a:p>
            <a:endParaRPr lang="de-DE"/>
          </a:p>
          <a:p>
            <a:r>
              <a:rPr lang="de-DE"/>
              <a:t>Quelle: mobile/guide.js, mobile/viewer.js, .github/workflows/mobile-guide.yml; MDN URI fragment</a:t>
            </a:r>
          </a:p>
          <a:p>
            <a:endParaRPr lang="de-DE"/>
          </a:p>
          <a:p>
            <a:r>
              <a:rPr lang="de-DE"/>
              <a:t>Die Antwort wird einmal erzeugt und als versionierter Datensatz in den QR-Link übernommen. Der Handy-Browser stellt Schritte mit Symbolen, Quellenhinweisen und Abhakfeldern dar. Dafür braucht er weder einen API-Key noch Zugang zum lokalen RAG-Server. Der Decoder prüft Schema und Größe und begrenzt den entpackten Inhalt auf 32.000 Bytes.</a:t>
            </a:r>
          </a:p>
          <a:p>
            <a:endParaRPr lang="de-DE"/>
          </a:p>
          <a:p>
            <a:r>
              <a:rPr lang="de-DE"/>
              <a:t>Vollständige Antwort</a:t>
            </a:r>
          </a:p>
          <a:p>
            <a:r>
              <a:rPr lang="de-DE"/>
              <a:t>Frage, Schritte, Quelle</a:t>
            </a:r>
          </a:p>
          <a:p>
            <a:endParaRPr lang="de-DE"/>
          </a:p>
          <a:p>
            <a:r>
              <a:rPr lang="de-DE"/>
              <a:t>Gzip komprimiert</a:t>
            </a:r>
          </a:p>
          <a:p>
            <a:r>
              <a:rPr lang="de-DE"/>
              <a:t>Base64url kodiert</a:t>
            </a:r>
          </a:p>
          <a:p>
            <a:endParaRPr lang="de-DE"/>
          </a:p>
          <a:p>
            <a:r>
              <a:rPr lang="de-DE"/>
              <a:t>QR mit HTTPS-Link</a:t>
            </a:r>
          </a:p>
          <a:p>
            <a:r>
              <a:rPr lang="de-DE"/>
              <a:t>Inhalt in #g1.…</a:t>
            </a:r>
          </a:p>
          <a:p>
            <a:endParaRPr lang="de-DE"/>
          </a:p>
          <a:p>
            <a:r>
              <a:rPr lang="de-DE"/>
              <a:t>Handy-Browser</a:t>
            </a:r>
          </a:p>
          <a:p>
            <a:r>
              <a:rPr lang="de-DE"/>
              <a:t>Schritte und Abhakfelder</a:t>
            </a:r>
          </a:p>
          <a:p>
            <a:endParaRPr lang="de-DE"/>
          </a:p>
          <a:p>
            <a:r>
              <a:rPr lang="de-DE"/>
              <a:t>Getrennte Datenwege</a:t>
            </a:r>
          </a:p>
          <a:p>
            <a:endParaRPr lang="de-DE"/>
          </a:p>
          <a:p>
            <a:r>
              <a:rPr lang="de-DE"/>
              <a:t>GitHub Pages liefert nur die statische Leseseite. Der Antwortinhalt im Fragment bleibt beim HTTP-Seitenabruf im Browser.</a:t>
            </a:r>
          </a:p>
          <a:p>
            <a:endParaRPr lang="de-DE"/>
          </a:p>
          <a:p>
            <a:r>
              <a:rPr lang="de-DE"/>
              <a:t>Grenzen und Alternative</a:t>
            </a:r>
          </a:p>
          <a:p>
            <a:endParaRPr lang="de-DE"/>
          </a:p>
          <a:p>
            <a:r>
              <a:rPr lang="de-DE"/>
              <a:t>Maximal 1.900 Zeichen im QR-Link. Größere Antworten als vollständige HTML-Datei. Jeder mit dem Link kann die Antwort lesen.</a:t>
            </a:r>
          </a:p>
          <a:p>
            <a:endParaRPr lang="de-DE"/>
          </a:p>
          <a:p>
            <a:r>
              <a:rPr lang="de-DE"/>
              <a:t>Quellen:</a:t>
            </a:r>
          </a:p>
          <a:p>
            <a:r>
              <a:rPr lang="de-DE"/>
              <a:t>https://developer.mozilla.org/en-US/docs/Web/URI/Reference/Fragment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Vorlesen nutzt die vollständige Antwort und Browserereignisse</a:t>
            </a:r>
          </a:p>
          <a:p>
            <a:endParaRPr lang="de-DE"/>
          </a:p>
          <a:p>
            <a:r>
              <a:rPr lang="de-DE"/>
              <a:t>Mobile Anleitung</a:t>
            </a:r>
          </a:p>
          <a:p>
            <a:endParaRPr lang="de-DE"/>
          </a:p>
          <a:p>
            <a:r>
              <a:rPr lang="de-DE"/>
              <a:t>Quelle: mobile/speech.js und tests/guide.test.cjs; MDN Web Speech API, SpeechSynthesisVoice.localService</a:t>
            </a:r>
          </a:p>
          <a:p>
            <a:endParaRPr lang="de-DE"/>
          </a:p>
          <a:p>
            <a:r>
              <a:rPr lang="de-DE"/>
              <a:t>Die Sprachausgabe umfasst Zusammenfassung, Einleitung und alle Schritte. speech.js zerlegt den Text in kurze Abschnitte und startet den nächsten erst nach dem Ende des vorherigen. Eine Generationskennung verhindert, dass alte Ereignisse eine abgebrochene Wiedergabe fortsetzen. Der Status zeigt tatsächlichen Start, Ende oder Fehler.</a:t>
            </a:r>
          </a:p>
          <a:p>
            <a:endParaRPr lang="de-DE"/>
          </a:p>
          <a:p>
            <a:r>
              <a:rPr lang="de-DE"/>
              <a:t>Zusammenfassung</a:t>
            </a:r>
          </a:p>
          <a:p>
            <a:r>
              <a:rPr lang="de-DE"/>
              <a:t>Einleitung und Schritte</a:t>
            </a:r>
          </a:p>
          <a:p>
            <a:endParaRPr lang="de-DE"/>
          </a:p>
          <a:p>
            <a:r>
              <a:rPr lang="de-DE"/>
              <a:t>Sätze und Teilstücke</a:t>
            </a:r>
          </a:p>
          <a:p>
            <a:r>
              <a:rPr lang="de-DE"/>
              <a:t>höchstens 180 Zeichen</a:t>
            </a:r>
          </a:p>
          <a:p>
            <a:endParaRPr lang="de-DE"/>
          </a:p>
          <a:p>
            <a:r>
              <a:rPr lang="de-DE"/>
              <a:t>Browser / Betriebssystem</a:t>
            </a:r>
          </a:p>
          <a:p>
            <a:r>
              <a:rPr lang="de-DE"/>
              <a:t>SpeechSynthesis</a:t>
            </a:r>
          </a:p>
          <a:p>
            <a:endParaRPr lang="de-DE"/>
          </a:p>
          <a:p>
            <a:r>
              <a:rPr lang="de-DE"/>
              <a:t>Statusereignisse</a:t>
            </a:r>
          </a:p>
          <a:p>
            <a:r>
              <a:rPr lang="de-DE"/>
              <a:t>Start, Ende, Fehler</a:t>
            </a:r>
          </a:p>
          <a:p>
            <a:endParaRPr lang="de-DE"/>
          </a:p>
          <a:p>
            <a:r>
              <a:rPr lang="de-DE"/>
              <a:t>Bedienung und Prüfung</a:t>
            </a:r>
          </a:p>
          <a:p>
            <a:endParaRPr lang="de-DE"/>
          </a:p>
          <a:p>
            <a:r>
              <a:rPr lang="de-DE"/>
              <a:t>Start und Stoppen wurden im Browser beobachtet. Eine neue Frage stoppt die alte Wiedergabe. Ein echter Handy-Audiotest steht aus.</a:t>
            </a:r>
          </a:p>
          <a:p>
            <a:endParaRPr lang="de-DE"/>
          </a:p>
          <a:p>
            <a:r>
              <a:rPr lang="de-DE"/>
              <a:t>Stimmen und Datenschutz</a:t>
            </a:r>
          </a:p>
          <a:p>
            <a:endParaRPr lang="de-DE"/>
          </a:p>
          <a:p>
            <a:r>
              <a:rPr lang="de-DE"/>
              <a:t>Eine lokale deutsche Stimme wird bevorzugt. Der Browser kann andere Stimmen anbieten, auch über einen Netzdienst. Keine OpenAI-Audio-API.</a:t>
            </a:r>
          </a:p>
          <a:p>
            <a:endParaRPr lang="de-DE"/>
          </a:p>
          <a:p>
            <a:r>
              <a:rPr lang="de-DE"/>
              <a:t>Quellen:</a:t>
            </a:r>
          </a:p>
          <a:p>
            <a:r>
              <a:rPr lang="de-DE"/>
              <a:t>https://developer.mozilla.org/en-US/docs/Web/API/SpeechSynthesisVoice/localService</a:t>
            </a:r>
          </a:p>
          <a:p>
            <a:r>
              <a:rPr lang="de-DE"/>
              <a:t>https://developer.mozilla.org/en-US/docs/Web/API/Web_Speech_API</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Fünf Befunde im RAG-Kern wurden mit Tests behoben</a:t>
            </a:r>
          </a:p>
          <a:p>
            <a:endParaRPr lang="de-DE"/>
          </a:p>
          <a:p>
            <a:r>
              <a:rPr lang="de-DE"/>
              <a:t>Prüfung und Messung</a:t>
            </a:r>
          </a:p>
          <a:p>
            <a:endParaRPr lang="de-DE"/>
          </a:p>
          <a:p>
            <a:r>
              <a:rPr lang="de-DE"/>
              <a:t>Quelle: docs/AUDIT.md im github.com/swrobuts/SiemensWashingMachineTroubleShooting_LocalLLM, Prüfbericht vom 19.09.2026</a:t>
            </a:r>
          </a:p>
          <a:p>
            <a:endParaRPr lang="de-DE"/>
          </a:p>
          <a:p>
            <a:r>
              <a:rPr lang="de-DE"/>
              <a:t>Die erste Prüfung fand Fehler in Code-Lookup, Chunking, Tabellenverarbeitung, Quellenangaben und PageIndex-Auswahl. Spätere Live-Tests deckten weitere Fehler auf. Insgesamt bestehen nun 85 Python- und 12 JavaScript-Tests. Automatisierte Regressionstests ersetzen weiterhin keine fachliche Prüfung beliebiger Modellantworten.</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Vier zusätzliche Fehler wurden erst im Live-Test sichtbar</a:t>
            </a:r>
          </a:p>
          <a:p>
            <a:endParaRPr lang="de-DE"/>
          </a:p>
          <a:p>
            <a:r>
              <a:rPr lang="de-DE"/>
              <a:t>Prüfung und Messung</a:t>
            </a:r>
          </a:p>
          <a:p>
            <a:endParaRPr lang="de-DE"/>
          </a:p>
          <a:p>
            <a:r>
              <a:rPr lang="de-DE"/>
              <a:t>Quelle: docs/evaluation/LIVE.md, docs/AUDIT.md und zugehörige Regressionstests</a:t>
            </a:r>
          </a:p>
          <a:p>
            <a:endParaRPr lang="de-DE"/>
          </a:p>
          <a:p>
            <a:r>
              <a:rPr lang="de-DE"/>
              <a:t>Die erste automatisierte Prüfung deckte nicht alle Fehler im Zusammenspiel von Index, Modell und Browser ab. Echte OpenAI-Anfragen zeigten vier Probleme. Nach der Korrektur wurden die betroffenen Fälle erneut geprüft und durch Regressionstests ergänzt. Alle vier Einträge sind beobachtete Fehler, keine hypothetischen Risiken.</a:t>
            </a:r>
          </a:p>
          <a:p>
            <a:endParaRPr lang="de-DE"/>
          </a:p>
          <a:p>
            <a:r>
              <a:rPr lang="de-DE"/>
              <a:t>Die Regressionstests sichern diese Fälle ab. Die Korrekturen garantieren keine fehlerfreien Antworten für beliebige Fragen.</a:t>
            </a:r>
          </a:p>
          <a:p>
            <a:endParaRPr lang="de-DE"/>
          </a:p>
          <a:p>
            <a:r>
              <a:rPr lang="de-DE"/>
              <a:t>Quellen:</a:t>
            </a:r>
          </a:p>
          <a:p>
            <a:endParaRPr lang="de-DE"/>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API und Oberfläche gaben zu viel preis und behaupteten zu viel</a:t>
            </a:r>
          </a:p>
          <a:p>
            <a:endParaRPr lang="de-DE"/>
          </a:p>
          <a:p>
            <a:r>
              <a:rPr lang="de-DE"/>
              <a:t>Prüfung und Messung</a:t>
            </a:r>
          </a:p>
          <a:p>
            <a:endParaRPr lang="de-DE"/>
          </a:p>
          <a:p>
            <a:r>
              <a:rPr lang="de-DE"/>
              <a:t>Quelle: docs/AUDIT.md im github.com/swrobuts/SiemensWashingMachineTroubleShooting_LocalLLM, Prüfbericht vom 19.09.2026</a:t>
            </a:r>
          </a:p>
          <a:p>
            <a:endParaRPr lang="de-DE"/>
          </a:p>
          <a:p>
            <a:r>
              <a:rPr lang="de-DE"/>
              <a:t>Eine Catch-all-Route lieferte beliebige Projektdateien über HTTP aus, Modellantworten landeten ungefiltert in innerHTML, und Eingabe- wie Streamfehler wurden uneinheitlich behandelt. Der Prompt forderte allgemeine Tipps an, obwohl es keine Websuche gab, und fest eingebaute Zahlen im GUI wirkten wie aktuelle Benchmarks. Die Korrekturen begrenzen, was der Server preisgibt und was die Oberfläche behauptet.</a:t>
            </a:r>
          </a:p>
          <a:p>
            <a:endParaRPr lang="de-DE"/>
          </a:p>
          <a:p>
            <a:r>
              <a:rPr lang="de-DE"/>
              <a:t>Projektdateien über HTTP erreichbar</a:t>
            </a:r>
          </a:p>
          <a:p>
            <a:endParaRPr lang="de-DE"/>
          </a:p>
          <a:p>
            <a:endParaRPr lang="de-DE"/>
          </a:p>
          <a:p>
            <a:endParaRPr lang="de-DE"/>
          </a:p>
          <a:p>
            <a:endParaRPr lang="de-DE"/>
          </a:p>
          <a:p>
            <a:endParaRPr lang="de-DE"/>
          </a:p>
          <a:p>
            <a:r>
              <a:rPr lang="de-DE"/>
              <a:t>Explizite Dateifreigaben für GUI, Logo, QR- und mobile Scripts. Private Projektpfade sind gesperrt.</a:t>
            </a:r>
          </a:p>
          <a:p>
            <a:endParaRPr lang="de-DE"/>
          </a:p>
          <a:p>
            <a:r>
              <a:rPr lang="de-DE"/>
              <a:t>Generierter Inhalt als HTML übernommen</a:t>
            </a:r>
          </a:p>
          <a:p>
            <a:endParaRPr lang="de-DE"/>
          </a:p>
          <a:p>
            <a:endParaRPr lang="de-DE"/>
          </a:p>
          <a:p>
            <a:endParaRPr lang="de-DE"/>
          </a:p>
          <a:p>
            <a:endParaRPr lang="de-DE"/>
          </a:p>
          <a:p>
            <a:endParaRPr lang="de-DE"/>
          </a:p>
          <a:p>
            <a:r>
              <a:rPr lang="de-DE"/>
              <a:t>HTML-Zeichen werden vor der Formatierung maskiert; Quelltexte per textContent.</a:t>
            </a:r>
          </a:p>
          <a:p>
            <a:endParaRPr lang="de-DE"/>
          </a:p>
          <a:p>
            <a:r>
              <a:rPr lang="de-DE"/>
              <a:t>Anfrage- und Streamfehler uneinheitlich</a:t>
            </a:r>
          </a:p>
          <a:p>
            <a:endParaRPr lang="de-DE"/>
          </a:p>
          <a:p>
            <a:endParaRPr lang="de-DE"/>
          </a:p>
          <a:p>
            <a:endParaRPr lang="de-DE"/>
          </a:p>
          <a:p>
            <a:endParaRPr lang="de-DE"/>
          </a:p>
          <a:p>
            <a:endParaRPr lang="de-DE"/>
          </a:p>
          <a:p>
            <a:r>
              <a:rPr lang="de-DE"/>
              <a:t>JSON-Schema-Prüfung, 2000 Zeichen, 16-KiB-Body, SSE-error-Ereignis, HTTP 400 / 503.</a:t>
            </a:r>
          </a:p>
          <a:p>
            <a:endParaRPr lang="de-DE"/>
          </a:p>
          <a:p>
            <a:r>
              <a:rPr lang="de-DE"/>
              <a:t>Modellwissen als Internetquelle dargestellt</a:t>
            </a:r>
          </a:p>
          <a:p>
            <a:endParaRPr lang="de-DE"/>
          </a:p>
          <a:p>
            <a:endParaRPr lang="de-DE"/>
          </a:p>
          <a:p>
            <a:endParaRPr lang="de-DE"/>
          </a:p>
          <a:p>
            <a:endParaRPr lang="de-DE"/>
          </a:p>
          <a:p>
            <a:endParaRPr lang="de-DE"/>
          </a:p>
          <a:p>
            <a:r>
              <a:rPr lang="de-DE"/>
              <a:t>Der gemeinsame Prompt fordert ausschließlich Handbuchkontext an.</a:t>
            </a:r>
          </a:p>
          <a:p>
            <a:endParaRPr lang="de-DE"/>
          </a:p>
          <a:p>
            <a:r>
              <a:rPr lang="de-DE"/>
              <a:t>Fest eingebaute Vergleichszahlen</a:t>
            </a:r>
          </a:p>
          <a:p>
            <a:endParaRPr lang="de-DE"/>
          </a:p>
          <a:p>
            <a:endParaRPr lang="de-DE"/>
          </a:p>
          <a:p>
            <a:endParaRPr lang="de-DE"/>
          </a:p>
          <a:p>
            <a:endParaRPr lang="de-DE"/>
          </a:p>
          <a:p>
            <a:endParaRPr lang="de-DE"/>
          </a:p>
          <a:p>
            <a:r>
              <a:rPr lang="de-DE"/>
              <a:t>Entfernt; die tatsächlichen Messungen stehen im Prüfbericht.</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Tests prüfen Code und Suche, die Antwortqualität bleibt Handarbeit</a:t>
            </a:r>
          </a:p>
          <a:p>
            <a:endParaRPr lang="de-DE"/>
          </a:p>
          <a:p>
            <a:r>
              <a:rPr lang="de-DE"/>
              <a:t>Prüfung und Messung</a:t>
            </a:r>
          </a:p>
          <a:p>
            <a:endParaRPr lang="de-DE"/>
          </a:p>
          <a:p>
            <a:r>
              <a:rPr lang="de-DE"/>
              <a:t>Quelle: tests/ und eval/ im github.com/swrobuts/SiemensWashingMachineTroubleShooting_LocalLLM; docs/AUDIT.md (19.09.2026)</a:t>
            </a:r>
          </a:p>
          <a:p>
            <a:endParaRPr lang="de-DE"/>
          </a:p>
          <a:p>
            <a:r>
              <a:rPr lang="de-DE"/>
              <a:t>Logiktests prüfen Fehlercodes, Cache-Key, Quellen, Tabellenzerlegung und </a:t>
            </a:r>
          </a:p>
          <a:p>
            <a:r>
              <a:rPr lang="de-DE"/>
              <a:t>PageIndex</a:t>
            </a:r>
          </a:p>
          <a:p>
            <a:r>
              <a:rPr lang="de-DE"/>
              <a:t>-Auswahl ohne Modell. API-Tests prüfen JSON, SSE, ungültige Eingaben, Fehlerfälle und Dateifreigaben. Die Retrieval-Messung stellt zehn Störungsfragen mit </a:t>
            </a:r>
          </a:p>
          <a:p>
            <a:r>
              <a:rPr lang="de-DE"/>
              <a:t>Stichworten</a:t>
            </a:r>
          </a:p>
          <a:p>
            <a:r>
              <a:rPr lang="de-DE"/>
              <a:t> aus der Anleitung. Die Antwortqualität — Belegtreue, vollständige Warnhinweise, sinnvolle Ablehnung — verlangt echte Modellantworten. Diese fachliche Bewertung ersetzt kein automatisierter Test.</a:t>
            </a:r>
          </a:p>
          <a:p>
            <a:endParaRPr lang="de-DE"/>
          </a:p>
          <a:p>
            <a:endParaRPr lang="de-DE"/>
          </a:p>
          <a:p>
            <a:endParaRPr lang="de-DE"/>
          </a:p>
          <a:p>
            <a:endParaRPr lang="de-DE"/>
          </a:p>
          <a:p>
            <a:endParaRPr lang="de-DE"/>
          </a:p>
          <a:p>
            <a:r>
              <a:rPr lang="de-DE"/>
              <a:t>Logiktests</a:t>
            </a:r>
          </a:p>
          <a:p>
            <a:endParaRPr lang="de-DE"/>
          </a:p>
          <a:p>
            <a:r>
              <a:rPr lang="de-DE"/>
              <a:t>Fehlercodes, Cache-Key, Quellen, Tabellen und PageIndex-Auswahl — ohne Modell.</a:t>
            </a:r>
          </a:p>
          <a:p>
            <a:endParaRPr lang="de-DE"/>
          </a:p>
          <a:p>
            <a:endParaRPr lang="de-DE"/>
          </a:p>
          <a:p>
            <a:endParaRPr lang="de-DE"/>
          </a:p>
          <a:p>
            <a:endParaRPr lang="de-DE"/>
          </a:p>
          <a:p>
            <a:endParaRPr lang="de-DE"/>
          </a:p>
          <a:p>
            <a:r>
              <a:rPr lang="de-DE"/>
              <a:t>API-Tests</a:t>
            </a:r>
          </a:p>
          <a:p>
            <a:endParaRPr lang="de-DE"/>
          </a:p>
          <a:p>
            <a:r>
              <a:rPr lang="de-DE"/>
              <a:t>JSON, SSE, ungültige Eingaben, Fehlerfälle und Dateifreigaben.</a:t>
            </a:r>
          </a:p>
          <a:p>
            <a:endParaRPr lang="de-DE"/>
          </a:p>
          <a:p>
            <a:endParaRPr lang="de-DE"/>
          </a:p>
          <a:p>
            <a:endParaRPr lang="de-DE"/>
          </a:p>
          <a:p>
            <a:endParaRPr lang="de-DE"/>
          </a:p>
          <a:p>
            <a:endParaRPr lang="de-DE"/>
          </a:p>
          <a:p>
            <a:r>
              <a:rPr lang="de-DE"/>
              <a:t>Retrieval-Messung</a:t>
            </a:r>
          </a:p>
          <a:p>
            <a:endParaRPr lang="de-DE"/>
          </a:p>
          <a:p>
            <a:r>
              <a:rPr lang="de-DE"/>
              <a:t>Zehn Störungsfragen mit Stichworten aus der Anleitung, realer Index.</a:t>
            </a:r>
          </a:p>
          <a:p>
            <a:endParaRPr lang="de-DE"/>
          </a:p>
          <a:p>
            <a:endParaRPr lang="de-DE"/>
          </a:p>
          <a:p>
            <a:endParaRPr lang="de-DE"/>
          </a:p>
          <a:p>
            <a:endParaRPr lang="de-DE"/>
          </a:p>
          <a:p>
            <a:endParaRPr lang="de-DE"/>
          </a:p>
          <a:p>
            <a:r>
              <a:rPr lang="de-DE"/>
              <a:t>Antwortqualität</a:t>
            </a:r>
          </a:p>
          <a:p>
            <a:endParaRPr lang="de-DE"/>
          </a:p>
          <a:p>
            <a:r>
              <a:rPr lang="de-DE"/>
              <a:t>Belegtreue, vollständige Warnhinweise und sinnvolle Ablehnung — fachlich, von Hand.</a:t>
            </a:r>
          </a:p>
          <a:p>
            <a:endParaRPr lang="de-DE"/>
          </a:p>
          <a:p>
            <a:endParaRPr lang="de-DE"/>
          </a:p>
          <a:p>
            <a:endParaRPr lang="de-DE"/>
          </a:p>
          <a:p>
            <a:r>
              <a:rPr lang="de-DE"/>
              <a:t>Antwortqualität: Sieben gezielte OpenAI-Live-Fälle wurden mit dem Handbuch verglichen. Ein echter LM-Studio-Lauf auf dem Mac steht noch aus.</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85 Python-Tests, 12 JavaScript-Tests und sieben Live-Fälle</a:t>
            </a:r>
          </a:p>
          <a:p>
            <a:endParaRPr lang="de-DE"/>
          </a:p>
          <a:p>
            <a:r>
              <a:rPr lang="de-DE"/>
              <a:t>Prüfung und Messung</a:t>
            </a:r>
          </a:p>
          <a:p>
            <a:endParaRPr lang="de-DE"/>
          </a:p>
          <a:p>
            <a:r>
              <a:rPr lang="de-DE"/>
              <a:t>Quelle: docs/AUDIT.md, docs/evaluation/LIVE.md und tests/ im Projekt, Stand 19.09.2026</a:t>
            </a:r>
          </a:p>
          <a:p>
            <a:endParaRPr lang="de-DE"/>
          </a:p>
          <a:p>
            <a:r>
              <a:rPr lang="de-DE"/>
              <a:t>Die automatisierten Tests prüfen unter anderem Provider-Isolation, Schlüsselverwaltung, Retrieval-Logik, API-Vertrag und mobilen Export. Sieben abschließende Browserfälle mit gpt-4.1-mini erfüllten die festgelegten Kriterien. Die Stichprobe umfasst Pumpensicherheit, Fehlercodes und Ablehnungen. Sie erlaubt keine allgemeine Fehlerquote. Der reale LM-Studio-Lauf auf dem Mac bleibt offen.</a:t>
            </a:r>
          </a:p>
          <a:p>
            <a:endParaRPr lang="de-DE"/>
          </a:p>
          <a:p>
            <a:endParaRPr lang="de-DE"/>
          </a:p>
          <a:p>
            <a:endParaRPr lang="de-DE"/>
          </a:p>
          <a:p>
            <a:r>
              <a:rPr lang="de-DE"/>
              <a:t>Python / JavaScript</a:t>
            </a:r>
          </a:p>
          <a:p>
            <a:endParaRPr lang="de-DE"/>
          </a:p>
          <a:p>
            <a:r>
              <a:rPr lang="de-DE"/>
              <a:t>85 / 12</a:t>
            </a:r>
          </a:p>
          <a:p>
            <a:endParaRPr lang="de-DE"/>
          </a:p>
          <a:p>
            <a:endParaRPr lang="de-DE"/>
          </a:p>
          <a:p>
            <a:endParaRPr lang="de-DE"/>
          </a:p>
          <a:p>
            <a:r>
              <a:rPr lang="de-DE"/>
              <a:t>Live-Fälle bestanden</a:t>
            </a:r>
          </a:p>
          <a:p>
            <a:endParaRPr lang="de-DE"/>
          </a:p>
          <a:p>
            <a:r>
              <a:rPr lang="de-DE"/>
              <a:t>7 von 7</a:t>
            </a:r>
          </a:p>
          <a:p>
            <a:endParaRPr lang="de-DE"/>
          </a:p>
          <a:p>
            <a:endParaRPr lang="de-DE"/>
          </a:p>
          <a:p>
            <a:endParaRPr lang="de-DE"/>
          </a:p>
          <a:p>
            <a:r>
              <a:rPr lang="de-DE"/>
              <a:t>Hit@5, Hybrid mit Reranker</a:t>
            </a:r>
          </a:p>
          <a:p>
            <a:endParaRPr lang="de-DE"/>
          </a:p>
          <a:p>
            <a:r>
              <a:rPr lang="de-DE"/>
              <a:t>100 %</a:t>
            </a:r>
          </a:p>
          <a:p>
            <a:endParaRPr lang="de-DE"/>
          </a:p>
          <a:p>
            <a:endParaRPr lang="de-DE"/>
          </a:p>
          <a:p>
            <a:endParaRPr lang="de-DE"/>
          </a:p>
          <a:p>
            <a:r>
              <a:rPr lang="de-DE"/>
              <a:t>Realer LM-Studio-Lauf</a:t>
            </a:r>
          </a:p>
          <a:p>
            <a:endParaRPr lang="de-DE"/>
          </a:p>
          <a:p>
            <a:r>
              <a:rPr lang="de-DE"/>
              <a:t>offen</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vorhandene Evalset wertet erwartete Stichwörter aus. Ein Treffer kann bereits durch ein einzelnes Wort entstehen. Deshalb handelt es sich um Keyword-Proxys, nicht um manuell beurteilte Relevanz oder Antwortkorrektheit.</a:t>
            </a:r>
          </a:p>
          <a:p>
            <a:endParaRPr/>
          </a:p>
          <a:p>
            <a:r>
              <a:t>Quellen: 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Reranking erhöht Hit@1 von 70 auf 100 % bei zehn Fragen</a:t>
            </a:r>
          </a:p>
          <a:p>
            <a:endParaRPr lang="de-DE"/>
          </a:p>
          <a:p>
            <a:r>
              <a:rPr lang="de-DE"/>
              <a:t>Prüfung und Messung</a:t>
            </a:r>
          </a:p>
          <a:p>
            <a:endParaRPr lang="de-DE"/>
          </a:p>
          <a:p>
            <a:r>
              <a:rPr lang="de-DE"/>
              <a:t>Quelle: docs/evaluation/vector.json, hybrid-no-rerank.json, hybrid-rerank.json (19.09.2026); Ablation der Suchkomponenten, n = 10</a:t>
            </a:r>
          </a:p>
          <a:p>
            <a:endParaRPr lang="de-DE"/>
          </a:p>
          <a:p>
            <a:r>
              <a:rPr lang="de-DE"/>
              <a:t>Alle Varianten verwenden Parser md-v5-procedure-context und denselben E5-Index. Der Code-Lookup erhöht Hit@5 von 80 auf 90 %. Reranking erhöht Hit@1 gegenüber Hybrid ohne Reranker von 70 auf 100 %. Bewertet werden Top-5-Kandidaten vor Antwortkontextfilter und Verfahrenserweiterung. Es sind Keyword-Proxys für zehn Fragen, keine Messwerte zur Korrektheit generierter Antworten.</a:t>
            </a:r>
          </a:p>
          <a:p>
            <a:endParaRPr lang="de-DE"/>
          </a:p>
          <a:p>
            <a:r>
              <a:rPr lang="de-DE"/>
              <a:t>Gleicher Index, unterschiedliche Suchkomponenten. Aufwärmeffekte verhindern einen belastbaren Laufzeitvergleich dieser drei Messungen.</a:t>
            </a:r>
          </a:p>
          <a:p>
            <a:endParaRPr lang="de-DE"/>
          </a:p>
          <a:p>
            <a:r>
              <a:rPr lang="de-DE"/>
              <a:t>Hit@1 je Variante, zehn Fragen</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MRR 1,000 bedeutet zehn erste Stichworttreffer auf Rang 1</a:t>
            </a:r>
          </a:p>
          <a:p>
            <a:endParaRPr lang="de-DE"/>
          </a:p>
          <a:p>
            <a:r>
              <a:rPr lang="de-DE"/>
              <a:t>Prüfung und Messung</a:t>
            </a:r>
          </a:p>
          <a:p>
            <a:endParaRPr lang="de-DE"/>
          </a:p>
          <a:p>
            <a:r>
              <a:rPr lang="de-DE"/>
              <a:t>Quelle: docs/evaluation/hybrid-rerank.json, Feld reciprocal_rank je Frage (19.09.2026); Definition MRR = 1/|Q| · </a:t>
            </a:r>
          </a:p>
          <a:p>
            <a:r>
              <a:rPr lang="de-DE"/>
              <a:t>Σ 1/</a:t>
            </a:r>
          </a:p>
          <a:p>
            <a:r>
              <a:rPr lang="de-DE"/>
              <a:t>rank_i</a:t>
            </a:r>
          </a:p>
          <a:p>
            <a:endParaRPr lang="de-DE"/>
          </a:p>
          <a:p>
            <a:r>
              <a:rPr lang="de-DE"/>
              <a:t>Mean Reciprocal Rank mittelt den Kehrwert des Rangs des ersten Treffers. Rang 1 zählt 1, Rang 2 zählt 0,5, kein Treffer zählt 0. Im aktuellen Lauf mit Reranker enthält bei allen zehn Fragen bereits Rang 1 mindestens ein erwartetes Stichwort. Damit beträgt MRR 1,000. Diese Definition prüft einen Keyword-Treffer, nicht die fachliche Relevanz jedes Abschnitts oder die Vollständigkeit einer Antwort.</a:t>
            </a:r>
          </a:p>
          <a:p>
            <a:endParaRPr lang="de-DE"/>
          </a:p>
          <a:p>
            <a:r>
              <a:rPr lang="de-DE"/>
              <a:t>MRR  =  1/|Q| · Σ 1/rank_i</a:t>
            </a:r>
          </a:p>
          <a:p>
            <a:r>
              <a:rPr lang="de-DE"/>
              <a:t>        Q = zehn Fragen · rank_i = Rang des ersten Stichworttreffers</a:t>
            </a:r>
          </a:p>
          <a:p>
            <a:endParaRPr lang="de-DE"/>
          </a:p>
          <a:p>
            <a:endParaRPr lang="de-DE"/>
          </a:p>
          <a:p>
            <a:endParaRPr lang="de-DE"/>
          </a:p>
          <a:p>
            <a:endParaRPr lang="de-DE"/>
          </a:p>
          <a:p>
            <a:endParaRPr lang="de-DE"/>
          </a:p>
          <a:p>
            <a:r>
              <a:rPr lang="de-DE"/>
              <a:t>Wasser läuft aus</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Fehlercode E:18</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Fehlercode E:23</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Kein Abpumpen</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Kein Wassereinlauf</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Tür öffnet nicht</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Kein Programmstart</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Zu viel Schaum</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Kindersicherung</a:t>
            </a:r>
          </a:p>
          <a:p>
            <a:endParaRPr lang="de-DE"/>
          </a:p>
          <a:p>
            <a:r>
              <a:rPr lang="de-DE"/>
              <a:t>Erster Treffer: Rang 1</a:t>
            </a:r>
          </a:p>
          <a:p>
            <a:endParaRPr lang="de-DE"/>
          </a:p>
          <a:p>
            <a:r>
              <a:rPr lang="de-DE"/>
              <a:t>1/1 = 1,0</a:t>
            </a:r>
          </a:p>
          <a:p>
            <a:endParaRPr lang="de-DE"/>
          </a:p>
          <a:p>
            <a:endParaRPr lang="de-DE"/>
          </a:p>
          <a:p>
            <a:endParaRPr lang="de-DE"/>
          </a:p>
          <a:p>
            <a:endParaRPr lang="de-DE"/>
          </a:p>
          <a:p>
            <a:endParaRPr lang="de-DE"/>
          </a:p>
          <a:p>
            <a:r>
              <a:rPr lang="de-DE"/>
              <a:t>Trommel reinigen</a:t>
            </a:r>
          </a:p>
          <a:p>
            <a:endParaRPr lang="de-DE"/>
          </a:p>
          <a:p>
            <a:r>
              <a:rPr lang="de-DE"/>
              <a:t>Erster Treffer: Rang 1</a:t>
            </a:r>
          </a:p>
          <a:p>
            <a:endParaRPr lang="de-DE"/>
          </a:p>
          <a:p>
            <a:r>
              <a:rPr lang="de-DE"/>
              <a:t>1/1 = 1,0</a:t>
            </a:r>
          </a:p>
          <a:p>
            <a:endParaRPr lang="de-DE"/>
          </a:p>
          <a:p>
            <a:endParaRPr lang="de-DE"/>
          </a:p>
          <a:p>
            <a:endParaRPr lang="de-DE"/>
          </a:p>
          <a:p>
            <a:r>
              <a:rPr lang="de-DE"/>
              <a:t>(10 × 1,0) / 10 = 1,000. Hybrid ohne Reranker erreicht 0,800, Vektorsuche allein 0,700. Der Wert ist auf dieses kleine Testset begrenzt.</a:t>
            </a:r>
          </a:p>
          <a:p>
            <a:endParaRPr lang="de-DE"/>
          </a:p>
          <a:p>
            <a:r>
              <a:rPr lang="de-DE"/>
              <a:t>Quellen:</a:t>
            </a:r>
          </a:p>
          <a:p>
            <a:r>
              <a:rPr lang="de-DE"/>
              <a:t>https://en.wikipedia.org/wiki/Mean_reciprocal_rank</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Ein größerer Testbestand braucht Grenzfälle und fachliche Urteile</a:t>
            </a:r>
          </a:p>
          <a:p>
            <a:endParaRPr lang="de-DE"/>
          </a:p>
          <a:p>
            <a:r>
              <a:rPr lang="de-DE"/>
              <a:t>Prüfung und Messung</a:t>
            </a:r>
          </a:p>
          <a:p>
            <a:endParaRPr lang="de-DE"/>
          </a:p>
          <a:p>
            <a:r>
              <a:rPr lang="de-DE"/>
              <a:t>Quelle: docs/AUDIT.md, Verbleibende Grenzen (github.com/swrobuts/SiemensWashingMachineTroubleShooting_LocalLLM); Gao et al. (2023/2024), arXiv:2312.10997</a:t>
            </a:r>
          </a:p>
          <a:p>
            <a:endParaRPr lang="de-DE"/>
          </a:p>
          <a:p>
            <a:r>
              <a:rPr lang="de-DE"/>
              <a:t>Zehn Fragen mit Stichwort-Proxys reichen nicht, um Antworttreue zu beurteilen. Ein erweiterter Bestand braucht präzise Codes in allen Schreibweisen, Grenzfälle wie ein falsches Gerätemodell oder fehlende Information, und Fälle mit Sicherheitsbezug, in denen Warn- und Kundendiensthinweise erhalten bleiben müssen. Relevante Abschnitte werden dafür von Hand markiert und Antworten fachlich bewertet. Das sind Empfehlungen, keine Zusage über die heutige Erkennung.</a:t>
            </a:r>
          </a:p>
          <a:p>
            <a:endParaRPr lang="de-DE"/>
          </a:p>
          <a:p>
            <a:endParaRPr lang="de-DE"/>
          </a:p>
          <a:p>
            <a:endParaRPr lang="de-DE"/>
          </a:p>
          <a:p>
            <a:endParaRPr lang="de-DE"/>
          </a:p>
          <a:p>
            <a:endParaRPr lang="de-DE"/>
          </a:p>
          <a:p>
            <a:r>
              <a:rPr lang="de-DE"/>
              <a:t>Präzise Codes</a:t>
            </a:r>
          </a:p>
          <a:p>
            <a:endParaRPr lang="de-DE"/>
          </a:p>
          <a:p>
            <a:r>
              <a:rPr lang="de-DE"/>
              <a:t>E18, E:18, E:180, unbekannte Codes und mehrere Codes in einer Frage.</a:t>
            </a:r>
          </a:p>
          <a:p>
            <a:endParaRPr lang="de-DE"/>
          </a:p>
          <a:p>
            <a:endParaRPr lang="de-DE"/>
          </a:p>
          <a:p>
            <a:endParaRPr lang="de-DE"/>
          </a:p>
          <a:p>
            <a:endParaRPr lang="de-DE"/>
          </a:p>
          <a:p>
            <a:endParaRPr lang="de-DE"/>
          </a:p>
          <a:p>
            <a:r>
              <a:rPr lang="de-DE"/>
              <a:t>Grenzfälle</a:t>
            </a:r>
          </a:p>
          <a:p>
            <a:endParaRPr lang="de-DE"/>
          </a:p>
          <a:p>
            <a:r>
              <a:rPr lang="de-DE"/>
              <a:t>Falsches Gerätemodell, fehlende Informationen und fremde Themen.</a:t>
            </a:r>
          </a:p>
          <a:p>
            <a:endParaRPr lang="de-DE"/>
          </a:p>
          <a:p>
            <a:endParaRPr lang="de-DE"/>
          </a:p>
          <a:p>
            <a:endParaRPr lang="de-DE"/>
          </a:p>
          <a:p>
            <a:endParaRPr lang="de-DE"/>
          </a:p>
          <a:p>
            <a:endParaRPr lang="de-DE"/>
          </a:p>
          <a:p>
            <a:r>
              <a:rPr lang="de-DE"/>
              <a:t>Sicherheitsbezug</a:t>
            </a:r>
          </a:p>
          <a:p>
            <a:endParaRPr lang="de-DE"/>
          </a:p>
          <a:p>
            <a:r>
              <a:rPr lang="de-DE"/>
              <a:t>Warnhinweise erhalten, Kundendiensthinweise nicht abschwächen.</a:t>
            </a:r>
          </a:p>
          <a:p>
            <a:endParaRPr lang="de-DE"/>
          </a:p>
          <a:p>
            <a:endParaRPr lang="de-DE"/>
          </a:p>
          <a:p>
            <a:endParaRPr lang="de-DE"/>
          </a:p>
          <a:p>
            <a:endParaRPr lang="de-DE"/>
          </a:p>
          <a:p>
            <a:endParaRPr lang="de-DE"/>
          </a:p>
          <a:p>
            <a:r>
              <a:rPr lang="de-DE"/>
              <a:t>Messung</a:t>
            </a:r>
          </a:p>
          <a:p>
            <a:endParaRPr lang="de-DE"/>
          </a:p>
          <a:p>
            <a:r>
              <a:rPr lang="de-DE"/>
              <a:t>Relevante Abschnitte von Hand markieren, Antworten fachlich bewerten.</a:t>
            </a:r>
          </a:p>
          <a:p>
            <a:endParaRPr lang="de-DE"/>
          </a:p>
          <a:p>
            <a:endParaRPr lang="de-DE"/>
          </a:p>
          <a:p>
            <a:endParaRPr lang="de-DE"/>
          </a:p>
          <a:p>
            <a:r>
              <a:rPr lang="de-DE"/>
              <a:t>Fachliche Bewertung: Ein Stichworttreffer erkennt keinen abgeschwächten Warnhinweis. Annotierte Kriterien und Handbuchvergleich ergänzen die automatisierten Tests.</a:t>
            </a:r>
          </a:p>
          <a:p>
            <a:endParaRPr lang="de-DE"/>
          </a:p>
          <a:p>
            <a:r>
              <a:rPr lang="de-DE"/>
              <a:t>Quellen:</a:t>
            </a:r>
          </a:p>
          <a:p>
            <a:r>
              <a:rPr lang="de-DE"/>
              <a:t>https://arxiv.org/abs/2312.10997</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genannten Systeme sind Erweiterungsoptionen und nicht Bestandteile dieser Implementierung. pgvector sucht standardmäßig exakt; HNSW und IVFFlat sind Approximate-Nearest-Neighbor-Indizes (HNSW: bessere Abfrageleistung, längerer Aufbau, mehr Speicher). Kosinus-Operator &lt;=&gt; liefert die Distanz 1 − cos. Ein Wechsel ist erst bei konkreten Anforderungen zu begründen.</a:t>
            </a:r>
          </a:p>
          <a:p>
            <a:endParaRPr/>
          </a:p>
          <a:p>
            <a:r>
              <a:t>Quellen: https://github.com/pgvector/pgvector</a:t>
            </a:r>
          </a:p>
          <a:p>
            <a:r>
              <a:t>https://qdrant.tech/documentation/concepts/filtering/</a:t>
            </a:r>
          </a:p>
          <a:p>
            <a:r>
              <a:t>https://docs.trychroma.com/docs/overview/introduction</a:t>
            </a:r>
          </a:p>
          <a:p>
            <a:r>
              <a:t>https://developers.llamaindex.ai/python/framework/module_guides/storing/vector_stores/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Vier Schritte richten die App mit LM Studio auf dem Mac ein</a:t>
            </a:r>
          </a:p>
          <a:p>
            <a:endParaRPr lang="de-DE"/>
          </a:p>
          <a:p>
            <a:r>
              <a:rPr lang="de-DE"/>
              <a:t>Betrieb und Ausbau</a:t>
            </a:r>
          </a:p>
          <a:p>
            <a:endParaRPr lang="de-DE"/>
          </a:p>
          <a:p>
            <a:r>
              <a:rPr lang="de-DE"/>
              <a:t>Quelle: README.md im github.com/swrobuts/SiemensWashingMachineTroubleShooting_LocalLLM; lmstudio.ai/docs/developer/openai-compat (Abruf 19.09.2026)</a:t>
            </a:r>
          </a:p>
          <a:p>
            <a:endParaRPr lang="de-DE"/>
          </a:p>
          <a:p>
            <a:r>
              <a:rPr lang="de-DE"/>
              <a:t>Aus dem Repository-Stamm eine Python-3.12-Umgebung anlegen und requirements.txt installieren. In LM Studio ein zur Hardware passendes Instruct-Modell laden und den lokalen Server starten. Die Vorlage profiles/local/.env.example nach profiles/local/.env kopieren und die genaue Modell-ID eintragen; der Endpoint bleibt 127.0.0.1:1234/v1. Dann python server.py starten, http://127.0.0.1:3001 öffnen und "Lokal" wählen. Der erste Suchlauf lädt Modelle und baut den Index.</a:t>
            </a:r>
          </a:p>
          <a:p>
            <a:endParaRPr lang="de-DE"/>
          </a:p>
          <a:p>
            <a:r>
              <a:rPr lang="de-DE"/>
              <a:t>1  Umgebung</a:t>
            </a:r>
          </a:p>
          <a:p>
            <a:endParaRPr lang="de-DE"/>
          </a:p>
          <a:p>
            <a:endParaRPr lang="de-DE"/>
          </a:p>
          <a:p>
            <a:endParaRPr lang="de-DE"/>
          </a:p>
          <a:p>
            <a:endParaRPr lang="de-DE"/>
          </a:p>
          <a:p>
            <a:endParaRPr lang="de-DE"/>
          </a:p>
          <a:p>
            <a:r>
              <a:rPr lang="de-DE"/>
              <a:t>python3.12 -m venv .venv · source .venv/bin/activate · pip install -r requirements.txt</a:t>
            </a:r>
          </a:p>
          <a:p>
            <a:endParaRPr lang="de-DE"/>
          </a:p>
          <a:p>
            <a:r>
              <a:rPr lang="de-DE"/>
              <a:t>2  LM Studio</a:t>
            </a:r>
          </a:p>
          <a:p>
            <a:endParaRPr lang="de-DE"/>
          </a:p>
          <a:p>
            <a:endParaRPr lang="de-DE"/>
          </a:p>
          <a:p>
            <a:endParaRPr lang="de-DE"/>
          </a:p>
          <a:p>
            <a:endParaRPr lang="de-DE"/>
          </a:p>
          <a:p>
            <a:endParaRPr lang="de-DE"/>
          </a:p>
          <a:p>
            <a:r>
              <a:rPr lang="de-DE"/>
              <a:t>Instruct-Modell laden, lokalen OpenAI-kompatiblen Server auf Port 1234 starten.</a:t>
            </a:r>
          </a:p>
          <a:p>
            <a:endParaRPr lang="de-DE"/>
          </a:p>
          <a:p>
            <a:r>
              <a:rPr lang="de-DE"/>
              <a:t>3  Konfiguration</a:t>
            </a:r>
          </a:p>
          <a:p>
            <a:endParaRPr lang="de-DE"/>
          </a:p>
          <a:p>
            <a:endParaRPr lang="de-DE"/>
          </a:p>
          <a:p>
            <a:endParaRPr lang="de-DE"/>
          </a:p>
          <a:p>
            <a:endParaRPr lang="de-DE"/>
          </a:p>
          <a:p>
            <a:endParaRPr lang="de-DE"/>
          </a:p>
          <a:p>
            <a:r>
              <a:rPr lang="de-DE"/>
              <a:t>profiles/local/.env mit LOCAL_LLM_ENDPOINT und der exakten LOCAL_LLM_MODEL-ID.</a:t>
            </a:r>
          </a:p>
          <a:p>
            <a:endParaRPr lang="de-DE"/>
          </a:p>
          <a:p>
            <a:r>
              <a:rPr lang="de-DE"/>
              <a:t>4  Start</a:t>
            </a:r>
          </a:p>
          <a:p>
            <a:endParaRPr lang="de-DE"/>
          </a:p>
          <a:p>
            <a:endParaRPr lang="de-DE"/>
          </a:p>
          <a:p>
            <a:endParaRPr lang="de-DE"/>
          </a:p>
          <a:p>
            <a:endParaRPr lang="de-DE"/>
          </a:p>
          <a:p>
            <a:endParaRPr lang="de-DE"/>
          </a:p>
          <a:p>
            <a:r>
              <a:rPr lang="de-DE"/>
              <a:t>python server.py · http://127.0.0.1:3001 öffnen · "Lokal" wählen. Die HTML-Datei nicht direkt öffnen.</a:t>
            </a:r>
          </a:p>
          <a:p>
            <a:endParaRPr lang="de-DE"/>
          </a:p>
          <a:p>
            <a:endParaRPr lang="de-DE"/>
          </a:p>
          <a:p>
            <a:endParaRPr lang="de-DE"/>
          </a:p>
          <a:p>
            <a:r>
              <a:rPr lang="de-DE"/>
              <a:t>Der tatsächliche Mac wurde noch nicht erfolgreich getestet; die Schritte stammen aus der README. Ein gültiger Vektorcache wird wiederverwendet.</a:t>
            </a:r>
          </a:p>
          <a:p>
            <a:endParaRPr lang="de-DE"/>
          </a:p>
          <a:p>
            <a:r>
              <a:rPr lang="de-DE"/>
              <a:t>Quellen:</a:t>
            </a:r>
          </a:p>
          <a:p>
            <a:r>
              <a:rPr lang="de-DE"/>
              <a:t>https://github.com/swrobuts/SiemensWashingMachineTroubleShooting_LocalLLM</a:t>
            </a:r>
          </a:p>
          <a:p>
            <a:r>
              <a:rPr lang="de-DE"/>
              <a:t>https://lmstudio.ai/docs/developer/openai-compat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finale Versionsliste steht in requirements.txt und requirements-optional.txt. Aufgelöste Abhängigkeiten im Lockfile dokumentieren die getestete Python-3.12-Umgebung. Versionsstände und Testergebnisse sind keine Aussage über jede mögliche macOS-Konfiguration.</a:t>
            </a:r>
          </a:p>
          <a:p>
            <a:endParaRPr/>
          </a:p>
          <a:p>
            <a:r>
              <a:t>Quellen: 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Die Web-App übernimmt den API-Key ausschließlich aus dem GUI</a:t>
            </a:r>
          </a:p>
          <a:p>
            <a:endParaRPr lang="de-DE"/>
          </a:p>
          <a:p>
            <a:r>
              <a:rPr lang="de-DE"/>
              <a:t>Betrieb und Ausbau</a:t>
            </a:r>
          </a:p>
          <a:p>
            <a:endParaRPr lang="de-DE"/>
          </a:p>
          <a:p>
            <a:r>
              <a:rPr lang="de-DE"/>
              <a:t>Quelle: README.md und docs/TECHNICAL.md im github.com/swrobuts/SiemensWashingMachineTroubleShooting_LocalLLM; developers.openai.com, gpt-4.1-mini (Abruf 19.09.2026)</a:t>
            </a:r>
          </a:p>
          <a:p>
            <a:endParaRPr lang="de-DE"/>
          </a:p>
          <a:p>
            <a:r>
              <a:rPr lang="de-DE"/>
              <a:t>Nach dem Start der App öffnet der Support-Tab "OpenAI-Schlüssel für diese Sitzung". Der Key kommt in ein Passwortfeld; "Für diese Sitzung verwenden" übernimmt ihn, danach ist der Umschalter OpenAI API aktiv. Die Eingabe löst keinen API-Aufruf aus. "Key entfernen", ein Serverneustart oder acht Stunden beenden die Nutzung. </a:t>
            </a:r>
          </a:p>
          <a:p>
            <a:r>
              <a:rPr lang="de-DE"/>
              <a:t>profiles</a:t>
            </a:r>
          </a:p>
          <a:p>
            <a:r>
              <a:rPr lang="de-DE"/>
              <a:t>/</a:t>
            </a:r>
          </a:p>
          <a:p>
            <a:r>
              <a:rPr lang="de-DE"/>
              <a:t>openai</a:t>
            </a:r>
          </a:p>
          <a:p>
            <a:r>
              <a:rPr lang="de-DE"/>
              <a:t>/.</a:t>
            </a:r>
          </a:p>
          <a:p>
            <a:r>
              <a:rPr lang="de-DE"/>
              <a:t>env</a:t>
            </a:r>
          </a:p>
          <a:p>
            <a:r>
              <a:rPr lang="de-DE"/>
              <a:t> enthält nur OPENAI_MODEL; einen OPENAI_API_KEY aus Umgebungsvariablen übernimmt die Web-App nicht.</a:t>
            </a:r>
          </a:p>
          <a:p>
            <a:endParaRPr lang="de-DE"/>
          </a:p>
          <a:p>
            <a:r>
              <a:rPr lang="de-DE"/>
              <a:t>1 Anwendung starten</a:t>
            </a:r>
          </a:p>
          <a:p>
            <a:endParaRPr lang="de-DE"/>
          </a:p>
          <a:p>
            <a:r>
              <a:rPr lang="de-DE"/>
              <a:t>2 Schlüssel eingeben</a:t>
            </a:r>
          </a:p>
          <a:p>
            <a:endParaRPr lang="de-DE"/>
          </a:p>
          <a:p>
            <a:r>
              <a:rPr lang="de-DE"/>
              <a:t>3 OpenAI API wählen</a:t>
            </a:r>
          </a:p>
          <a:p>
            <a:endParaRPr lang="de-DE"/>
          </a:p>
          <a:p>
            <a:r>
              <a:rPr lang="de-DE"/>
              <a:t>4 Key entfernen</a:t>
            </a:r>
          </a:p>
          <a:p>
            <a:endParaRPr lang="de-DE"/>
          </a:p>
          <a:p>
            <a:endParaRPr lang="de-DE"/>
          </a:p>
          <a:p>
            <a:endParaRPr lang="de-DE"/>
          </a:p>
          <a:p>
            <a:endParaRPr lang="de-DE"/>
          </a:p>
          <a:p>
            <a:endParaRPr lang="de-DE"/>
          </a:p>
          <a:p>
            <a:r>
              <a:rPr lang="de-DE"/>
              <a:t>Sitzung statt Datei</a:t>
            </a:r>
          </a:p>
          <a:p>
            <a:endParaRPr lang="de-DE"/>
          </a:p>
          <a:p>
            <a:r>
              <a:rPr lang="de-DE"/>
              <a:t>Der Key gilt für diese Browsersitzung, höchstens acht Stunden. Das Eingabefeld wird nach der Übernahme geleert.</a:t>
            </a:r>
          </a:p>
          <a:p>
            <a:endParaRPr lang="de-DE"/>
          </a:p>
          <a:p>
            <a:endParaRPr lang="de-DE"/>
          </a:p>
          <a:p>
            <a:endParaRPr lang="de-DE"/>
          </a:p>
          <a:p>
            <a:endParaRPr lang="de-DE"/>
          </a:p>
          <a:p>
            <a:endParaRPr lang="de-DE"/>
          </a:p>
          <a:p>
            <a:r>
              <a:rPr lang="de-DE"/>
              <a:t>Kosten entstehen beim Anbieter</a:t>
            </a:r>
          </a:p>
          <a:p>
            <a:endParaRPr lang="de-DE"/>
          </a:p>
          <a:p>
            <a:r>
              <a:rPr lang="de-DE"/>
              <a:t>Kostenpflichtig sind die API-Aufrufe für Antworten und bei PageIndex auch für die Auswahl. Voreinstellung: gpt-4.1-mini.</a:t>
            </a:r>
          </a:p>
          <a:p>
            <a:endParaRPr lang="de-DE"/>
          </a:p>
          <a:p>
            <a:r>
              <a:rPr lang="de-DE"/>
              <a:t>Quellen:</a:t>
            </a:r>
          </a:p>
          <a:p>
            <a:r>
              <a:rPr lang="de-DE"/>
              <a:t>https://developers.openai.com/api/docs/models/gpt-4.1-mini</a:t>
            </a:r>
          </a:p>
          <a:p>
            <a:r>
              <a:rPr lang="de-DE"/>
              <a:t>https://flask.palletsprojects.com/en/stable/web-security/</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Der Key gilt im lokalen Serverspeicher höchstens acht Stunden</a:t>
            </a:r>
          </a:p>
          <a:p>
            <a:endParaRPr lang="de-DE"/>
          </a:p>
          <a:p>
            <a:r>
              <a:rPr lang="de-DE"/>
              <a:t>Betrieb und Ausbau</a:t>
            </a:r>
          </a:p>
          <a:p>
            <a:endParaRPr lang="de-DE"/>
          </a:p>
          <a:p>
            <a:r>
              <a:rPr lang="de-DE"/>
              <a:t>Quelle: session_keys.py und server.py im github.com/swrobuts/SiemensWashingMachineTroubleShooting_LocalLLM; flask.palletsprojects.com, Security (Abruf 19.09.2026)</a:t>
            </a:r>
          </a:p>
          <a:p>
            <a:endParaRPr lang="de-DE"/>
          </a:p>
          <a:p>
            <a:r>
              <a:rPr lang="de-DE"/>
              <a:t>Der Endpunkt POST /api/openai_key übernimmt den Key in einen gesperrten Speicher je Browsersitzung. Das Cookie enthält Sitzungs-ID und CSRF-Token, aber keinen Key. Die App legt ihn weder in Dateien noch in Browser-Web-Storage ab. Sie verwendet ihn ausschließlich für die OpenAI-Anmeldung über HTTPS. Nach Ablauf wird er bei der nächsten Bereinigung entfernt, nicht durch einen garantierten Lösch-Timer.</a:t>
            </a:r>
          </a:p>
          <a:p>
            <a:endParaRPr lang="de-DE"/>
          </a:p>
          <a:p>
            <a:endParaRPr lang="de-DE"/>
          </a:p>
          <a:p>
            <a:endParaRPr lang="de-DE"/>
          </a:p>
          <a:p>
            <a:endParaRPr lang="de-DE"/>
          </a:p>
          <a:p>
            <a:endParaRPr lang="de-DE"/>
          </a:p>
          <a:p>
            <a:r>
              <a:rPr lang="de-DE"/>
              <a:t>Passwortfeld im lokalen GUI</a:t>
            </a:r>
          </a:p>
          <a:p>
            <a:endParaRPr lang="de-DE"/>
          </a:p>
          <a:p>
            <a:r>
              <a:rPr lang="de-DE"/>
              <a:t>Eingabe über POST /api/openai_key mit CSRF-Token; das Feld wird danach geleert.</a:t>
            </a:r>
          </a:p>
          <a:p>
            <a:endParaRPr lang="de-DE"/>
          </a:p>
          <a:p>
            <a:endParaRPr lang="de-DE"/>
          </a:p>
          <a:p>
            <a:endParaRPr lang="de-DE"/>
          </a:p>
          <a:p>
            <a:endParaRPr lang="de-DE"/>
          </a:p>
          <a:p>
            <a:endParaRPr lang="de-DE"/>
          </a:p>
          <a:p>
            <a:r>
              <a:rPr lang="de-DE"/>
              <a:t>Lokaler Server, Arbeitsspeicher</a:t>
            </a:r>
          </a:p>
          <a:p>
            <a:endParaRPr lang="de-DE"/>
          </a:p>
          <a:p>
            <a:r>
              <a:rPr lang="de-DE"/>
              <a:t>SessionKeys je Browsersitzung; Loopback, Host und Origin werden geprüft. Kein Cookie trägt den Key.</a:t>
            </a:r>
          </a:p>
          <a:p>
            <a:endParaRPr lang="de-DE"/>
          </a:p>
          <a:p>
            <a:endParaRPr lang="de-DE"/>
          </a:p>
          <a:p>
            <a:endParaRPr lang="de-DE"/>
          </a:p>
          <a:p>
            <a:endParaRPr lang="de-DE"/>
          </a:p>
          <a:p>
            <a:endParaRPr lang="de-DE"/>
          </a:p>
          <a:p>
            <a:r>
              <a:rPr lang="de-DE"/>
              <a:t>OpenAI API, HTTPS-Anmeldung</a:t>
            </a:r>
          </a:p>
          <a:p>
            <a:endParaRPr lang="de-DE"/>
          </a:p>
          <a:p>
            <a:r>
              <a:rPr lang="de-DE"/>
              <a:t>Nur als Anmeldedatum; nie im Prompt, nie in der Antwort, nie im Protokoll.</a:t>
            </a:r>
          </a:p>
          <a:p>
            <a:endParaRPr lang="de-DE"/>
          </a:p>
          <a:p>
            <a:endParaRPr lang="de-DE"/>
          </a:p>
          <a:p>
            <a:endParaRPr lang="de-DE"/>
          </a:p>
          <a:p>
            <a:r>
              <a:rPr lang="de-DE"/>
              <a:t>Entfernen</a:t>
            </a:r>
          </a:p>
          <a:p>
            <a:r>
              <a:rPr lang="de-DE"/>
              <a:t>, </a:t>
            </a:r>
          </a:p>
          <a:p>
            <a:r>
              <a:rPr lang="de-DE"/>
              <a:t>Ablauf</a:t>
            </a:r>
          </a:p>
          <a:p>
            <a:r>
              <a:rPr lang="de-DE"/>
              <a:t> </a:t>
            </a:r>
          </a:p>
          <a:p>
            <a:r>
              <a:rPr lang="de-DE"/>
              <a:t>oder</a:t>
            </a:r>
          </a:p>
          <a:p>
            <a:r>
              <a:rPr lang="de-DE"/>
              <a:t> </a:t>
            </a:r>
          </a:p>
          <a:p>
            <a:r>
              <a:rPr lang="de-DE"/>
              <a:t>Serverneustart</a:t>
            </a:r>
          </a:p>
          <a:p>
            <a:r>
              <a:rPr lang="de-DE"/>
              <a:t> </a:t>
            </a:r>
          </a:p>
          <a:p>
            <a:r>
              <a:rPr lang="de-DE"/>
              <a:t>sperren</a:t>
            </a:r>
          </a:p>
          <a:p>
            <a:r>
              <a:rPr lang="de-DE"/>
              <a:t> </a:t>
            </a:r>
          </a:p>
          <a:p>
            <a:r>
              <a:rPr lang="de-DE"/>
              <a:t>weitere</a:t>
            </a:r>
          </a:p>
          <a:p>
            <a:r>
              <a:rPr lang="de-DE"/>
              <a:t> </a:t>
            </a:r>
          </a:p>
          <a:p>
            <a:r>
              <a:rPr lang="de-DE"/>
              <a:t>Aufrufe</a:t>
            </a:r>
          </a:p>
          <a:p>
            <a:r>
              <a:rPr lang="de-DE"/>
              <a:t>; </a:t>
            </a:r>
          </a:p>
          <a:p>
            <a:r>
              <a:rPr lang="de-DE"/>
              <a:t>bereits</a:t>
            </a:r>
          </a:p>
          <a:p>
            <a:r>
              <a:rPr lang="de-DE"/>
              <a:t> </a:t>
            </a:r>
          </a:p>
          <a:p>
            <a:r>
              <a:rPr lang="de-DE"/>
              <a:t>laufende</a:t>
            </a:r>
          </a:p>
          <a:p>
            <a:r>
              <a:rPr lang="de-DE"/>
              <a:t> </a:t>
            </a:r>
          </a:p>
          <a:p>
            <a:r>
              <a:rPr lang="de-DE"/>
              <a:t>Anbieteraufrufe</a:t>
            </a:r>
          </a:p>
          <a:p>
            <a:r>
              <a:rPr lang="de-DE"/>
              <a:t> </a:t>
            </a:r>
          </a:p>
          <a:p>
            <a:r>
              <a:rPr lang="de-DE"/>
              <a:t>können</a:t>
            </a:r>
          </a:p>
          <a:p>
            <a:r>
              <a:rPr lang="de-DE"/>
              <a:t> </a:t>
            </a:r>
          </a:p>
          <a:p>
            <a:r>
              <a:rPr lang="de-DE"/>
              <a:t>noch</a:t>
            </a:r>
          </a:p>
          <a:p>
            <a:r>
              <a:rPr lang="de-DE"/>
              <a:t> </a:t>
            </a:r>
          </a:p>
          <a:p>
            <a:r>
              <a:rPr lang="de-DE"/>
              <a:t>zu</a:t>
            </a:r>
          </a:p>
          <a:p>
            <a:r>
              <a:rPr lang="de-DE"/>
              <a:t> Ende </a:t>
            </a:r>
          </a:p>
          <a:p>
            <a:r>
              <a:rPr lang="de-DE"/>
              <a:t>laufen</a:t>
            </a:r>
          </a:p>
          <a:p>
            <a:r>
              <a:rPr lang="de-DE"/>
              <a:t>.</a:t>
            </a:r>
          </a:p>
          <a:p>
            <a:endParaRPr lang="de-DE"/>
          </a:p>
          <a:p>
            <a:r>
              <a:rPr lang="de-DE"/>
              <a:t>Quellen:</a:t>
            </a:r>
          </a:p>
          <a:p>
            <a:r>
              <a:rPr lang="de-DE"/>
              <a:t>https://flask.palletsprojects.com/en/stable/web-security/</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Code, Dokumentation und Prüfnachweise werden gemeinsam gepflegt</a:t>
            </a:r>
          </a:p>
          <a:p>
            <a:endParaRPr lang="de-DE"/>
          </a:p>
          <a:p>
            <a:r>
              <a:rPr lang="de-DE"/>
              <a:t>Betrieb und Ausbau</a:t>
            </a:r>
          </a:p>
          <a:p>
            <a:endParaRPr lang="de-DE"/>
          </a:p>
          <a:p>
            <a:r>
              <a:rPr lang="de-DE"/>
              <a:t>Quelle: README.md und .gitignore im github.com/swrobuts/SiemensWashingMachineTroubleShooting_LocalLLM (Abruf 19.09.2026)</a:t>
            </a:r>
          </a:p>
          <a:p>
            <a:endParaRPr lang="de-DE"/>
          </a:p>
          <a:p>
            <a:r>
              <a:rPr lang="de-DE"/>
              <a:t>Nach relevanten Änderungen folgen Regressionstests, Retrieval-Messung und fachliche Live-Prüfung. Code und aktuelle Dokumentation werden gemeinsam versioniert. Konfiguration, Modellgewichte und erzeugte Indizes bleiben lokal. Der Mac benötigt anschließend seinen eigenen Funktionstest. GitHub Pages stellt ausschließlich die statische Handy-Leseseite bereit. Die Flask-API bleibt auf Loopback beschränkt.</a:t>
            </a:r>
          </a:p>
          <a:p>
            <a:endParaRPr lang="de-DE"/>
          </a:p>
          <a:p>
            <a:endParaRPr lang="de-DE"/>
          </a:p>
          <a:p>
            <a:endParaRPr lang="de-DE"/>
          </a:p>
          <a:p>
            <a:r>
              <a:rPr lang="de-DE"/>
              <a:t>Nicht im Repository: </a:t>
            </a:r>
          </a:p>
          <a:p>
            <a:r>
              <a:rPr lang="de-DE"/>
              <a:t>profiles/*/.env, .cache/, storage/ und Modellgewichte. Sie entstehen auf jedem Rechner neu.</a:t>
            </a:r>
          </a:p>
          <a:p>
            <a:endParaRPr lang="de-DE"/>
          </a:p>
          <a:p>
            <a:endParaRPr lang="de-DE"/>
          </a:p>
          <a:p>
            <a:endParaRPr lang="de-DE"/>
          </a:p>
          <a:p>
            <a:r>
              <a:rPr lang="de-DE"/>
              <a:t>Änderung</a:t>
            </a:r>
          </a:p>
          <a:p>
            <a:endParaRPr lang="de-DE"/>
          </a:p>
          <a:p>
            <a:r>
              <a:rPr lang="de-DE"/>
              <a:t>Handbuch-Markdown oder Code</a:t>
            </a:r>
          </a:p>
          <a:p>
            <a:endParaRPr lang="de-DE"/>
          </a:p>
          <a:p>
            <a:r>
              <a:rPr lang="de-DE"/>
              <a:t>1</a:t>
            </a:r>
          </a:p>
          <a:p>
            <a:endParaRPr lang="de-DE"/>
          </a:p>
          <a:p>
            <a:r>
              <a:rPr lang="de-DE"/>
              <a:t>Quell- und Indexkonsistenz prüfen</a:t>
            </a:r>
          </a:p>
          <a:p>
            <a:endParaRPr lang="de-DE"/>
          </a:p>
          <a:p>
            <a:r>
              <a:rPr lang="de-DE"/>
              <a:t>Tests und Messung</a:t>
            </a:r>
          </a:p>
          <a:p>
            <a:endParaRPr lang="de-DE"/>
          </a:p>
          <a:p>
            <a:r>
              <a:rPr lang="de-DE"/>
              <a:t>85 Python + 12 JavaScript,</a:t>
            </a:r>
          </a:p>
          <a:p>
            <a:r>
              <a:rPr lang="de-DE"/>
              <a:t>10 Suchfragen, 7 Live-Fälle</a:t>
            </a:r>
          </a:p>
          <a:p>
            <a:endParaRPr lang="de-DE"/>
          </a:p>
          <a:p>
            <a:r>
              <a:rPr lang="de-DE"/>
              <a:t>2</a:t>
            </a:r>
          </a:p>
          <a:p>
            <a:endParaRPr lang="de-DE"/>
          </a:p>
          <a:p>
            <a:r>
              <a:rPr lang="de-DE"/>
              <a:t>pytest · eval/run_eval.py</a:t>
            </a:r>
          </a:p>
          <a:p>
            <a:endParaRPr lang="de-DE"/>
          </a:p>
          <a:p>
            <a:r>
              <a:rPr lang="de-DE"/>
              <a:t>Commit und Push</a:t>
            </a:r>
          </a:p>
          <a:p>
            <a:endParaRPr lang="de-DE"/>
          </a:p>
          <a:p>
            <a:r>
              <a:rPr lang="de-DE"/>
              <a:t>Git-Historie macht Änderungen nachvollziehbar</a:t>
            </a:r>
          </a:p>
          <a:p>
            <a:endParaRPr lang="de-DE"/>
          </a:p>
          <a:p>
            <a:r>
              <a:rPr lang="de-DE"/>
              <a:t>3</a:t>
            </a:r>
          </a:p>
          <a:p>
            <a:endParaRPr lang="de-DE"/>
          </a:p>
          <a:p>
            <a:r>
              <a:rPr lang="de-DE"/>
              <a:t>git commit · git push</a:t>
            </a:r>
          </a:p>
          <a:p>
            <a:endParaRPr lang="de-DE"/>
          </a:p>
          <a:p>
            <a:r>
              <a:rPr lang="de-DE"/>
              <a:t>Mac aktualisieren</a:t>
            </a:r>
          </a:p>
          <a:p>
            <a:endParaRPr lang="de-DE"/>
          </a:p>
          <a:p>
            <a:r>
              <a:rPr lang="de-DE"/>
              <a:t>git pull, lokaler Lauf mit LM Studio</a:t>
            </a:r>
          </a:p>
          <a:p>
            <a:endParaRPr lang="de-DE"/>
          </a:p>
          <a:p>
            <a:r>
              <a:rPr lang="de-DE"/>
              <a:t>4</a:t>
            </a:r>
          </a:p>
          <a:p>
            <a:endParaRPr lang="de-DE"/>
          </a:p>
          <a:p>
            <a:r>
              <a:rPr lang="de-DE"/>
              <a:t>Vektorcache prüfen bzw.</a:t>
            </a:r>
          </a:p>
          <a:p>
            <a:r>
              <a:rPr lang="de-DE"/>
              <a:t>bei Bedarf neu aufbauen</a:t>
            </a:r>
          </a:p>
          <a:p>
            <a:endParaRPr lang="de-DE"/>
          </a:p>
          <a:p>
            <a:r>
              <a:rPr lang="de-DE"/>
              <a:t>Der gefüllte Punkt ist die Etappe, die auf dem Zielrechner stattfindet; alle anderen laufen in der Entwicklungsumgebung unter Windows.</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endParaRPr lang="de-DE"/>
          </a:p>
          <a:p>
            <a:r>
              <a:rPr lang="de-DE"/>
              <a:t>Belegtreue, PageIndex und Mehrbenutzerbetrieb bleiben offen</a:t>
            </a:r>
          </a:p>
          <a:p>
            <a:endParaRPr lang="de-DE"/>
          </a:p>
          <a:p>
            <a:r>
              <a:rPr lang="de-DE"/>
              <a:t>Betrieb und Ausbau</a:t>
            </a:r>
          </a:p>
          <a:p>
            <a:endParaRPr lang="de-DE"/>
          </a:p>
          <a:p>
            <a:r>
              <a:rPr lang="de-DE"/>
              <a:t>Quelle: docs/AUDIT.md, Verbleibende Grenzen, und docs/TECHNICAL.md, Grenzen (github.com/swrobuts/SiemensWashingMachineTroubleShooting_LocalLLM, 19.09.2026)</a:t>
            </a:r>
          </a:p>
          <a:p>
            <a:endParaRPr lang="de-DE"/>
          </a:p>
          <a:p>
            <a:r>
              <a:rPr lang="de-DE"/>
              <a:t>Die Quellenansicht ermöglicht Nachprüfung, beweist aber keine Belegtreue. Die zehn Suchfragen und sieben Live-Fälle sind ein kleiner Testbestand. Vier kuratierte Verfahrensgruppen gelten nur für dieses Handbuch. PageIndex bleibt experimentell. Echte Mac-Antworten, Kamerascan und hörbare Ausgabe auf dem konkreten Handy sind noch offen. Mehrbenutzerbetrieb benötigt ein eigenes Sicherheits- und Betriebskonzept.</a:t>
            </a:r>
          </a:p>
          <a:p>
            <a:endParaRPr lang="de-DE"/>
          </a:p>
          <a:p>
            <a:endParaRPr lang="de-DE"/>
          </a:p>
          <a:p>
            <a:endParaRPr lang="de-DE"/>
          </a:p>
          <a:p>
            <a:endParaRPr lang="de-DE"/>
          </a:p>
          <a:p>
            <a:endParaRPr lang="de-DE"/>
          </a:p>
          <a:p>
            <a:r>
              <a:rPr lang="de-DE"/>
              <a:t>Belegtreue</a:t>
            </a:r>
          </a:p>
          <a:p>
            <a:endParaRPr lang="de-DE"/>
          </a:p>
          <a:p>
            <a:r>
              <a:rPr lang="de-DE"/>
              <a:t>Quellenanzeige allein garantiert keine durchgehend belegte Modellantwort.</a:t>
            </a:r>
          </a:p>
          <a:p>
            <a:endParaRPr lang="de-DE"/>
          </a:p>
          <a:p>
            <a:endParaRPr lang="de-DE"/>
          </a:p>
          <a:p>
            <a:endParaRPr lang="de-DE"/>
          </a:p>
          <a:p>
            <a:endParaRPr lang="de-DE"/>
          </a:p>
          <a:p>
            <a:endParaRPr lang="de-DE"/>
          </a:p>
          <a:p>
            <a:r>
              <a:rPr lang="de-DE"/>
              <a:t>PageIndex</a:t>
            </a:r>
          </a:p>
          <a:p>
            <a:endParaRPr lang="de-DE"/>
          </a:p>
          <a:p>
            <a:r>
              <a:rPr lang="de-DE"/>
              <a:t>Die vereinfachte Batch-Auswahl ist experimentell und kann Text übersehen.</a:t>
            </a:r>
          </a:p>
          <a:p>
            <a:endParaRPr lang="de-DE"/>
          </a:p>
          <a:p>
            <a:endParaRPr lang="de-DE"/>
          </a:p>
          <a:p>
            <a:endParaRPr lang="de-DE"/>
          </a:p>
          <a:p>
            <a:endParaRPr lang="de-DE"/>
          </a:p>
          <a:p>
            <a:endParaRPr lang="de-DE"/>
          </a:p>
          <a:p>
            <a:r>
              <a:rPr lang="de-DE"/>
              <a:t>Mehr Dokumente</a:t>
            </a:r>
          </a:p>
          <a:p>
            <a:endParaRPr lang="de-DE"/>
          </a:p>
          <a:p>
            <a:r>
              <a:rPr lang="de-DE"/>
              <a:t>Gerätemodell, Version und Dokument-ID als Filter ergänzen.</a:t>
            </a:r>
          </a:p>
          <a:p>
            <a:endParaRPr lang="de-DE"/>
          </a:p>
          <a:p>
            <a:endParaRPr lang="de-DE"/>
          </a:p>
          <a:p>
            <a:endParaRPr lang="de-DE"/>
          </a:p>
          <a:p>
            <a:endParaRPr lang="de-DE"/>
          </a:p>
          <a:p>
            <a:endParaRPr lang="de-DE"/>
          </a:p>
          <a:p>
            <a:r>
              <a:rPr lang="de-DE"/>
              <a:t>Produktivbetrieb</a:t>
            </a:r>
          </a:p>
          <a:p>
            <a:endParaRPr lang="de-DE"/>
          </a:p>
          <a:p>
            <a:r>
              <a:rPr lang="de-DE"/>
              <a:t>Authentifizierung, Lastgrenzen und fachliche Freigabe gesondert vorsehen.</a:t>
            </a:r>
          </a:p>
          <a:p>
            <a:endParaRPr lang="de-DE"/>
          </a:p>
          <a:p>
            <a:endParaRPr lang="de-DE"/>
          </a:p>
          <a:p>
            <a:endParaRPr lang="de-DE"/>
          </a:p>
          <a:p>
            <a:r>
              <a:rPr lang="de-DE"/>
              <a:t>Modellantworten ersetzen keine Sicherheits- und Kundendiensthinweise des Originalhandbuchs.</a:t>
            </a:r>
          </a:p>
          <a:p>
            <a:endParaRPr lang="de-DE"/>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5.sv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7.svg"/><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Fallstudie: RAG für eine Waschmaschinenanleitung</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Titel u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AC9953-5F65-E761-491F-455A2F8F70FD}"/>
              </a:ext>
            </a:extLst>
          </p:cNvPr>
          <p:cNvSpPr>
            <a:spLocks noGrp="1"/>
          </p:cNvSpPr>
          <p:nvPr>
            <p:ph type="title"/>
          </p:nvPr>
        </p:nvSpPr>
        <p:spPr>
          <a:xfrm>
            <a:off x="893763" y="388938"/>
            <a:ext cx="11217275" cy="1414462"/>
          </a:xfrm>
          <a:prstGeom prst="rect">
            <a:avLst/>
          </a:prstGeom>
        </p:spPr>
        <p:txBody>
          <a:bodyPr/>
          <a:lstStyle/>
          <a:p>
            <a:r>
              <a:rPr lang="de-DE"/>
              <a:t>Mastertitelformat bearbeiten</a:t>
            </a:r>
          </a:p>
        </p:txBody>
      </p:sp>
      <p:sp>
        <p:nvSpPr>
          <p:cNvPr id="3" name="Textplatzhalter 2">
            <a:extLst>
              <a:ext uri="{FF2B5EF4-FFF2-40B4-BE49-F238E27FC236}">
                <a16:creationId xmlns:a16="http://schemas.microsoft.com/office/drawing/2014/main" id="{89CA39E5-61F1-B395-D80D-D6511C00C914}"/>
              </a:ext>
            </a:extLst>
          </p:cNvPr>
          <p:cNvSpPr>
            <a:spLocks noGrp="1"/>
          </p:cNvSpPr>
          <p:nvPr>
            <p:ph type="body" idx="1"/>
          </p:nvPr>
        </p:nvSpPr>
        <p:spPr>
          <a:xfrm>
            <a:off x="893763" y="1947863"/>
            <a:ext cx="11217275" cy="4640262"/>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619480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1"/>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Fallstudie: RAG für eine Waschmaschinenanleitung</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‹Nr.›</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2"/>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3"/>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19.09.2026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 id="2147483696" r:id="rId9"/>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4"/>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4"/>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4"/>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4"/>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4"/>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39" Type="http://schemas.openxmlformats.org/officeDocument/2006/relationships/slide" Target="slide53.xml"/><Relationship Id="rId21" Type="http://schemas.openxmlformats.org/officeDocument/2006/relationships/tags" Target="../tags/tag36.xml"/><Relationship Id="rId34" Type="http://schemas.openxmlformats.org/officeDocument/2006/relationships/slide" Target="slide21.xml"/><Relationship Id="rId7" Type="http://schemas.openxmlformats.org/officeDocument/2006/relationships/tags" Target="../tags/tag22.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33" Type="http://schemas.openxmlformats.org/officeDocument/2006/relationships/slide" Target="slide12.xml"/><Relationship Id="rId38" Type="http://schemas.openxmlformats.org/officeDocument/2006/relationships/slide" Target="slide43.xml"/><Relationship Id="rId2" Type="http://schemas.openxmlformats.org/officeDocument/2006/relationships/tags" Target="../tags/tag17.xml"/><Relationship Id="rId16" Type="http://schemas.openxmlformats.org/officeDocument/2006/relationships/tags" Target="../tags/tag31.xml"/><Relationship Id="rId20" Type="http://schemas.openxmlformats.org/officeDocument/2006/relationships/tags" Target="../tags/tag35.xml"/><Relationship Id="rId29" Type="http://schemas.openxmlformats.org/officeDocument/2006/relationships/tags" Target="../tags/tag44.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slide" Target="slide6.xml"/><Relationship Id="rId37" Type="http://schemas.openxmlformats.org/officeDocument/2006/relationships/slide" Target="slide40.xml"/><Relationship Id="rId5" Type="http://schemas.openxmlformats.org/officeDocument/2006/relationships/tags" Target="../tags/tag20.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36" Type="http://schemas.openxmlformats.org/officeDocument/2006/relationships/slide" Target="slide33.xml"/><Relationship Id="rId10" Type="http://schemas.openxmlformats.org/officeDocument/2006/relationships/tags" Target="../tags/tag25.xml"/><Relationship Id="rId19" Type="http://schemas.openxmlformats.org/officeDocument/2006/relationships/tags" Target="../tags/tag34.xml"/><Relationship Id="rId31" Type="http://schemas.openxmlformats.org/officeDocument/2006/relationships/slide" Target="slide4.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slideLayout" Target="../slideLayouts/slideLayout3.xml"/><Relationship Id="rId35" Type="http://schemas.openxmlformats.org/officeDocument/2006/relationships/slide" Target="slide29.xml"/><Relationship Id="rId8" Type="http://schemas.openxmlformats.org/officeDocument/2006/relationships/tags" Target="../tags/tag23.xml"/><Relationship Id="rId3" Type="http://schemas.openxmlformats.org/officeDocument/2006/relationships/tags" Target="../tags/tag1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95300" y="2286000"/>
            <a:ext cx="12141200" cy="952500"/>
          </a:xfrm>
        </p:spPr>
        <p:txBody>
          <a:bodyPr/>
          <a:lstStyle/>
          <a:p>
            <a:r>
              <a:rPr lang="de-DE" dirty="0">
                <a:latin typeface="+mj-lt"/>
              </a:rPr>
              <a:t>Übergreifend</a:t>
            </a:r>
            <a:endParaRPr dirty="0">
              <a:latin typeface="+mj-lt"/>
            </a:endParaRPr>
          </a:p>
        </p:txBody>
      </p:sp>
      <p:sp>
        <p:nvSpPr>
          <p:cNvPr id="3" name="Text Placeholder 2"/>
          <p:cNvSpPr>
            <a:spLocks noGrp="1"/>
          </p:cNvSpPr>
          <p:nvPr>
            <p:ph type="body" sz="quarter" idx="11"/>
          </p:nvPr>
        </p:nvSpPr>
        <p:spPr/>
        <p:txBody>
          <a:bodyPr/>
          <a:lstStyle/>
          <a:p>
            <a:r>
              <a:rPr lang="de-DE" sz="3700" dirty="0"/>
              <a:t>Fallbeispiel | </a:t>
            </a:r>
            <a:r>
              <a:rPr sz="3700" dirty="0"/>
              <a:t>R</a:t>
            </a:r>
            <a:r>
              <a:rPr lang="de-DE" sz="3700" dirty="0" err="1"/>
              <a:t>etrieval</a:t>
            </a:r>
            <a:r>
              <a:rPr lang="de-DE" sz="3700" dirty="0"/>
              <a:t> </a:t>
            </a:r>
            <a:r>
              <a:rPr lang="de-DE" sz="3700" dirty="0" err="1"/>
              <a:t>Augemented</a:t>
            </a:r>
            <a:r>
              <a:rPr lang="de-DE" sz="3700" dirty="0"/>
              <a:t> Generation (RAG)</a:t>
            </a:r>
            <a:endParaRPr sz="3700" dirty="0"/>
          </a:p>
        </p:txBody>
      </p:sp>
    </p:spTree>
    <p:extLst>
      <p:ext uri="{BB962C8B-B14F-4D97-AF65-F5344CB8AC3E}">
        <p14:creationId xmlns:p14="http://schemas.microsoft.com/office/powerpoint/2010/main" val="658812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Quellen für Theorie, Implementierung und gemessene Ergebnisse</a:t>
            </a:r>
          </a:p>
        </p:txBody>
      </p:sp>
      <p:sp>
        <p:nvSpPr>
          <p:cNvPr id="3" name="Text Placeholder 2"/>
          <p:cNvSpPr>
            <a:spLocks noGrp="1"/>
          </p:cNvSpPr>
          <p:nvPr>
            <p:ph type="body" sz="quarter" idx="12"/>
          </p:nvPr>
        </p:nvSpPr>
        <p:spPr>
          <a:xfrm>
            <a:off x="488951" y="277342"/>
            <a:ext cx="12131269" cy="249523"/>
          </a:xfrm>
        </p:spPr>
        <p:txBody>
          <a:bodyPr/>
          <a:lstStyle/>
          <a:p>
            <a:r>
              <a:rPr lang="de-DE" sz="1600" dirty="0"/>
              <a:t>Fallbeispiel | Retrieval </a:t>
            </a:r>
            <a:r>
              <a:rPr lang="de-DE" sz="1600" dirty="0" err="1"/>
              <a:t>Augemented</a:t>
            </a:r>
            <a:r>
              <a:rPr lang="de-DE" sz="1600" dirty="0"/>
              <a:t> Generation (RAG)</a:t>
            </a:r>
          </a:p>
        </p:txBody>
      </p:sp>
      <p:sp>
        <p:nvSpPr>
          <p:cNvPr id="4" name="Text Placeholder 3"/>
          <p:cNvSpPr>
            <a:spLocks noGrp="1"/>
          </p:cNvSpPr>
          <p:nvPr>
            <p:ph type="body" sz="quarter" idx="13"/>
          </p:nvPr>
        </p:nvSpPr>
        <p:spPr>
          <a:xfrm>
            <a:off x="488950" y="6429600"/>
            <a:ext cx="12131294" cy="180750"/>
          </a:xfrm>
        </p:spPr>
        <p:txBody>
          <a:bodyPr/>
          <a:lstStyle/>
          <a:p>
            <a:r>
              <a:rPr lang="de-DE"/>
              <a:t>Quelle: alle URLs Abruf 19.09.2026; vollständige Adressen in den Sprechernotizen der jeweiligen Folie</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RAG-Grundlagen stammen aus Forschungsliteratur, Modellparameter aus Modellkarten. Projektverhalten wurde mit dem aktuellen Quellcode abgeglichen. Prüfzahlen und Retrieval-Metriken stammen aus den lokalen Protokollen. Die Dokumentation trennt gemessene Ergebnisse, schematische Beispiele und offene Prüfungen. Web Speech API und URL-Fragmente ergänzen die Quellen für Vorlesen und mobile Anleitung.</a:t>
            </a:r>
          </a:p>
        </p:txBody>
      </p:sp>
      <p:sp>
        <p:nvSpPr>
          <p:cNvPr id="6" name="Rectangle 5"/>
          <p:cNvSpPr/>
          <p:nvPr/>
        </p:nvSpPr>
        <p:spPr>
          <a:xfrm>
            <a:off x="1153160" y="26632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RAG-Grundlagen</a:t>
            </a:r>
          </a:p>
        </p:txBody>
      </p:sp>
      <p:sp>
        <p:nvSpPr>
          <p:cNvPr id="7" name="Rectangle 6"/>
          <p:cNvSpPr/>
          <p:nvPr/>
        </p:nvSpPr>
        <p:spPr>
          <a:xfrm>
            <a:off x="1153160" y="26632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4302760" y="29299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632960" y="2739417"/>
            <a:ext cx="79946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Lewis et al. (2020), NeurIPS, arXiv:2005.11401 · Gao et al. (2023/2024), arXiv:2312.10997 · Wang et al. (2024), arXiv:2402.05672</a:t>
            </a:r>
          </a:p>
        </p:txBody>
      </p:sp>
      <p:sp>
        <p:nvSpPr>
          <p:cNvPr id="10" name="Rectangle 9"/>
          <p:cNvSpPr/>
          <p:nvPr/>
        </p:nvSpPr>
        <p:spPr>
          <a:xfrm>
            <a:off x="1153160" y="35014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Modelle</a:t>
            </a:r>
          </a:p>
        </p:txBody>
      </p:sp>
      <p:sp>
        <p:nvSpPr>
          <p:cNvPr id="11" name="Rectangle 10"/>
          <p:cNvSpPr/>
          <p:nvPr/>
        </p:nvSpPr>
        <p:spPr>
          <a:xfrm>
            <a:off x="1153160" y="35014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4302760" y="37681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632960" y="3577617"/>
            <a:ext cx="79946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Modellkarten intfloat/multilingual-e5-small und BAAI/bge-reranker-v2-m3 auf huggingface.co</a:t>
            </a:r>
          </a:p>
        </p:txBody>
      </p:sp>
      <p:sp>
        <p:nvSpPr>
          <p:cNvPr id="14" name="Rectangle 13"/>
          <p:cNvSpPr/>
          <p:nvPr/>
        </p:nvSpPr>
        <p:spPr>
          <a:xfrm>
            <a:off x="1153160" y="43396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Frameworks und Standards</a:t>
            </a:r>
          </a:p>
        </p:txBody>
      </p:sp>
      <p:sp>
        <p:nvSpPr>
          <p:cNvPr id="15" name="Rectangle 14"/>
          <p:cNvSpPr/>
          <p:nvPr/>
        </p:nvSpPr>
        <p:spPr>
          <a:xfrm>
            <a:off x="1153160" y="43396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4302760" y="46063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632960" y="4415817"/>
            <a:ext cx="7994650" cy="5334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LlamaIndex, Docling, LM Studio, OpenAI, PageIndex, Flask. WHATWG SSE, NIST SHA-256 und MDN zu Web Speech API / URI-Fragmenten.</a:t>
            </a:r>
          </a:p>
        </p:txBody>
      </p:sp>
      <p:sp>
        <p:nvSpPr>
          <p:cNvPr id="18" name="Rectangle 17"/>
          <p:cNvSpPr/>
          <p:nvPr/>
        </p:nvSpPr>
        <p:spPr>
          <a:xfrm>
            <a:off x="1153160" y="51778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Projektbelege</a:t>
            </a:r>
          </a:p>
        </p:txBody>
      </p:sp>
      <p:sp>
        <p:nvSpPr>
          <p:cNvPr id="19" name="Rectangle 18"/>
          <p:cNvSpPr/>
          <p:nvPr/>
        </p:nvSpPr>
        <p:spPr>
          <a:xfrm>
            <a:off x="1153160" y="51778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4302760" y="54445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632960" y="5254017"/>
            <a:ext cx="7994650" cy="5334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Repository, Originalhandbuch, docs/AUDIT.md, docs/evaluation/LIVE.md und die drei aktuellen Retrieval-Protokolle.</a:t>
            </a:r>
          </a:p>
        </p:txBody>
      </p:sp>
    </p:spTree>
    <p:extLst>
      <p:ext uri="{BB962C8B-B14F-4D97-AF65-F5344CB8AC3E}">
        <p14:creationId xmlns:p14="http://schemas.microsoft.com/office/powerpoint/2010/main" val="326132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1059CB-E3BE-CDF1-8F1C-8F8FD375D754}"/>
              </a:ext>
            </a:extLst>
          </p:cNvPr>
          <p:cNvSpPr>
            <a:spLocks noGrp="1"/>
          </p:cNvSpPr>
          <p:nvPr>
            <p:ph type="title"/>
            <p:custDataLst>
              <p:tags r:id="rId2"/>
            </p:custDataLst>
          </p:nvPr>
        </p:nvSpPr>
        <p:spPr/>
        <p:txBody>
          <a:bodyPr/>
          <a:lstStyle/>
          <a:p>
            <a:r>
              <a:rPr lang="de-DE" dirty="0"/>
              <a:t>Inhaltsübersicht </a:t>
            </a:r>
          </a:p>
        </p:txBody>
      </p:sp>
      <p:sp>
        <p:nvSpPr>
          <p:cNvPr id="40" name="Textplatzhalter 39">
            <a:extLst>
              <a:ext uri="{FF2B5EF4-FFF2-40B4-BE49-F238E27FC236}">
                <a16:creationId xmlns:a16="http://schemas.microsoft.com/office/drawing/2014/main" id="{B6914601-2A9C-A745-17D1-19899F044C7E}"/>
              </a:ext>
            </a:extLst>
          </p:cNvPr>
          <p:cNvSpPr>
            <a:spLocks noGrp="1"/>
          </p:cNvSpPr>
          <p:nvPr>
            <p:ph type="body" sz="quarter" idx="12"/>
          </p:nvPr>
        </p:nvSpPr>
        <p:spPr/>
        <p:txBody>
          <a:bodyPr/>
          <a:lstStyle/>
          <a:p>
            <a:r>
              <a:rPr lang="de-DE" sz="1600" dirty="0"/>
              <a:t>Fallbeispiel | Retrieval </a:t>
            </a:r>
            <a:r>
              <a:rPr lang="de-DE" sz="1600" dirty="0" err="1"/>
              <a:t>Augemented</a:t>
            </a:r>
            <a:r>
              <a:rPr lang="de-DE" sz="1600" dirty="0"/>
              <a:t> Generation (RAG)</a:t>
            </a:r>
          </a:p>
        </p:txBody>
      </p:sp>
      <p:grpSp>
        <p:nvGrpSpPr>
          <p:cNvPr id="31" name="Gruppieren 30">
            <a:extLst>
              <a:ext uri="{FF2B5EF4-FFF2-40B4-BE49-F238E27FC236}">
                <a16:creationId xmlns:a16="http://schemas.microsoft.com/office/drawing/2014/main" id="{3122732E-DE15-B2BB-0FE2-98ADB6E81DF5}"/>
              </a:ext>
            </a:extLst>
          </p:cNvPr>
          <p:cNvGrpSpPr/>
          <p:nvPr/>
        </p:nvGrpSpPr>
        <p:grpSpPr>
          <a:xfrm>
            <a:off x="488950" y="1281113"/>
            <a:ext cx="12134850" cy="381000"/>
            <a:chOff x="893763" y="1947863"/>
            <a:chExt cx="11214100" cy="381000"/>
          </a:xfrm>
        </p:grpSpPr>
        <p:sp>
          <p:nvSpPr>
            <p:cNvPr id="4" name="Rechteck: abgerundete Ecken 3">
              <a:hlinkClick r:id="rId31" action="ppaction://hlinksldjump"/>
              <a:extLst>
                <a:ext uri="{FF2B5EF4-FFF2-40B4-BE49-F238E27FC236}">
                  <a16:creationId xmlns:a16="http://schemas.microsoft.com/office/drawing/2014/main" id="{A4BC1F97-7541-9B80-6F51-C143FBAC11AA}"/>
                </a:ext>
              </a:extLst>
            </p:cNvPr>
            <p:cNvSpPr/>
            <p:nvPr>
              <p:custDataLst>
                <p:tags r:id="rId27"/>
              </p:custDataLst>
            </p:nvPr>
          </p:nvSpPr>
          <p:spPr>
            <a:xfrm>
              <a:off x="906463" y="19478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Eine Anleitung, eine App, zwei Suchwege</a:t>
              </a:r>
              <a:endParaRPr lang="de-DE" sz="1200" dirty="0">
                <a:solidFill>
                  <a:srgbClr val="2C3E50"/>
                </a:solidFill>
                <a:latin typeface="Segoe UI" panose="020B0502040204020203" pitchFamily="34" charset="0"/>
              </a:endParaRPr>
            </a:p>
          </p:txBody>
        </p:sp>
        <p:sp>
          <p:nvSpPr>
            <p:cNvPr id="5" name="Rechteck: abgerundete Ecken 4">
              <a:hlinkClick r:id="rId31" action="ppaction://hlinksldjump"/>
              <a:extLst>
                <a:ext uri="{FF2B5EF4-FFF2-40B4-BE49-F238E27FC236}">
                  <a16:creationId xmlns:a16="http://schemas.microsoft.com/office/drawing/2014/main" id="{B893BED9-161A-7B42-6A96-56279CB8B969}"/>
                </a:ext>
              </a:extLst>
            </p:cNvPr>
            <p:cNvSpPr/>
            <p:nvPr>
              <p:custDataLst>
                <p:tags r:id="rId28"/>
              </p:custDataLst>
            </p:nvPr>
          </p:nvSpPr>
          <p:spPr>
            <a:xfrm>
              <a:off x="893763" y="19478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1.</a:t>
              </a:r>
              <a:endParaRPr lang="de-DE" sz="1300" b="1" dirty="0">
                <a:solidFill>
                  <a:srgbClr val="F2F2F2"/>
                </a:solidFill>
                <a:latin typeface="Segoe UI" panose="020B0502040204020203" pitchFamily="34" charset="0"/>
              </a:endParaRPr>
            </a:p>
          </p:txBody>
        </p:sp>
        <p:sp>
          <p:nvSpPr>
            <p:cNvPr id="6" name="Rechteck: abgerundete Ecken 5">
              <a:hlinkClick r:id="rId31" action="ppaction://hlinksldjump"/>
              <a:extLst>
                <a:ext uri="{FF2B5EF4-FFF2-40B4-BE49-F238E27FC236}">
                  <a16:creationId xmlns:a16="http://schemas.microsoft.com/office/drawing/2014/main" id="{91FFF724-769F-43FD-48FD-2239BC386282}"/>
                </a:ext>
              </a:extLst>
            </p:cNvPr>
            <p:cNvSpPr/>
            <p:nvPr>
              <p:custDataLst>
                <p:tags r:id="rId29"/>
              </p:custDataLst>
            </p:nvPr>
          </p:nvSpPr>
          <p:spPr>
            <a:xfrm>
              <a:off x="11726863" y="19478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4</a:t>
              </a:r>
              <a:endParaRPr lang="de-DE" sz="1200" dirty="0">
                <a:solidFill>
                  <a:srgbClr val="2C3E50"/>
                </a:solidFill>
                <a:latin typeface="Segoe UI" panose="020B0502040204020203" pitchFamily="34" charset="0"/>
              </a:endParaRPr>
            </a:p>
          </p:txBody>
        </p:sp>
      </p:grpSp>
      <p:grpSp>
        <p:nvGrpSpPr>
          <p:cNvPr id="32" name="Gruppieren 31">
            <a:extLst>
              <a:ext uri="{FF2B5EF4-FFF2-40B4-BE49-F238E27FC236}">
                <a16:creationId xmlns:a16="http://schemas.microsoft.com/office/drawing/2014/main" id="{6843C2A5-5F8C-8CE2-05F5-357E01804129}"/>
              </a:ext>
            </a:extLst>
          </p:cNvPr>
          <p:cNvGrpSpPr/>
          <p:nvPr/>
        </p:nvGrpSpPr>
        <p:grpSpPr>
          <a:xfrm>
            <a:off x="488950" y="1852613"/>
            <a:ext cx="12134850" cy="381000"/>
            <a:chOff x="893763" y="2519363"/>
            <a:chExt cx="11214100" cy="381000"/>
          </a:xfrm>
        </p:grpSpPr>
        <p:sp>
          <p:nvSpPr>
            <p:cNvPr id="7" name="Rechteck: abgerundete Ecken 6">
              <a:hlinkClick r:id="rId32" action="ppaction://hlinksldjump"/>
              <a:extLst>
                <a:ext uri="{FF2B5EF4-FFF2-40B4-BE49-F238E27FC236}">
                  <a16:creationId xmlns:a16="http://schemas.microsoft.com/office/drawing/2014/main" id="{0AB8AFF8-2A02-B1DC-9FE4-627FB8C7368C}"/>
                </a:ext>
              </a:extLst>
            </p:cNvPr>
            <p:cNvSpPr/>
            <p:nvPr>
              <p:custDataLst>
                <p:tags r:id="rId24"/>
              </p:custDataLst>
            </p:nvPr>
          </p:nvSpPr>
          <p:spPr>
            <a:xfrm>
              <a:off x="906463" y="25193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RAG sucht, bevor das Modell antwortet</a:t>
              </a:r>
              <a:endParaRPr lang="de-DE" sz="1200" dirty="0">
                <a:solidFill>
                  <a:srgbClr val="2C3E50"/>
                </a:solidFill>
                <a:latin typeface="Segoe UI" panose="020B0502040204020203" pitchFamily="34" charset="0"/>
              </a:endParaRPr>
            </a:p>
          </p:txBody>
        </p:sp>
        <p:sp>
          <p:nvSpPr>
            <p:cNvPr id="8" name="Rechteck: abgerundete Ecken 7">
              <a:hlinkClick r:id="rId32" action="ppaction://hlinksldjump"/>
              <a:extLst>
                <a:ext uri="{FF2B5EF4-FFF2-40B4-BE49-F238E27FC236}">
                  <a16:creationId xmlns:a16="http://schemas.microsoft.com/office/drawing/2014/main" id="{C9623762-A23D-5BDD-E83C-5C7E9E52C5C1}"/>
                </a:ext>
              </a:extLst>
            </p:cNvPr>
            <p:cNvSpPr/>
            <p:nvPr>
              <p:custDataLst>
                <p:tags r:id="rId25"/>
              </p:custDataLst>
            </p:nvPr>
          </p:nvSpPr>
          <p:spPr>
            <a:xfrm>
              <a:off x="893763" y="25193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2.</a:t>
              </a:r>
              <a:endParaRPr lang="de-DE" sz="1300" b="1" dirty="0">
                <a:solidFill>
                  <a:srgbClr val="F2F2F2"/>
                </a:solidFill>
                <a:latin typeface="Segoe UI" panose="020B0502040204020203" pitchFamily="34" charset="0"/>
              </a:endParaRPr>
            </a:p>
          </p:txBody>
        </p:sp>
        <p:sp>
          <p:nvSpPr>
            <p:cNvPr id="9" name="Rechteck: abgerundete Ecken 8">
              <a:hlinkClick r:id="rId32" action="ppaction://hlinksldjump"/>
              <a:extLst>
                <a:ext uri="{FF2B5EF4-FFF2-40B4-BE49-F238E27FC236}">
                  <a16:creationId xmlns:a16="http://schemas.microsoft.com/office/drawing/2014/main" id="{29F1D2CA-74BC-D318-4C23-16B1C14E75EC}"/>
                </a:ext>
              </a:extLst>
            </p:cNvPr>
            <p:cNvSpPr/>
            <p:nvPr>
              <p:custDataLst>
                <p:tags r:id="rId26"/>
              </p:custDataLst>
            </p:nvPr>
          </p:nvSpPr>
          <p:spPr>
            <a:xfrm>
              <a:off x="11726863" y="25193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6</a:t>
              </a:r>
              <a:endParaRPr lang="de-DE" sz="1200" dirty="0">
                <a:solidFill>
                  <a:srgbClr val="2C3E50"/>
                </a:solidFill>
                <a:latin typeface="Segoe UI" panose="020B0502040204020203" pitchFamily="34" charset="0"/>
              </a:endParaRPr>
            </a:p>
          </p:txBody>
        </p:sp>
      </p:grpSp>
      <p:grpSp>
        <p:nvGrpSpPr>
          <p:cNvPr id="33" name="Gruppieren 32">
            <a:extLst>
              <a:ext uri="{FF2B5EF4-FFF2-40B4-BE49-F238E27FC236}">
                <a16:creationId xmlns:a16="http://schemas.microsoft.com/office/drawing/2014/main" id="{A5A6C8A1-EEDF-359E-00CF-5D9DA9D5E868}"/>
              </a:ext>
            </a:extLst>
          </p:cNvPr>
          <p:cNvGrpSpPr/>
          <p:nvPr/>
        </p:nvGrpSpPr>
        <p:grpSpPr>
          <a:xfrm>
            <a:off x="488950" y="2424113"/>
            <a:ext cx="12134850" cy="381000"/>
            <a:chOff x="893763" y="3090863"/>
            <a:chExt cx="11214100" cy="381000"/>
          </a:xfrm>
        </p:grpSpPr>
        <p:sp>
          <p:nvSpPr>
            <p:cNvPr id="10" name="Rechteck: abgerundete Ecken 9">
              <a:hlinkClick r:id="rId33" action="ppaction://hlinksldjump"/>
              <a:extLst>
                <a:ext uri="{FF2B5EF4-FFF2-40B4-BE49-F238E27FC236}">
                  <a16:creationId xmlns:a16="http://schemas.microsoft.com/office/drawing/2014/main" id="{D042D296-7727-D18E-DB64-4AC5DBABDA4F}"/>
                </a:ext>
              </a:extLst>
            </p:cNvPr>
            <p:cNvSpPr/>
            <p:nvPr>
              <p:custDataLst>
                <p:tags r:id="rId21"/>
              </p:custDataLst>
            </p:nvPr>
          </p:nvSpPr>
          <p:spPr>
            <a:xfrm>
              <a:off x="906463" y="30908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Vom PDF zum durchsuchbaren Index</a:t>
              </a:r>
              <a:endParaRPr lang="de-DE" sz="1200" dirty="0">
                <a:solidFill>
                  <a:srgbClr val="2C3E50"/>
                </a:solidFill>
                <a:latin typeface="Segoe UI" panose="020B0502040204020203" pitchFamily="34" charset="0"/>
              </a:endParaRPr>
            </a:p>
          </p:txBody>
        </p:sp>
        <p:sp>
          <p:nvSpPr>
            <p:cNvPr id="11" name="Rechteck: abgerundete Ecken 10">
              <a:hlinkClick r:id="rId33" action="ppaction://hlinksldjump"/>
              <a:extLst>
                <a:ext uri="{FF2B5EF4-FFF2-40B4-BE49-F238E27FC236}">
                  <a16:creationId xmlns:a16="http://schemas.microsoft.com/office/drawing/2014/main" id="{7310149C-E958-13AD-7079-65A926188E84}"/>
                </a:ext>
              </a:extLst>
            </p:cNvPr>
            <p:cNvSpPr/>
            <p:nvPr>
              <p:custDataLst>
                <p:tags r:id="rId22"/>
              </p:custDataLst>
            </p:nvPr>
          </p:nvSpPr>
          <p:spPr>
            <a:xfrm>
              <a:off x="893763" y="30908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3.</a:t>
              </a:r>
              <a:endParaRPr lang="de-DE" sz="1300" b="1" dirty="0">
                <a:solidFill>
                  <a:srgbClr val="F2F2F2"/>
                </a:solidFill>
                <a:latin typeface="Segoe UI" panose="020B0502040204020203" pitchFamily="34" charset="0"/>
              </a:endParaRPr>
            </a:p>
          </p:txBody>
        </p:sp>
        <p:sp>
          <p:nvSpPr>
            <p:cNvPr id="12" name="Rechteck: abgerundete Ecken 11">
              <a:hlinkClick r:id="rId33" action="ppaction://hlinksldjump"/>
              <a:extLst>
                <a:ext uri="{FF2B5EF4-FFF2-40B4-BE49-F238E27FC236}">
                  <a16:creationId xmlns:a16="http://schemas.microsoft.com/office/drawing/2014/main" id="{647B5D6C-AB9D-BCED-9090-7FFAE66E540F}"/>
                </a:ext>
              </a:extLst>
            </p:cNvPr>
            <p:cNvSpPr/>
            <p:nvPr>
              <p:custDataLst>
                <p:tags r:id="rId23"/>
              </p:custDataLst>
            </p:nvPr>
          </p:nvSpPr>
          <p:spPr>
            <a:xfrm>
              <a:off x="11726863" y="30908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12</a:t>
              </a:r>
              <a:endParaRPr lang="de-DE" sz="1200" dirty="0">
                <a:solidFill>
                  <a:srgbClr val="2C3E50"/>
                </a:solidFill>
                <a:latin typeface="Segoe UI" panose="020B0502040204020203" pitchFamily="34" charset="0"/>
              </a:endParaRPr>
            </a:p>
          </p:txBody>
        </p:sp>
      </p:grpSp>
      <p:grpSp>
        <p:nvGrpSpPr>
          <p:cNvPr id="34" name="Gruppieren 33">
            <a:extLst>
              <a:ext uri="{FF2B5EF4-FFF2-40B4-BE49-F238E27FC236}">
                <a16:creationId xmlns:a16="http://schemas.microsoft.com/office/drawing/2014/main" id="{77B306E2-7268-B40E-1197-0651889CFD3D}"/>
              </a:ext>
            </a:extLst>
          </p:cNvPr>
          <p:cNvGrpSpPr/>
          <p:nvPr/>
        </p:nvGrpSpPr>
        <p:grpSpPr>
          <a:xfrm>
            <a:off x="488950" y="2995613"/>
            <a:ext cx="12134850" cy="381000"/>
            <a:chOff x="893763" y="3662363"/>
            <a:chExt cx="11214100" cy="381000"/>
          </a:xfrm>
        </p:grpSpPr>
        <p:sp>
          <p:nvSpPr>
            <p:cNvPr id="13" name="Rechteck: abgerundete Ecken 12">
              <a:hlinkClick r:id="rId34" action="ppaction://hlinksldjump"/>
              <a:extLst>
                <a:ext uri="{FF2B5EF4-FFF2-40B4-BE49-F238E27FC236}">
                  <a16:creationId xmlns:a16="http://schemas.microsoft.com/office/drawing/2014/main" id="{8725E320-A0D2-7CE5-C543-E35C7D583E01}"/>
                </a:ext>
              </a:extLst>
            </p:cNvPr>
            <p:cNvSpPr/>
            <p:nvPr>
              <p:custDataLst>
                <p:tags r:id="rId18"/>
              </p:custDataLst>
            </p:nvPr>
          </p:nvSpPr>
          <p:spPr>
            <a:xfrm>
              <a:off x="906463" y="36623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Suchen, sortieren, ablehnen</a:t>
              </a:r>
              <a:endParaRPr lang="de-DE" sz="1200" dirty="0">
                <a:solidFill>
                  <a:srgbClr val="2C3E50"/>
                </a:solidFill>
                <a:latin typeface="Segoe UI" panose="020B0502040204020203" pitchFamily="34" charset="0"/>
              </a:endParaRPr>
            </a:p>
          </p:txBody>
        </p:sp>
        <p:sp>
          <p:nvSpPr>
            <p:cNvPr id="14" name="Rechteck: abgerundete Ecken 13">
              <a:hlinkClick r:id="rId34" action="ppaction://hlinksldjump"/>
              <a:extLst>
                <a:ext uri="{FF2B5EF4-FFF2-40B4-BE49-F238E27FC236}">
                  <a16:creationId xmlns:a16="http://schemas.microsoft.com/office/drawing/2014/main" id="{49BA9910-BFA4-8424-3E01-455EB1281B41}"/>
                </a:ext>
              </a:extLst>
            </p:cNvPr>
            <p:cNvSpPr/>
            <p:nvPr>
              <p:custDataLst>
                <p:tags r:id="rId19"/>
              </p:custDataLst>
            </p:nvPr>
          </p:nvSpPr>
          <p:spPr>
            <a:xfrm>
              <a:off x="893763" y="36623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4.</a:t>
              </a:r>
              <a:endParaRPr lang="de-DE" sz="1300" b="1" dirty="0">
                <a:solidFill>
                  <a:srgbClr val="F2F2F2"/>
                </a:solidFill>
                <a:latin typeface="Segoe UI" panose="020B0502040204020203" pitchFamily="34" charset="0"/>
              </a:endParaRPr>
            </a:p>
          </p:txBody>
        </p:sp>
        <p:sp>
          <p:nvSpPr>
            <p:cNvPr id="15" name="Rechteck: abgerundete Ecken 14">
              <a:hlinkClick r:id="rId34" action="ppaction://hlinksldjump"/>
              <a:extLst>
                <a:ext uri="{FF2B5EF4-FFF2-40B4-BE49-F238E27FC236}">
                  <a16:creationId xmlns:a16="http://schemas.microsoft.com/office/drawing/2014/main" id="{8D45B0EE-2B1C-68CD-86AC-C036956ABAD3}"/>
                </a:ext>
              </a:extLst>
            </p:cNvPr>
            <p:cNvSpPr/>
            <p:nvPr>
              <p:custDataLst>
                <p:tags r:id="rId20"/>
              </p:custDataLst>
            </p:nvPr>
          </p:nvSpPr>
          <p:spPr>
            <a:xfrm>
              <a:off x="11726863" y="36623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21</a:t>
              </a:r>
              <a:endParaRPr lang="de-DE" sz="1200" dirty="0">
                <a:solidFill>
                  <a:srgbClr val="2C3E50"/>
                </a:solidFill>
                <a:latin typeface="Segoe UI" panose="020B0502040204020203" pitchFamily="34" charset="0"/>
              </a:endParaRPr>
            </a:p>
          </p:txBody>
        </p:sp>
      </p:grpSp>
      <p:grpSp>
        <p:nvGrpSpPr>
          <p:cNvPr id="35" name="Gruppieren 34">
            <a:extLst>
              <a:ext uri="{FF2B5EF4-FFF2-40B4-BE49-F238E27FC236}">
                <a16:creationId xmlns:a16="http://schemas.microsoft.com/office/drawing/2014/main" id="{C90032E3-B07B-7BAC-D9E0-A016B0B40C66}"/>
              </a:ext>
            </a:extLst>
          </p:cNvPr>
          <p:cNvGrpSpPr/>
          <p:nvPr/>
        </p:nvGrpSpPr>
        <p:grpSpPr>
          <a:xfrm>
            <a:off x="488950" y="3567113"/>
            <a:ext cx="12134850" cy="381000"/>
            <a:chOff x="893763" y="4233863"/>
            <a:chExt cx="11214100" cy="381000"/>
          </a:xfrm>
        </p:grpSpPr>
        <p:sp>
          <p:nvSpPr>
            <p:cNvPr id="16" name="Rechteck: abgerundete Ecken 15">
              <a:hlinkClick r:id="rId35" action="ppaction://hlinksldjump"/>
              <a:extLst>
                <a:ext uri="{FF2B5EF4-FFF2-40B4-BE49-F238E27FC236}">
                  <a16:creationId xmlns:a16="http://schemas.microsoft.com/office/drawing/2014/main" id="{E32CAAE5-3E2F-C964-6211-DB97AC8A3E12}"/>
                </a:ext>
              </a:extLst>
            </p:cNvPr>
            <p:cNvSpPr/>
            <p:nvPr>
              <p:custDataLst>
                <p:tags r:id="rId15"/>
              </p:custDataLst>
            </p:nvPr>
          </p:nvSpPr>
          <p:spPr>
            <a:xfrm>
              <a:off x="906463" y="42338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Zwei Antwortmodelle, ein Retrieval-Kern</a:t>
              </a:r>
              <a:endParaRPr lang="de-DE" sz="1200" dirty="0">
                <a:solidFill>
                  <a:srgbClr val="2C3E50"/>
                </a:solidFill>
                <a:latin typeface="Segoe UI" panose="020B0502040204020203" pitchFamily="34" charset="0"/>
              </a:endParaRPr>
            </a:p>
          </p:txBody>
        </p:sp>
        <p:sp>
          <p:nvSpPr>
            <p:cNvPr id="17" name="Rechteck: abgerundete Ecken 16">
              <a:hlinkClick r:id="rId35" action="ppaction://hlinksldjump"/>
              <a:extLst>
                <a:ext uri="{FF2B5EF4-FFF2-40B4-BE49-F238E27FC236}">
                  <a16:creationId xmlns:a16="http://schemas.microsoft.com/office/drawing/2014/main" id="{2BF31EFB-3F65-C278-6CF2-DA6CF345EE86}"/>
                </a:ext>
              </a:extLst>
            </p:cNvPr>
            <p:cNvSpPr/>
            <p:nvPr>
              <p:custDataLst>
                <p:tags r:id="rId16"/>
              </p:custDataLst>
            </p:nvPr>
          </p:nvSpPr>
          <p:spPr>
            <a:xfrm>
              <a:off x="893763" y="42338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5.</a:t>
              </a:r>
              <a:endParaRPr lang="de-DE" sz="1300" b="1" dirty="0">
                <a:solidFill>
                  <a:srgbClr val="F2F2F2"/>
                </a:solidFill>
                <a:latin typeface="Segoe UI" panose="020B0502040204020203" pitchFamily="34" charset="0"/>
              </a:endParaRPr>
            </a:p>
          </p:txBody>
        </p:sp>
        <p:sp>
          <p:nvSpPr>
            <p:cNvPr id="18" name="Rechteck: abgerundete Ecken 17">
              <a:hlinkClick r:id="rId35" action="ppaction://hlinksldjump"/>
              <a:extLst>
                <a:ext uri="{FF2B5EF4-FFF2-40B4-BE49-F238E27FC236}">
                  <a16:creationId xmlns:a16="http://schemas.microsoft.com/office/drawing/2014/main" id="{32E8D255-5FC7-9051-9F39-DBA4128D859D}"/>
                </a:ext>
              </a:extLst>
            </p:cNvPr>
            <p:cNvSpPr/>
            <p:nvPr>
              <p:custDataLst>
                <p:tags r:id="rId17"/>
              </p:custDataLst>
            </p:nvPr>
          </p:nvSpPr>
          <p:spPr>
            <a:xfrm>
              <a:off x="11726863" y="42338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29</a:t>
              </a:r>
              <a:endParaRPr lang="de-DE" sz="1200" dirty="0">
                <a:solidFill>
                  <a:srgbClr val="2C3E50"/>
                </a:solidFill>
                <a:latin typeface="Segoe UI" panose="020B0502040204020203" pitchFamily="34" charset="0"/>
              </a:endParaRPr>
            </a:p>
          </p:txBody>
        </p:sp>
      </p:grpSp>
      <p:grpSp>
        <p:nvGrpSpPr>
          <p:cNvPr id="36" name="Gruppieren 35">
            <a:extLst>
              <a:ext uri="{FF2B5EF4-FFF2-40B4-BE49-F238E27FC236}">
                <a16:creationId xmlns:a16="http://schemas.microsoft.com/office/drawing/2014/main" id="{8E8B9CC0-D497-6A45-17B4-7899C7087D2D}"/>
              </a:ext>
            </a:extLst>
          </p:cNvPr>
          <p:cNvGrpSpPr/>
          <p:nvPr/>
        </p:nvGrpSpPr>
        <p:grpSpPr>
          <a:xfrm>
            <a:off x="488950" y="4138613"/>
            <a:ext cx="12134850" cy="381000"/>
            <a:chOff x="893763" y="4805363"/>
            <a:chExt cx="11214100" cy="381000"/>
          </a:xfrm>
        </p:grpSpPr>
        <p:sp>
          <p:nvSpPr>
            <p:cNvPr id="19" name="Rechteck: abgerundete Ecken 18">
              <a:hlinkClick r:id="rId36" action="ppaction://hlinksldjump"/>
              <a:extLst>
                <a:ext uri="{FF2B5EF4-FFF2-40B4-BE49-F238E27FC236}">
                  <a16:creationId xmlns:a16="http://schemas.microsoft.com/office/drawing/2014/main" id="{956642A6-4EAD-8A2B-D2FA-6F580404DD2C}"/>
                </a:ext>
              </a:extLst>
            </p:cNvPr>
            <p:cNvSpPr/>
            <p:nvPr>
              <p:custDataLst>
                <p:tags r:id="rId12"/>
              </p:custDataLst>
            </p:nvPr>
          </p:nvSpPr>
          <p:spPr>
            <a:xfrm>
              <a:off x="906463" y="48053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PageIndex, Cache und Streaming</a:t>
              </a:r>
              <a:endParaRPr lang="de-DE" sz="1200" dirty="0">
                <a:solidFill>
                  <a:srgbClr val="2C3E50"/>
                </a:solidFill>
                <a:latin typeface="Segoe UI" panose="020B0502040204020203" pitchFamily="34" charset="0"/>
              </a:endParaRPr>
            </a:p>
          </p:txBody>
        </p:sp>
        <p:sp>
          <p:nvSpPr>
            <p:cNvPr id="20" name="Rechteck: abgerundete Ecken 19">
              <a:hlinkClick r:id="rId36" action="ppaction://hlinksldjump"/>
              <a:extLst>
                <a:ext uri="{FF2B5EF4-FFF2-40B4-BE49-F238E27FC236}">
                  <a16:creationId xmlns:a16="http://schemas.microsoft.com/office/drawing/2014/main" id="{93010967-67DC-F927-AD6C-4281F3130321}"/>
                </a:ext>
              </a:extLst>
            </p:cNvPr>
            <p:cNvSpPr/>
            <p:nvPr>
              <p:custDataLst>
                <p:tags r:id="rId13"/>
              </p:custDataLst>
            </p:nvPr>
          </p:nvSpPr>
          <p:spPr>
            <a:xfrm>
              <a:off x="893763" y="48053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6.</a:t>
              </a:r>
              <a:endParaRPr lang="de-DE" sz="1300" b="1" dirty="0">
                <a:solidFill>
                  <a:srgbClr val="F2F2F2"/>
                </a:solidFill>
                <a:latin typeface="Segoe UI" panose="020B0502040204020203" pitchFamily="34" charset="0"/>
              </a:endParaRPr>
            </a:p>
          </p:txBody>
        </p:sp>
        <p:sp>
          <p:nvSpPr>
            <p:cNvPr id="21" name="Rechteck: abgerundete Ecken 20">
              <a:hlinkClick r:id="rId36" action="ppaction://hlinksldjump"/>
              <a:extLst>
                <a:ext uri="{FF2B5EF4-FFF2-40B4-BE49-F238E27FC236}">
                  <a16:creationId xmlns:a16="http://schemas.microsoft.com/office/drawing/2014/main" id="{BDBBAD79-A39A-0586-AA0C-31B9B61B2B5A}"/>
                </a:ext>
              </a:extLst>
            </p:cNvPr>
            <p:cNvSpPr/>
            <p:nvPr>
              <p:custDataLst>
                <p:tags r:id="rId14"/>
              </p:custDataLst>
            </p:nvPr>
          </p:nvSpPr>
          <p:spPr>
            <a:xfrm>
              <a:off x="11726863" y="48053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33</a:t>
              </a:r>
              <a:endParaRPr lang="de-DE" sz="1200" dirty="0">
                <a:solidFill>
                  <a:srgbClr val="2C3E50"/>
                </a:solidFill>
                <a:latin typeface="Segoe UI" panose="020B0502040204020203" pitchFamily="34" charset="0"/>
              </a:endParaRPr>
            </a:p>
          </p:txBody>
        </p:sp>
      </p:grpSp>
      <p:grpSp>
        <p:nvGrpSpPr>
          <p:cNvPr id="37" name="Gruppieren 36">
            <a:extLst>
              <a:ext uri="{FF2B5EF4-FFF2-40B4-BE49-F238E27FC236}">
                <a16:creationId xmlns:a16="http://schemas.microsoft.com/office/drawing/2014/main" id="{738C3F4F-0750-294E-39AB-8CECE7D17C50}"/>
              </a:ext>
            </a:extLst>
          </p:cNvPr>
          <p:cNvGrpSpPr/>
          <p:nvPr/>
        </p:nvGrpSpPr>
        <p:grpSpPr>
          <a:xfrm>
            <a:off x="488950" y="4710113"/>
            <a:ext cx="12134850" cy="381000"/>
            <a:chOff x="893763" y="5376863"/>
            <a:chExt cx="11214100" cy="381000"/>
          </a:xfrm>
        </p:grpSpPr>
        <p:sp>
          <p:nvSpPr>
            <p:cNvPr id="22" name="Rechteck: abgerundete Ecken 21">
              <a:hlinkClick r:id="rId37" action="ppaction://hlinksldjump"/>
              <a:extLst>
                <a:ext uri="{FF2B5EF4-FFF2-40B4-BE49-F238E27FC236}">
                  <a16:creationId xmlns:a16="http://schemas.microsoft.com/office/drawing/2014/main" id="{049D7904-F05B-54AA-B238-10BC7743C762}"/>
                </a:ext>
              </a:extLst>
            </p:cNvPr>
            <p:cNvSpPr/>
            <p:nvPr>
              <p:custDataLst>
                <p:tags r:id="rId9"/>
              </p:custDataLst>
            </p:nvPr>
          </p:nvSpPr>
          <p:spPr>
            <a:xfrm>
              <a:off x="906463" y="53768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Die Antwort wandert per QR-Code aufs Handy (Ausbaustufe)</a:t>
              </a:r>
              <a:endParaRPr lang="de-DE" sz="1200" dirty="0">
                <a:solidFill>
                  <a:srgbClr val="2C3E50"/>
                </a:solidFill>
                <a:latin typeface="Segoe UI" panose="020B0502040204020203" pitchFamily="34" charset="0"/>
              </a:endParaRPr>
            </a:p>
          </p:txBody>
        </p:sp>
        <p:sp>
          <p:nvSpPr>
            <p:cNvPr id="23" name="Rechteck: abgerundete Ecken 22">
              <a:hlinkClick r:id="rId37" action="ppaction://hlinksldjump"/>
              <a:extLst>
                <a:ext uri="{FF2B5EF4-FFF2-40B4-BE49-F238E27FC236}">
                  <a16:creationId xmlns:a16="http://schemas.microsoft.com/office/drawing/2014/main" id="{12B02C4F-6CEB-77E0-648D-CFF255FD9738}"/>
                </a:ext>
              </a:extLst>
            </p:cNvPr>
            <p:cNvSpPr/>
            <p:nvPr>
              <p:custDataLst>
                <p:tags r:id="rId10"/>
              </p:custDataLst>
            </p:nvPr>
          </p:nvSpPr>
          <p:spPr>
            <a:xfrm>
              <a:off x="893763" y="53768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7.</a:t>
              </a:r>
              <a:endParaRPr lang="de-DE" sz="1300" b="1" dirty="0">
                <a:solidFill>
                  <a:srgbClr val="F2F2F2"/>
                </a:solidFill>
                <a:latin typeface="Segoe UI" panose="020B0502040204020203" pitchFamily="34" charset="0"/>
              </a:endParaRPr>
            </a:p>
          </p:txBody>
        </p:sp>
        <p:sp>
          <p:nvSpPr>
            <p:cNvPr id="24" name="Rechteck: abgerundete Ecken 23">
              <a:hlinkClick r:id="rId37" action="ppaction://hlinksldjump"/>
              <a:extLst>
                <a:ext uri="{FF2B5EF4-FFF2-40B4-BE49-F238E27FC236}">
                  <a16:creationId xmlns:a16="http://schemas.microsoft.com/office/drawing/2014/main" id="{1677A359-D72D-255E-0B16-FBBA1F7FF5A8}"/>
                </a:ext>
              </a:extLst>
            </p:cNvPr>
            <p:cNvSpPr/>
            <p:nvPr>
              <p:custDataLst>
                <p:tags r:id="rId11"/>
              </p:custDataLst>
            </p:nvPr>
          </p:nvSpPr>
          <p:spPr>
            <a:xfrm>
              <a:off x="11726863" y="53768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40</a:t>
              </a:r>
              <a:endParaRPr lang="de-DE" sz="1200" dirty="0">
                <a:solidFill>
                  <a:srgbClr val="2C3E50"/>
                </a:solidFill>
                <a:latin typeface="Segoe UI" panose="020B0502040204020203" pitchFamily="34" charset="0"/>
              </a:endParaRPr>
            </a:p>
          </p:txBody>
        </p:sp>
      </p:grpSp>
      <p:grpSp>
        <p:nvGrpSpPr>
          <p:cNvPr id="38" name="Gruppieren 37">
            <a:extLst>
              <a:ext uri="{FF2B5EF4-FFF2-40B4-BE49-F238E27FC236}">
                <a16:creationId xmlns:a16="http://schemas.microsoft.com/office/drawing/2014/main" id="{F82B3A05-83B3-A336-ADB7-4EC00E90F6A2}"/>
              </a:ext>
            </a:extLst>
          </p:cNvPr>
          <p:cNvGrpSpPr/>
          <p:nvPr/>
        </p:nvGrpSpPr>
        <p:grpSpPr>
          <a:xfrm>
            <a:off x="488950" y="5281613"/>
            <a:ext cx="12134850" cy="381000"/>
            <a:chOff x="893763" y="5948363"/>
            <a:chExt cx="11214100" cy="381000"/>
          </a:xfrm>
        </p:grpSpPr>
        <p:sp>
          <p:nvSpPr>
            <p:cNvPr id="25" name="Rechteck: abgerundete Ecken 24">
              <a:hlinkClick r:id="rId38" action="ppaction://hlinksldjump"/>
              <a:extLst>
                <a:ext uri="{FF2B5EF4-FFF2-40B4-BE49-F238E27FC236}">
                  <a16:creationId xmlns:a16="http://schemas.microsoft.com/office/drawing/2014/main" id="{FB9D3AD9-EB86-434F-7A39-7EE1D7397C17}"/>
                </a:ext>
              </a:extLst>
            </p:cNvPr>
            <p:cNvSpPr/>
            <p:nvPr>
              <p:custDataLst>
                <p:tags r:id="rId6"/>
              </p:custDataLst>
            </p:nvPr>
          </p:nvSpPr>
          <p:spPr>
            <a:xfrm>
              <a:off x="906463" y="59483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Was die Prüfung ergab</a:t>
              </a:r>
              <a:endParaRPr lang="de-DE" sz="1200" dirty="0">
                <a:solidFill>
                  <a:srgbClr val="2C3E50"/>
                </a:solidFill>
                <a:latin typeface="Segoe UI" panose="020B0502040204020203" pitchFamily="34" charset="0"/>
              </a:endParaRPr>
            </a:p>
          </p:txBody>
        </p:sp>
        <p:sp>
          <p:nvSpPr>
            <p:cNvPr id="26" name="Rechteck: abgerundete Ecken 25">
              <a:hlinkClick r:id="rId38" action="ppaction://hlinksldjump"/>
              <a:extLst>
                <a:ext uri="{FF2B5EF4-FFF2-40B4-BE49-F238E27FC236}">
                  <a16:creationId xmlns:a16="http://schemas.microsoft.com/office/drawing/2014/main" id="{EECE43CD-4270-A572-94EB-DF331BD5133A}"/>
                </a:ext>
              </a:extLst>
            </p:cNvPr>
            <p:cNvSpPr/>
            <p:nvPr>
              <p:custDataLst>
                <p:tags r:id="rId7"/>
              </p:custDataLst>
            </p:nvPr>
          </p:nvSpPr>
          <p:spPr>
            <a:xfrm>
              <a:off x="893763" y="59483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8.</a:t>
              </a:r>
              <a:endParaRPr lang="de-DE" sz="1300" b="1" dirty="0">
                <a:solidFill>
                  <a:srgbClr val="F2F2F2"/>
                </a:solidFill>
                <a:latin typeface="Segoe UI" panose="020B0502040204020203" pitchFamily="34" charset="0"/>
              </a:endParaRPr>
            </a:p>
          </p:txBody>
        </p:sp>
        <p:sp>
          <p:nvSpPr>
            <p:cNvPr id="27" name="Rechteck: abgerundete Ecken 26">
              <a:hlinkClick r:id="rId38" action="ppaction://hlinksldjump"/>
              <a:extLst>
                <a:ext uri="{FF2B5EF4-FFF2-40B4-BE49-F238E27FC236}">
                  <a16:creationId xmlns:a16="http://schemas.microsoft.com/office/drawing/2014/main" id="{A631F738-A241-2401-08FE-F953273D330E}"/>
                </a:ext>
              </a:extLst>
            </p:cNvPr>
            <p:cNvSpPr/>
            <p:nvPr>
              <p:custDataLst>
                <p:tags r:id="rId8"/>
              </p:custDataLst>
            </p:nvPr>
          </p:nvSpPr>
          <p:spPr>
            <a:xfrm>
              <a:off x="11726863" y="59483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43</a:t>
              </a:r>
              <a:endParaRPr lang="de-DE" sz="1200" dirty="0">
                <a:solidFill>
                  <a:srgbClr val="2C3E50"/>
                </a:solidFill>
                <a:latin typeface="Segoe UI" panose="020B0502040204020203" pitchFamily="34" charset="0"/>
              </a:endParaRPr>
            </a:p>
          </p:txBody>
        </p:sp>
      </p:grpSp>
      <p:grpSp>
        <p:nvGrpSpPr>
          <p:cNvPr id="39" name="Gruppieren 38">
            <a:extLst>
              <a:ext uri="{FF2B5EF4-FFF2-40B4-BE49-F238E27FC236}">
                <a16:creationId xmlns:a16="http://schemas.microsoft.com/office/drawing/2014/main" id="{DEAF6035-1DC2-ECAC-D674-99A370F88F09}"/>
              </a:ext>
            </a:extLst>
          </p:cNvPr>
          <p:cNvGrpSpPr/>
          <p:nvPr/>
        </p:nvGrpSpPr>
        <p:grpSpPr>
          <a:xfrm>
            <a:off x="488950" y="5853113"/>
            <a:ext cx="12134850" cy="381000"/>
            <a:chOff x="893763" y="6519863"/>
            <a:chExt cx="11214100" cy="381000"/>
          </a:xfrm>
        </p:grpSpPr>
        <p:sp>
          <p:nvSpPr>
            <p:cNvPr id="28" name="Rechteck: abgerundete Ecken 27">
              <a:hlinkClick r:id="rId39" action="ppaction://hlinksldjump"/>
              <a:extLst>
                <a:ext uri="{FF2B5EF4-FFF2-40B4-BE49-F238E27FC236}">
                  <a16:creationId xmlns:a16="http://schemas.microsoft.com/office/drawing/2014/main" id="{5A3AC84B-7846-30EE-41B0-4A7F2870A807}"/>
                </a:ext>
              </a:extLst>
            </p:cNvPr>
            <p:cNvSpPr/>
            <p:nvPr>
              <p:custDataLst>
                <p:tags r:id="rId3"/>
              </p:custDataLst>
            </p:nvPr>
          </p:nvSpPr>
          <p:spPr>
            <a:xfrm>
              <a:off x="906463" y="6519863"/>
              <a:ext cx="11201400" cy="381000"/>
            </a:xfrm>
            <a:prstGeom prst="roundRect">
              <a:avLst/>
            </a:prstGeom>
            <a:solidFill>
              <a:srgbClr val="F2F2F2">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52500" tIns="45720" rIns="9144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Betrieb und Ausbau</a:t>
              </a:r>
              <a:endParaRPr lang="de-DE" sz="1200" dirty="0">
                <a:solidFill>
                  <a:srgbClr val="2C3E50"/>
                </a:solidFill>
                <a:latin typeface="Segoe UI" panose="020B0502040204020203" pitchFamily="34" charset="0"/>
              </a:endParaRPr>
            </a:p>
          </p:txBody>
        </p:sp>
        <p:sp>
          <p:nvSpPr>
            <p:cNvPr id="29" name="Rechteck: abgerundete Ecken 28">
              <a:hlinkClick r:id="rId39" action="ppaction://hlinksldjump"/>
              <a:extLst>
                <a:ext uri="{FF2B5EF4-FFF2-40B4-BE49-F238E27FC236}">
                  <a16:creationId xmlns:a16="http://schemas.microsoft.com/office/drawing/2014/main" id="{5329D9A6-98F6-CBBA-ABAD-D05DCBD0CF97}"/>
                </a:ext>
              </a:extLst>
            </p:cNvPr>
            <p:cNvSpPr/>
            <p:nvPr>
              <p:custDataLst>
                <p:tags r:id="rId4"/>
              </p:custDataLst>
            </p:nvPr>
          </p:nvSpPr>
          <p:spPr>
            <a:xfrm>
              <a:off x="893763" y="6519863"/>
              <a:ext cx="762000" cy="381000"/>
            </a:xfrm>
            <a:prstGeom prst="roundRect">
              <a:avLst/>
            </a:prstGeom>
            <a:solidFill>
              <a:srgbClr val="FF6A00">
                <a:alpha val="55000"/>
              </a:srgbClr>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45720" rIns="0" bIns="45720" numCol="1" spcCol="0" rtlCol="0" fromWordArt="0" anchor="ctr" anchorCtr="0" forceAA="0" compatLnSpc="1">
              <a:prstTxWarp prst="textNoShape">
                <a:avLst/>
              </a:prstTxWarp>
              <a:noAutofit/>
            </a:bodyPr>
            <a:lstStyle/>
            <a:p>
              <a:pPr algn="ctr"/>
              <a:r>
                <a:rPr lang="de-DE" sz="1300" b="1">
                  <a:solidFill>
                    <a:srgbClr val="F2F2F2"/>
                  </a:solidFill>
                  <a:latin typeface="Segoe UI" panose="020B0502040204020203" pitchFamily="34" charset="0"/>
                </a:rPr>
                <a:t>9.</a:t>
              </a:r>
              <a:endParaRPr lang="de-DE" sz="1300" b="1" dirty="0">
                <a:solidFill>
                  <a:srgbClr val="F2F2F2"/>
                </a:solidFill>
                <a:latin typeface="Segoe UI" panose="020B0502040204020203" pitchFamily="34" charset="0"/>
              </a:endParaRPr>
            </a:p>
          </p:txBody>
        </p:sp>
        <p:sp>
          <p:nvSpPr>
            <p:cNvPr id="30" name="Rechteck: abgerundete Ecken 29">
              <a:hlinkClick r:id="rId39" action="ppaction://hlinksldjump"/>
              <a:extLst>
                <a:ext uri="{FF2B5EF4-FFF2-40B4-BE49-F238E27FC236}">
                  <a16:creationId xmlns:a16="http://schemas.microsoft.com/office/drawing/2014/main" id="{BEC7DB9D-668D-FDED-E63F-B6AC4DB22343}"/>
                </a:ext>
              </a:extLst>
            </p:cNvPr>
            <p:cNvSpPr/>
            <p:nvPr>
              <p:custDataLst>
                <p:tags r:id="rId5"/>
              </p:custDataLst>
            </p:nvPr>
          </p:nvSpPr>
          <p:spPr>
            <a:xfrm>
              <a:off x="11726863" y="6519863"/>
              <a:ext cx="381000" cy="381000"/>
            </a:xfrm>
            <a:prstGeom prst="roundRect">
              <a:avLst/>
            </a:prstGeom>
            <a:noFill/>
            <a:ln w="12700" cap="flat" cmpd="sng" algn="ctr">
              <a:noFill/>
              <a:prstDash val="solid"/>
              <a:miter lim="800000"/>
            </a:ln>
            <a:effectLst/>
            <a:extLst>
              <a:ext uri="{909E8E84-426E-40DD-AFC4-6F175D3DCCD1}">
                <a14:hiddenFill xmlns:a14="http://schemas.microsoft.com/office/drawing/2010/main">
                  <a:solidFill>
                    <a:schemeClr val="accent3">
                      <a:lumMod val="40000"/>
                      <a:lumOff val="60000"/>
                      <a:alpha val="55000"/>
                    </a:schemeClr>
                  </a:solidFill>
                </a14:hiddenFill>
              </a:ext>
              <a:ext uri="{91240B29-F687-4F45-9708-019B960494DF}">
                <a14:hiddenLine xmlns:a14="http://schemas.microsoft.com/office/drawing/2010/main" w="12700" cap="flat" cmpd="sng" algn="ctr">
                  <a:solidFill>
                    <a:schemeClr val="accent3"/>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r>
                <a:rPr lang="de-DE" sz="1200">
                  <a:solidFill>
                    <a:srgbClr val="2C3E50"/>
                  </a:solidFill>
                  <a:latin typeface="Segoe UI" panose="020B0502040204020203" pitchFamily="34" charset="0"/>
                </a:rPr>
                <a:t>53</a:t>
              </a:r>
              <a:endParaRPr lang="de-DE" sz="1200" dirty="0">
                <a:solidFill>
                  <a:srgbClr val="2C3E50"/>
                </a:solidFill>
                <a:latin typeface="Segoe UI" panose="020B0502040204020203" pitchFamily="34" charset="0"/>
              </a:endParaRPr>
            </a:p>
          </p:txBody>
        </p:sp>
      </p:grpSp>
    </p:spTree>
    <p:custDataLst>
      <p:tags r:id="rId1"/>
    </p:custDataLst>
    <p:extLst>
      <p:ext uri="{BB962C8B-B14F-4D97-AF65-F5344CB8AC3E}">
        <p14:creationId xmlns:p14="http://schemas.microsoft.com/office/powerpoint/2010/main" val="820479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Eine </a:t>
            </a:r>
            <a:r>
              <a:rPr dirty="0" err="1"/>
              <a:t>Anleitung</a:t>
            </a:r>
            <a:r>
              <a:rPr dirty="0"/>
              <a:t>, </a:t>
            </a:r>
            <a:r>
              <a:rPr dirty="0" err="1"/>
              <a:t>eine</a:t>
            </a:r>
            <a:r>
              <a:rPr dirty="0"/>
              <a:t> App, </a:t>
            </a:r>
            <a:r>
              <a:rPr dirty="0" err="1"/>
              <a:t>zwei</a:t>
            </a:r>
            <a:r>
              <a:rPr dirty="0"/>
              <a:t> </a:t>
            </a:r>
            <a:r>
              <a:rPr dirty="0" err="1"/>
              <a:t>Suchwege</a:t>
            </a:r>
            <a:endParaRPr dirty="0"/>
          </a:p>
        </p:txBody>
      </p:sp>
      <p:pic>
        <p:nvPicPr>
          <p:cNvPr id="6" name="Grafik 5">
            <a:extLst>
              <a:ext uri="{FF2B5EF4-FFF2-40B4-BE49-F238E27FC236}">
                <a16:creationId xmlns:a16="http://schemas.microsoft.com/office/drawing/2014/main" id="{CB41E596-6844-0440-72D5-DAFA426E2E8D}"/>
              </a:ext>
            </a:extLst>
          </p:cNvPr>
          <p:cNvPicPr>
            <a:picLocks noChangeAspect="1"/>
          </p:cNvPicPr>
          <p:nvPr/>
        </p:nvPicPr>
        <p:blipFill>
          <a:blip r:embed="rId3"/>
          <a:srcRect l="6422" t="13431" r="45954" b="9336"/>
          <a:stretch>
            <a:fillRect/>
          </a:stretch>
        </p:blipFill>
        <p:spPr>
          <a:xfrm>
            <a:off x="218872" y="1162531"/>
            <a:ext cx="5058384" cy="6152669"/>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Die App beantwortet Handbuchfragen und zeigt verwendete Auszüge</a:t>
            </a:r>
          </a:p>
        </p:txBody>
      </p:sp>
      <p:sp>
        <p:nvSpPr>
          <p:cNvPr id="3" name="Text Placeholder 2"/>
          <p:cNvSpPr>
            <a:spLocks noGrp="1"/>
          </p:cNvSpPr>
          <p:nvPr>
            <p:ph type="body" sz="quarter" idx="12"/>
          </p:nvPr>
        </p:nvSpPr>
        <p:spPr>
          <a:xfrm>
            <a:off x="488951" y="277342"/>
            <a:ext cx="12131269" cy="249523"/>
          </a:xfrm>
        </p:spPr>
        <p:txBody>
          <a:bodyPr/>
          <a:lstStyle/>
          <a:p>
            <a:r>
              <a:rPr lang="de-DE"/>
              <a:t>Fallstudie im Überblick</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README.md,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Die Wissensbasis ist eine Siemens-Anleitung mit 48 PDF-Seiten. Die lokale Flask-App wechselt pro Anfrage zwischen LM Studio und der OpenAI API. Hybrid-Retrieval ist der Standardweg, PageIndex die experimentelle Alternative. Weitere Anbieter sind derzeit nicht integriert und benötigen einen passenden Adapter. Die Quellenansicht zeigt, welche Handbuchauszüge die Antwort stützen sollen.</a:t>
            </a:r>
          </a:p>
        </p:txBody>
      </p:sp>
      <p:sp>
        <p:nvSpPr>
          <p:cNvPr id="6" name="Rectangle 5"/>
          <p:cNvSpPr/>
          <p:nvPr/>
        </p:nvSpPr>
        <p:spPr>
          <a:xfrm>
            <a:off x="1153160" y="27604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Wissensbasis</a:t>
            </a:r>
          </a:p>
        </p:txBody>
      </p:sp>
      <p:sp>
        <p:nvSpPr>
          <p:cNvPr id="7" name="Rectangle 6"/>
          <p:cNvSpPr/>
          <p:nvPr/>
        </p:nvSpPr>
        <p:spPr>
          <a:xfrm>
            <a:off x="1153160" y="27604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30271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8366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Eine Siemens-Gebrauchs- und Aufstellanleitung mit 48 PDF-Seiten, als Markdown extrahiert.</a:t>
            </a:r>
          </a:p>
        </p:txBody>
      </p:sp>
      <p:sp>
        <p:nvSpPr>
          <p:cNvPr id="10" name="Rectangle 9"/>
          <p:cNvSpPr/>
          <p:nvPr/>
        </p:nvSpPr>
        <p:spPr>
          <a:xfrm>
            <a:off x="1153160" y="35986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Ein Projekt</a:t>
            </a:r>
          </a:p>
        </p:txBody>
      </p:sp>
      <p:sp>
        <p:nvSpPr>
          <p:cNvPr id="11" name="Rectangle 10"/>
          <p:cNvSpPr/>
          <p:nvPr/>
        </p:nvSpPr>
        <p:spPr>
          <a:xfrm>
            <a:off x="1153160" y="35986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8653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6748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Eine Flask-App auf Port 3001; der Modellanbieter wird im GUI per Toggle gewählt.</a:t>
            </a:r>
          </a:p>
        </p:txBody>
      </p:sp>
      <p:sp>
        <p:nvSpPr>
          <p:cNvPr id="14" name="Rectangle 13"/>
          <p:cNvSpPr/>
          <p:nvPr/>
        </p:nvSpPr>
        <p:spPr>
          <a:xfrm>
            <a:off x="1153160" y="44368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Zwei Suchwege</a:t>
            </a:r>
          </a:p>
        </p:txBody>
      </p:sp>
      <p:sp>
        <p:nvSpPr>
          <p:cNvPr id="15" name="Rectangle 14"/>
          <p:cNvSpPr/>
          <p:nvPr/>
        </p:nvSpPr>
        <p:spPr>
          <a:xfrm>
            <a:off x="1153160" y="44368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7035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45130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Hybrid-Retrieval als Standard, PageIndex als experimentelle Alternative.</a:t>
            </a:r>
          </a:p>
        </p:txBody>
      </p:sp>
      <p:sp>
        <p:nvSpPr>
          <p:cNvPr id="18" name="Rectangle 17"/>
          <p:cNvSpPr/>
          <p:nvPr/>
        </p:nvSpPr>
        <p:spPr>
          <a:xfrm>
            <a:off x="1153160" y="52750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Lernziel</a:t>
            </a:r>
          </a:p>
        </p:txBody>
      </p:sp>
      <p:sp>
        <p:nvSpPr>
          <p:cNvPr id="19" name="Rectangle 18"/>
          <p:cNvSpPr/>
          <p:nvPr/>
        </p:nvSpPr>
        <p:spPr>
          <a:xfrm>
            <a:off x="1153160" y="52750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55417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53512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Jede Antwort bis zum verwendeten Handbuchabschnitt nachvollziehen.</a:t>
            </a:r>
          </a:p>
        </p:txBody>
      </p:sp>
    </p:spTree>
    <p:extLst>
      <p:ext uri="{BB962C8B-B14F-4D97-AF65-F5344CB8AC3E}">
        <p14:creationId xmlns:p14="http://schemas.microsoft.com/office/powerpoint/2010/main" val="2840193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DD82C126-A1C1-A9F9-DAE3-26BAB1DA8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950" y="1001949"/>
            <a:ext cx="5050600" cy="6313250"/>
          </a:xfrm>
          <a:prstGeom prst="rect">
            <a:avLst/>
          </a:prstGeom>
        </p:spPr>
      </p:pic>
      <p:sp>
        <p:nvSpPr>
          <p:cNvPr id="2" name="Title 1"/>
          <p:cNvSpPr>
            <a:spLocks noGrp="1"/>
          </p:cNvSpPr>
          <p:nvPr>
            <p:ph type="title"/>
          </p:nvPr>
        </p:nvSpPr>
        <p:spPr/>
        <p:txBody>
          <a:bodyPr/>
          <a:lstStyle/>
          <a:p>
            <a:r>
              <a:rPr dirty="0"/>
              <a:t>RAG </a:t>
            </a:r>
            <a:r>
              <a:rPr dirty="0" err="1"/>
              <a:t>sucht</a:t>
            </a:r>
            <a:r>
              <a:rPr dirty="0"/>
              <a:t>, bevor das Modell </a:t>
            </a:r>
            <a:r>
              <a:rPr dirty="0" err="1"/>
              <a:t>antwortet</a:t>
            </a:r>
            <a:endParaRPr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Sprachmodell erzeugt Text aus Trainingswissen und Kontext</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522288" y="6429600"/>
            <a:ext cx="12097932" cy="180750"/>
          </a:xfrm>
        </p:spPr>
        <p:txBody>
          <a:bodyPr/>
          <a:lstStyle/>
          <a:p>
            <a:r>
              <a:rPr lang="de-DE"/>
              <a:t>Quelle: Lewis et al. (2020), arXiv:2005.11401 (parametrisches und nicht-parametrisches Gedächtnis); developers.openai.com, gpt-4.1-mini</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dirty="0"/>
              <a:t>Ein Sprachmodell berechnet eine Wahrscheinlichkeitsverteilung für das nächste Token. Die Generierung nutzt gelernte Parameter und den aktuellen Kontext. Eine flüssige Antwort kann dabei unbelegte Aussagen enthalten. RAG ergänzt zur Frage passende Handbuchtexte. Relevanzfilter und Prompt sollen unbelegte Antworten begrenzen, können Halluzinationen aber nicht voll-ständig ausschließen.</a:t>
            </a:r>
          </a:p>
        </p:txBody>
      </p:sp>
      <p:sp>
        <p:nvSpPr>
          <p:cNvPr id="6" name="Rectangle 5"/>
          <p:cNvSpPr/>
          <p:nvPr/>
        </p:nvSpPr>
        <p:spPr>
          <a:xfrm>
            <a:off x="1153160" y="2549543"/>
            <a:ext cx="552450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49543"/>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305560" y="2613043"/>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A32638"/>
                </a:solidFill>
                <a:latin typeface="Segoe UI"/>
              </a:rPr>
              <a:t>✗</a:t>
            </a:r>
          </a:p>
        </p:txBody>
      </p:sp>
      <p:sp>
        <p:nvSpPr>
          <p:cNvPr id="9" name="TextBox 8"/>
          <p:cNvSpPr txBox="1"/>
          <p:nvPr/>
        </p:nvSpPr>
        <p:spPr>
          <a:xfrm>
            <a:off x="1686560" y="2638443"/>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Nur Trainingswissen</a:t>
            </a:r>
          </a:p>
        </p:txBody>
      </p:sp>
      <p:sp>
        <p:nvSpPr>
          <p:cNvPr id="10" name="TextBox 9"/>
          <p:cNvSpPr txBox="1"/>
          <p:nvPr/>
        </p:nvSpPr>
        <p:spPr>
          <a:xfrm>
            <a:off x="1369060" y="3057543"/>
            <a:ext cx="5092700" cy="1270000"/>
          </a:xfrm>
          <a:prstGeom prst="rect">
            <a:avLst/>
          </a:prstGeom>
          <a:noFill/>
        </p:spPr>
        <p:txBody>
          <a:bodyPr wrap="square" lIns="0" tIns="0" rIns="0" bIns="0">
            <a:spAutoFit/>
          </a:bodyPr>
          <a:lstStyle/>
          <a:p>
            <a:pPr>
              <a:lnSpc>
                <a:spcPct val="95000"/>
              </a:lnSpc>
            </a:pPr>
            <a:r>
              <a:rPr lang="de-DE" sz="1400" b="0">
                <a:solidFill>
                  <a:srgbClr val="003E6E"/>
                </a:solidFill>
                <a:latin typeface="Segoe UI"/>
              </a:rPr>
              <a:t>Frage: „Was bedeutet E:18?“</a:t>
            </a:r>
          </a:p>
          <a:p>
            <a:pPr>
              <a:lnSpc>
                <a:spcPct val="95000"/>
              </a:lnSpc>
            </a:pPr>
            <a:r>
              <a:rPr lang="de-DE" sz="1400" b="0">
                <a:solidFill>
                  <a:srgbClr val="003E6E"/>
                </a:solidFill>
                <a:latin typeface="Segoe UI"/>
              </a:rPr>
              <a:t>Ohne aktuellen Handbuchkontext ist unklar, ob das Modell den Fehlercode für das konkrete Gerät korrekt zuordnet.</a:t>
            </a:r>
          </a:p>
        </p:txBody>
      </p:sp>
      <p:sp>
        <p:nvSpPr>
          <p:cNvPr id="11" name="Rectangle 10"/>
          <p:cNvSpPr/>
          <p:nvPr/>
        </p:nvSpPr>
        <p:spPr>
          <a:xfrm>
            <a:off x="7096760" y="2549543"/>
            <a:ext cx="552450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2549543"/>
            <a:ext cx="5524500" cy="381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49160" y="2613043"/>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2E7D32"/>
                </a:solidFill>
                <a:latin typeface="Segoe UI"/>
              </a:rPr>
              <a:t>✓</a:t>
            </a:r>
          </a:p>
        </p:txBody>
      </p:sp>
      <p:sp>
        <p:nvSpPr>
          <p:cNvPr id="14" name="TextBox 13"/>
          <p:cNvSpPr txBox="1"/>
          <p:nvPr/>
        </p:nvSpPr>
        <p:spPr>
          <a:xfrm>
            <a:off x="7630160" y="2638443"/>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Trainingswissen plus Handbuchkontext</a:t>
            </a:r>
          </a:p>
        </p:txBody>
      </p:sp>
      <p:sp>
        <p:nvSpPr>
          <p:cNvPr id="15" name="TextBox 14"/>
          <p:cNvSpPr txBox="1"/>
          <p:nvPr/>
        </p:nvSpPr>
        <p:spPr>
          <a:xfrm>
            <a:off x="7312660" y="3057543"/>
            <a:ext cx="5092700" cy="1270000"/>
          </a:xfrm>
          <a:prstGeom prst="rect">
            <a:avLst/>
          </a:prstGeom>
          <a:noFill/>
        </p:spPr>
        <p:txBody>
          <a:bodyPr wrap="square" lIns="0" tIns="0" rIns="0" bIns="0">
            <a:spAutoFit/>
          </a:bodyPr>
          <a:lstStyle/>
          <a:p>
            <a:pPr>
              <a:lnSpc>
                <a:spcPct val="95000"/>
              </a:lnSpc>
            </a:pPr>
            <a:r>
              <a:rPr lang="de-DE" sz="1400" b="0">
                <a:solidFill>
                  <a:srgbClr val="003E6E"/>
                </a:solidFill>
                <a:latin typeface="Segoe UI"/>
              </a:rPr>
              <a:t>Kontext: Tabellenzeile E:18 mit Ursachen und Abhilfen.</a:t>
            </a:r>
          </a:p>
          <a:p>
            <a:pPr>
              <a:lnSpc>
                <a:spcPct val="95000"/>
              </a:lnSpc>
            </a:pPr>
            <a:r>
              <a:rPr lang="de-DE" sz="1400" b="0">
                <a:solidFill>
                  <a:srgbClr val="003E6E"/>
                </a:solidFill>
                <a:latin typeface="Segoe UI"/>
              </a:rPr>
              <a:t>Die Antwort lässt sich mit dem Originalauszug vergleichen. Auch dann kann das Modell Informationen auslassen oder falsch wiedergeben.</a:t>
            </a:r>
          </a:p>
        </p:txBody>
      </p:sp>
      <p:sp>
        <p:nvSpPr>
          <p:cNvPr id="16" name="Rectangle 15"/>
          <p:cNvSpPr/>
          <p:nvPr/>
        </p:nvSpPr>
        <p:spPr>
          <a:xfrm>
            <a:off x="1153160" y="5109182"/>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81760" y="5298210"/>
            <a:ext cx="11017250" cy="409343"/>
          </a:xfrm>
          <a:prstGeom prst="rect">
            <a:avLst/>
          </a:prstGeom>
          <a:noFill/>
        </p:spPr>
        <p:txBody>
          <a:bodyPr wrap="square" lIns="0" tIns="0" rIns="0" bIns="0" anchor="ctr">
            <a:spAutoFit/>
          </a:bodyPr>
          <a:lstStyle/>
          <a:p>
            <a:pPr>
              <a:lnSpc>
                <a:spcPct val="95000"/>
              </a:lnSpc>
            </a:pPr>
            <a:r>
              <a:rPr lang="de-DE" sz="1400" b="0">
                <a:solidFill>
                  <a:srgbClr val="003E6E"/>
                </a:solidFill>
                <a:latin typeface="Segoe UI"/>
              </a:rPr>
              <a:t>Kontextfenster: Das Modell gpt-4.1-mini unterstützt laut Modellangabe 1.047.576 Tokens. Die App begrenzt Handbuchauszüge unabhängig davon auf 14.000 Zeichen, um Umfang und Kosten zu steuern.</a:t>
            </a:r>
          </a:p>
        </p:txBody>
      </p:sp>
    </p:spTree>
    <p:extLst>
      <p:ext uri="{BB962C8B-B14F-4D97-AF65-F5344CB8AC3E}">
        <p14:creationId xmlns:p14="http://schemas.microsoft.com/office/powerpoint/2010/main" val="3723970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RAG sucht zuerst im Dokument und lässt das Modell dann antworten</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522288" y="6429600"/>
            <a:ext cx="12097932" cy="180750"/>
          </a:xfrm>
        </p:spPr>
        <p:txBody>
          <a:bodyPr/>
          <a:lstStyle/>
          <a:p>
            <a:r>
              <a:rPr lang="de-DE"/>
              <a:t>Quelle: Lewis et al. (2020): Retrieval-Augmented Generation for Knowledge-Intensive NLP Tasks, NeurIPS 2020, arXiv:2005.11401</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a:t>Retrieval-Augmented Generation verbindet in dieser Anwendung ein Sprachmodell mit einer externen Wissensquelle. Die Suche liefert Handbuchauszüge zur Anfrage. Das Modell formuliert daraus eine Antwort, ohne seine Gewichte zu ändern. Eine neue Anleitung erfordert neue bzw. geprüfte Indizes. Passende Quellen erleichtern die Nachprüfung, garantieren aber keine vollständige oder fehlerfreie Antwort.</a:t>
            </a:r>
          </a:p>
        </p:txBody>
      </p:sp>
      <p:sp>
        <p:nvSpPr>
          <p:cNvPr id="6" name="Pentagon 5"/>
          <p:cNvSpPr/>
          <p:nvPr/>
        </p:nvSpPr>
        <p:spPr>
          <a:xfrm>
            <a:off x="1155700" y="2497847"/>
            <a:ext cx="2997200" cy="1168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dirty="0">
                <a:solidFill>
                  <a:srgbClr val="003E6E"/>
                </a:solidFill>
                <a:latin typeface="Segoe UI"/>
              </a:rPr>
              <a:t>Frage</a:t>
            </a:r>
          </a:p>
          <a:p>
            <a:pPr algn="ctr">
              <a:lnSpc>
                <a:spcPct val="95000"/>
              </a:lnSpc>
            </a:pPr>
            <a:r>
              <a:rPr lang="de-DE" sz="1300" b="0" dirty="0">
                <a:solidFill>
                  <a:srgbClr val="555148"/>
                </a:solidFill>
                <a:latin typeface="Segoe UI"/>
              </a:rPr>
              <a:t>Eingabe im GUI</a:t>
            </a:r>
          </a:p>
        </p:txBody>
      </p:sp>
      <p:sp>
        <p:nvSpPr>
          <p:cNvPr id="7" name="Chevron 6"/>
          <p:cNvSpPr/>
          <p:nvPr/>
        </p:nvSpPr>
        <p:spPr>
          <a:xfrm>
            <a:off x="3975100" y="2497847"/>
            <a:ext cx="2997200" cy="1168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a:solidFill>
                  <a:srgbClr val="003E6E"/>
                </a:solidFill>
                <a:latin typeface="Segoe UI"/>
              </a:rPr>
              <a:t>Relevante Textstellen</a:t>
            </a:r>
          </a:p>
          <a:p>
            <a:pPr algn="ctr">
              <a:lnSpc>
                <a:spcPct val="95000"/>
              </a:lnSpc>
            </a:pPr>
            <a:r>
              <a:rPr lang="de-DE" sz="1400" b="1">
                <a:solidFill>
                  <a:srgbClr val="003E6E"/>
                </a:solidFill>
                <a:latin typeface="Segoe UI"/>
              </a:rPr>
              <a:t>Gefilterte Auszüge</a:t>
            </a:r>
          </a:p>
        </p:txBody>
      </p:sp>
      <p:sp>
        <p:nvSpPr>
          <p:cNvPr id="8" name="Chevron 7"/>
          <p:cNvSpPr/>
          <p:nvPr/>
        </p:nvSpPr>
        <p:spPr>
          <a:xfrm>
            <a:off x="6807200" y="2497847"/>
            <a:ext cx="2997200" cy="1168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dirty="0">
                <a:solidFill>
                  <a:srgbClr val="003E6E"/>
                </a:solidFill>
                <a:latin typeface="Segoe UI"/>
              </a:rPr>
              <a:t>LLM mit Kontext</a:t>
            </a:r>
          </a:p>
          <a:p>
            <a:pPr algn="ctr">
              <a:lnSpc>
                <a:spcPct val="95000"/>
              </a:lnSpc>
            </a:pPr>
            <a:r>
              <a:rPr lang="de-DE" sz="1300" b="0" dirty="0">
                <a:solidFill>
                  <a:srgbClr val="555148"/>
                </a:solidFill>
                <a:latin typeface="Segoe UI"/>
              </a:rPr>
              <a:t>Regeln, Frage, Auszüge im Prompt</a:t>
            </a:r>
          </a:p>
        </p:txBody>
      </p:sp>
      <p:sp>
        <p:nvSpPr>
          <p:cNvPr id="9" name="Chevron 8"/>
          <p:cNvSpPr/>
          <p:nvPr/>
        </p:nvSpPr>
        <p:spPr>
          <a:xfrm>
            <a:off x="9626600" y="2497847"/>
            <a:ext cx="2997200" cy="1168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a:solidFill>
                  <a:srgbClr val="003E6E"/>
                </a:solidFill>
                <a:latin typeface="Segoe UI"/>
              </a:rPr>
              <a:t>Antwort mit Quelle</a:t>
            </a:r>
          </a:p>
          <a:p>
            <a:pPr algn="ctr">
              <a:lnSpc>
                <a:spcPct val="95000"/>
              </a:lnSpc>
            </a:pPr>
            <a:r>
              <a:rPr lang="de-DE" sz="1400" b="1">
                <a:solidFill>
                  <a:srgbClr val="003E6E"/>
                </a:solidFill>
                <a:latin typeface="Segoe UI"/>
              </a:rPr>
              <a:t>Abschnitt und Originaltext</a:t>
            </a:r>
          </a:p>
        </p:txBody>
      </p:sp>
      <p:sp>
        <p:nvSpPr>
          <p:cNvPr id="10" name="Rectangle 9"/>
          <p:cNvSpPr/>
          <p:nvPr/>
        </p:nvSpPr>
        <p:spPr>
          <a:xfrm>
            <a:off x="1155700" y="5571247"/>
            <a:ext cx="11480800" cy="711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824512"/>
            <a:ext cx="11023600" cy="204671"/>
          </a:xfrm>
          <a:prstGeom prst="rect">
            <a:avLst/>
          </a:prstGeom>
          <a:noFill/>
        </p:spPr>
        <p:txBody>
          <a:bodyPr wrap="square" lIns="0" tIns="0" rIns="0" bIns="0" anchor="ctr">
            <a:spAutoFit/>
          </a:bodyPr>
          <a:lstStyle/>
          <a:p>
            <a:pPr>
              <a:lnSpc>
                <a:spcPct val="95000"/>
              </a:lnSpc>
            </a:pPr>
            <a:r>
              <a:rPr sz="1400" b="1" dirty="0">
                <a:solidFill>
                  <a:srgbClr val="003E6E"/>
                </a:solidFill>
                <a:latin typeface="Segoe UI"/>
              </a:rPr>
              <a:t>Zur </a:t>
            </a:r>
            <a:r>
              <a:rPr sz="1400" b="1" dirty="0" err="1">
                <a:solidFill>
                  <a:srgbClr val="003E6E"/>
                </a:solidFill>
                <a:latin typeface="Segoe UI"/>
              </a:rPr>
              <a:t>Laufzeit</a:t>
            </a:r>
            <a:r>
              <a:rPr sz="1400" b="1" dirty="0">
                <a:solidFill>
                  <a:srgbClr val="003E6E"/>
                </a:solidFill>
                <a:latin typeface="Segoe UI"/>
              </a:rPr>
              <a:t>: </a:t>
            </a:r>
            <a:r>
              <a:rPr sz="1400" b="0" dirty="0" err="1">
                <a:solidFill>
                  <a:srgbClr val="404040"/>
                </a:solidFill>
                <a:latin typeface="Segoe UI"/>
              </a:rPr>
              <a:t>Suche</a:t>
            </a:r>
            <a:r>
              <a:rPr sz="1400" b="0" dirty="0">
                <a:solidFill>
                  <a:srgbClr val="404040"/>
                </a:solidFill>
                <a:latin typeface="Segoe UI"/>
              </a:rPr>
              <a:t> und </a:t>
            </a:r>
            <a:r>
              <a:rPr sz="1400" b="0" dirty="0" err="1">
                <a:solidFill>
                  <a:srgbClr val="404040"/>
                </a:solidFill>
                <a:latin typeface="Segoe UI"/>
              </a:rPr>
              <a:t>Antwort</a:t>
            </a:r>
            <a:r>
              <a:rPr sz="1400" b="0" dirty="0">
                <a:solidFill>
                  <a:srgbClr val="404040"/>
                </a:solidFill>
                <a:latin typeface="Segoe UI"/>
              </a:rPr>
              <a:t> </a:t>
            </a:r>
            <a:r>
              <a:rPr sz="1400" b="0" dirty="0" err="1">
                <a:solidFill>
                  <a:srgbClr val="404040"/>
                </a:solidFill>
                <a:latin typeface="Segoe UI"/>
              </a:rPr>
              <a:t>geschehen</a:t>
            </a:r>
            <a:r>
              <a:rPr sz="1400" b="0" dirty="0">
                <a:solidFill>
                  <a:srgbClr val="404040"/>
                </a:solidFill>
                <a:latin typeface="Segoe UI"/>
              </a:rPr>
              <a:t> </a:t>
            </a:r>
            <a:r>
              <a:rPr sz="1400" b="0" dirty="0" err="1">
                <a:solidFill>
                  <a:srgbClr val="404040"/>
                </a:solidFill>
                <a:latin typeface="Segoe UI"/>
              </a:rPr>
              <a:t>bei</a:t>
            </a:r>
            <a:r>
              <a:rPr sz="1400" b="0" dirty="0">
                <a:solidFill>
                  <a:srgbClr val="404040"/>
                </a:solidFill>
                <a:latin typeface="Segoe UI"/>
              </a:rPr>
              <a:t> </a:t>
            </a:r>
            <a:r>
              <a:rPr sz="1400" b="0" dirty="0" err="1">
                <a:solidFill>
                  <a:srgbClr val="404040"/>
                </a:solidFill>
                <a:latin typeface="Segoe UI"/>
              </a:rPr>
              <a:t>jeder</a:t>
            </a:r>
            <a:r>
              <a:rPr sz="1400" b="0" dirty="0">
                <a:solidFill>
                  <a:srgbClr val="404040"/>
                </a:solidFill>
                <a:latin typeface="Segoe UI"/>
              </a:rPr>
              <a:t> </a:t>
            </a:r>
            <a:r>
              <a:rPr sz="1400" b="0" dirty="0" err="1">
                <a:solidFill>
                  <a:srgbClr val="404040"/>
                </a:solidFill>
                <a:latin typeface="Segoe UI"/>
              </a:rPr>
              <a:t>Anfrage</a:t>
            </a:r>
            <a:r>
              <a:rPr sz="1400" b="0" dirty="0">
                <a:solidFill>
                  <a:srgbClr val="404040"/>
                </a:solidFill>
                <a:latin typeface="Segoe UI"/>
              </a:rPr>
              <a:t>; das Modell </a:t>
            </a:r>
            <a:r>
              <a:rPr sz="1400" b="0" dirty="0" err="1">
                <a:solidFill>
                  <a:srgbClr val="404040"/>
                </a:solidFill>
                <a:latin typeface="Segoe UI"/>
              </a:rPr>
              <a:t>selbst</a:t>
            </a:r>
            <a:r>
              <a:rPr sz="1400" b="0" dirty="0">
                <a:solidFill>
                  <a:srgbClr val="404040"/>
                </a:solidFill>
                <a:latin typeface="Segoe UI"/>
              </a:rPr>
              <a:t> </a:t>
            </a:r>
            <a:r>
              <a:rPr sz="1400" b="0" dirty="0" err="1">
                <a:solidFill>
                  <a:srgbClr val="404040"/>
                </a:solidFill>
                <a:latin typeface="Segoe UI"/>
              </a:rPr>
              <a:t>wird</a:t>
            </a:r>
            <a:r>
              <a:rPr sz="1400" b="0" dirty="0">
                <a:solidFill>
                  <a:srgbClr val="404040"/>
                </a:solidFill>
                <a:latin typeface="Segoe UI"/>
              </a:rPr>
              <a:t> nicht </a:t>
            </a:r>
            <a:r>
              <a:rPr sz="1400" b="0" dirty="0" err="1">
                <a:solidFill>
                  <a:srgbClr val="404040"/>
                </a:solidFill>
                <a:latin typeface="Segoe UI"/>
              </a:rPr>
              <a:t>verändert</a:t>
            </a:r>
            <a:r>
              <a:rPr sz="1400" b="0" dirty="0">
                <a:solidFill>
                  <a:srgbClr val="404040"/>
                </a:solidFill>
                <a:latin typeface="Segoe UI"/>
              </a:rPr>
              <a:t>, </a:t>
            </a:r>
            <a:r>
              <a:rPr sz="1400" b="0" dirty="0" err="1">
                <a:solidFill>
                  <a:srgbClr val="404040"/>
                </a:solidFill>
                <a:latin typeface="Segoe UI"/>
              </a:rPr>
              <a:t>nur</a:t>
            </a:r>
            <a:r>
              <a:rPr sz="1400" b="0" dirty="0">
                <a:solidFill>
                  <a:srgbClr val="404040"/>
                </a:solidFill>
                <a:latin typeface="Segoe UI"/>
              </a:rPr>
              <a:t> sein </a:t>
            </a:r>
            <a:r>
              <a:rPr sz="1400" b="0" dirty="0" err="1">
                <a:solidFill>
                  <a:srgbClr val="404040"/>
                </a:solidFill>
                <a:latin typeface="Segoe UI"/>
              </a:rPr>
              <a:t>Kontext</a:t>
            </a:r>
            <a:r>
              <a:rPr sz="1400" b="0" dirty="0">
                <a:solidFill>
                  <a:srgbClr val="404040"/>
                </a:solidFill>
                <a:latin typeface="Segoe UI"/>
              </a:rPr>
              <a:t>.</a:t>
            </a:r>
          </a:p>
        </p:txBody>
      </p:sp>
      <p:sp>
        <p:nvSpPr>
          <p:cNvPr id="30" name="Label Beispiel"/>
          <p:cNvSpPr/>
          <p:nvPr/>
        </p:nvSpPr>
        <p:spPr>
          <a:xfrm>
            <a:off x="1060450" y="3869447"/>
            <a:ext cx="6350000" cy="254000"/>
          </a:xfrm>
          <a:prstGeom prst="rect">
            <a:avLst/>
          </a:prstGeom>
          <a:noFill/>
          <a:ln>
            <a:noFill/>
          </a:ln>
        </p:spPr>
        <p:txBody>
          <a:bodyPr wrap="square" lIns="91440" tIns="0" rIns="0" bIns="0" anchor="t">
            <a:noAutofit/>
          </a:bodyPr>
          <a:lstStyle/>
          <a:p>
            <a:pPr>
              <a:lnSpc>
                <a:spcPct val="95000"/>
              </a:lnSpc>
            </a:pPr>
            <a:r>
              <a:rPr lang="de-DE" sz="1300" b="1" dirty="0">
                <a:solidFill>
                  <a:srgbClr val="003E6E"/>
                </a:solidFill>
                <a:latin typeface="Segoe UI"/>
              </a:rPr>
              <a:t>Beispiel aus der Fallstudie: Fehlercode E:18</a:t>
            </a:r>
          </a:p>
        </p:txBody>
      </p:sp>
      <p:sp>
        <p:nvSpPr>
          <p:cNvPr id="31" name="Karte 1"/>
          <p:cNvSpPr/>
          <p:nvPr/>
        </p:nvSpPr>
        <p:spPr>
          <a:xfrm>
            <a:off x="11557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dirty="0">
                <a:solidFill>
                  <a:srgbClr val="404040"/>
                </a:solidFill>
                <a:latin typeface="Segoe UI"/>
              </a:rPr>
              <a:t>"Was bedeutet E:18 an meiner Waschmaschine?"</a:t>
            </a:r>
          </a:p>
        </p:txBody>
      </p:sp>
      <p:sp>
        <p:nvSpPr>
          <p:cNvPr id="32" name="Leiste 1"/>
          <p:cNvSpPr/>
          <p:nvPr/>
        </p:nvSpPr>
        <p:spPr>
          <a:xfrm>
            <a:off x="1155700" y="4174247"/>
            <a:ext cx="50800" cy="1066800"/>
          </a:xfrm>
          <a:prstGeom prst="rect">
            <a:avLst/>
          </a:prstGeom>
          <a:solidFill>
            <a:srgbClr val="003E6E"/>
          </a:solidFill>
          <a:ln>
            <a:noFill/>
          </a:ln>
        </p:spPr>
        <p:txBody>
          <a:bodyPr wrap="square" lIns="88900" tIns="50800" rIns="88900" bIns="50800" anchor="ctr">
            <a:noAutofit/>
          </a:bodyPr>
          <a:lstStyle/>
          <a:p>
            <a:endParaRPr/>
          </a:p>
        </p:txBody>
      </p:sp>
      <p:sp>
        <p:nvSpPr>
          <p:cNvPr id="33" name="Karte 2"/>
          <p:cNvSpPr/>
          <p:nvPr/>
        </p:nvSpPr>
        <p:spPr>
          <a:xfrm>
            <a:off x="39751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a:solidFill>
                  <a:srgbClr val="404040"/>
                </a:solidFill>
                <a:latin typeface="Segoe UI"/>
              </a:rPr>
              <a:t>Tabellenzeile E:18: Pumpe oder Ablauf verstopft</a:t>
            </a:r>
          </a:p>
        </p:txBody>
      </p:sp>
      <p:sp>
        <p:nvSpPr>
          <p:cNvPr id="34" name="Leiste 2"/>
          <p:cNvSpPr/>
          <p:nvPr/>
        </p:nvSpPr>
        <p:spPr>
          <a:xfrm>
            <a:off x="3975100" y="4174247"/>
            <a:ext cx="50800" cy="1066800"/>
          </a:xfrm>
          <a:prstGeom prst="rect">
            <a:avLst/>
          </a:prstGeom>
          <a:solidFill>
            <a:srgbClr val="003E6E"/>
          </a:solidFill>
          <a:ln>
            <a:noFill/>
          </a:ln>
        </p:spPr>
        <p:txBody>
          <a:bodyPr wrap="square" lIns="88900" tIns="50800" rIns="88900" bIns="50800" anchor="ctr">
            <a:noAutofit/>
          </a:bodyPr>
          <a:lstStyle/>
          <a:p>
            <a:endParaRPr/>
          </a:p>
        </p:txBody>
      </p:sp>
      <p:sp>
        <p:nvSpPr>
          <p:cNvPr id="35" name="Karte 3"/>
          <p:cNvSpPr/>
          <p:nvPr/>
        </p:nvSpPr>
        <p:spPr>
          <a:xfrm>
            <a:off x="68072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a:solidFill>
                  <a:srgbClr val="404040"/>
                </a:solidFill>
                <a:latin typeface="Segoe UI"/>
              </a:rPr>
              <a:t>Systemregel: nur aus den Auszügen antworten, Warnhinweise erhalten</a:t>
            </a:r>
          </a:p>
        </p:txBody>
      </p:sp>
      <p:sp>
        <p:nvSpPr>
          <p:cNvPr id="36" name="Leiste 3"/>
          <p:cNvSpPr/>
          <p:nvPr/>
        </p:nvSpPr>
        <p:spPr>
          <a:xfrm>
            <a:off x="6807200" y="4174247"/>
            <a:ext cx="50800" cy="1066800"/>
          </a:xfrm>
          <a:prstGeom prst="rect">
            <a:avLst/>
          </a:prstGeom>
          <a:solidFill>
            <a:srgbClr val="003E6E"/>
          </a:solidFill>
          <a:ln>
            <a:noFill/>
          </a:ln>
        </p:spPr>
        <p:txBody>
          <a:bodyPr wrap="square" lIns="88900" tIns="50800" rIns="88900" bIns="50800" anchor="ctr">
            <a:noAutofit/>
          </a:bodyPr>
          <a:lstStyle/>
          <a:p>
            <a:endParaRPr/>
          </a:p>
        </p:txBody>
      </p:sp>
      <p:sp>
        <p:nvSpPr>
          <p:cNvPr id="37" name="Karte 4"/>
          <p:cNvSpPr/>
          <p:nvPr/>
        </p:nvSpPr>
        <p:spPr>
          <a:xfrm>
            <a:off x="96266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a:solidFill>
                  <a:srgbClr val="404040"/>
                </a:solidFill>
                <a:latin typeface="Segoe UI"/>
              </a:rPr>
              <a:t>Pumpe bzw. Ablauf reinigen. Querverweise 30 / 31</a:t>
            </a:r>
          </a:p>
        </p:txBody>
      </p:sp>
      <p:sp>
        <p:nvSpPr>
          <p:cNvPr id="38" name="Leiste 4"/>
          <p:cNvSpPr/>
          <p:nvPr/>
        </p:nvSpPr>
        <p:spPr>
          <a:xfrm>
            <a:off x="9626600" y="4174247"/>
            <a:ext cx="50800" cy="1066800"/>
          </a:xfrm>
          <a:prstGeom prst="rect">
            <a:avLst/>
          </a:prstGeom>
          <a:solidFill>
            <a:srgbClr val="003E6E"/>
          </a:solidFill>
          <a:ln>
            <a:noFill/>
          </a:ln>
        </p:spPr>
        <p:txBody>
          <a:bodyPr wrap="square" lIns="88900" tIns="50800" rIns="88900" bIns="50800" anchor="ctr">
            <a:noAutofit/>
          </a:bodyPr>
          <a:lstStyle/>
          <a:p>
            <a:endParaRPr/>
          </a:p>
        </p:txBody>
      </p:sp>
    </p:spTree>
    <p:extLst>
      <p:ext uri="{BB962C8B-B14F-4D97-AF65-F5344CB8AC3E}">
        <p14:creationId xmlns:p14="http://schemas.microsoft.com/office/powerpoint/2010/main" val="4045210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RAG liegt zwischen Volltext-Prompt und Fine-Tuning</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488950" y="6429600"/>
            <a:ext cx="12131294" cy="180750"/>
          </a:xfrm>
        </p:spPr>
        <p:txBody>
          <a:bodyPr/>
          <a:lstStyle/>
          <a:p>
            <a:r>
              <a:rPr lang="de-DE"/>
              <a:t>Quelle: Lewis et al. (2020), arXiv:2005.11401; Gao et al. (2023/2024): Retrieval-Augmented Generation for LLMs — A Survey, arXiv:2312.10997</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Der ganze Text im Prompt braucht ein Kontextfenster von Dokumentgröße und kostet bei jeder Anfrage Eingabetokens. Fine-Tuning passt die Modellgewichte an und braucht Trainingsdaten und einen Trainingslauf. RAG legt nur ausgewählte Textstellen in den Kontext; der Aufwand liegt in Aufbereitung, Index und Suche. Die Fallstudie aktualisiert fachliches Wissen über die Anleitung und ihre Indizes, nicht über das Modell.</a:t>
            </a:r>
          </a:p>
        </p:txBody>
      </p:sp>
      <p:sp>
        <p:nvSpPr>
          <p:cNvPr id="6" name="Rectangle 5"/>
          <p:cNvSpPr/>
          <p:nvPr/>
        </p:nvSpPr>
        <p:spPr>
          <a:xfrm>
            <a:off x="1153160" y="2624306"/>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624306"/>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751306"/>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Ganzer Text im Prompt</a:t>
            </a:r>
          </a:p>
        </p:txBody>
      </p:sp>
      <p:sp>
        <p:nvSpPr>
          <p:cNvPr id="9" name="TextBox 8"/>
          <p:cNvSpPr txBox="1"/>
          <p:nvPr/>
        </p:nvSpPr>
        <p:spPr>
          <a:xfrm>
            <a:off x="1369060" y="3043406"/>
            <a:ext cx="3139440" cy="1358900"/>
          </a:xfrm>
          <a:prstGeom prst="rect">
            <a:avLst/>
          </a:prstGeom>
          <a:noFill/>
        </p:spPr>
        <p:txBody>
          <a:bodyPr wrap="square" lIns="0" tIns="0" r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Dokument vollständig im Kontext</a:t>
            </a:r>
          </a:p>
          <a:p>
            <a:pPr>
              <a:lnSpc>
                <a:spcPct val="95000"/>
              </a:lnSpc>
              <a:spcBef>
                <a:spcPts val="800"/>
              </a:spcBef>
            </a:pPr>
            <a:r>
              <a:rPr sz="1400" b="1">
                <a:solidFill>
                  <a:srgbClr val="003E6E"/>
                </a:solidFill>
                <a:latin typeface="Segoe UI"/>
              </a:rPr>
              <a:t>Aufwand: </a:t>
            </a:r>
            <a:r>
              <a:rPr sz="1400" b="0">
                <a:solidFill>
                  <a:srgbClr val="404040"/>
                </a:solidFill>
                <a:latin typeface="Segoe UI"/>
              </a:rPr>
              <a:t>Kontextgröße und Eingabetokens je Anfrage</a:t>
            </a:r>
          </a:p>
        </p:txBody>
      </p:sp>
      <p:sp>
        <p:nvSpPr>
          <p:cNvPr id="10" name="Rectangle 9"/>
          <p:cNvSpPr/>
          <p:nvPr/>
        </p:nvSpPr>
        <p:spPr>
          <a:xfrm>
            <a:off x="5113020" y="2624306"/>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113020" y="2624306"/>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28920" y="2751306"/>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RAG — hier eingesetzt</a:t>
            </a:r>
          </a:p>
        </p:txBody>
      </p:sp>
      <p:sp>
        <p:nvSpPr>
          <p:cNvPr id="13" name="TextBox 12"/>
          <p:cNvSpPr txBox="1"/>
          <p:nvPr/>
        </p:nvSpPr>
        <p:spPr>
          <a:xfrm>
            <a:off x="5328920" y="3043406"/>
            <a:ext cx="3139440" cy="1358900"/>
          </a:xfrm>
          <a:prstGeom prst="rect">
            <a:avLst/>
          </a:prstGeom>
          <a:noFill/>
        </p:spPr>
        <p:txBody>
          <a:bodyPr wrap="square" lIns="0" tIns="0" r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Ausgewählte Textstellen im Kontext</a:t>
            </a:r>
          </a:p>
          <a:p>
            <a:pPr>
              <a:lnSpc>
                <a:spcPct val="95000"/>
              </a:lnSpc>
              <a:spcBef>
                <a:spcPts val="800"/>
              </a:spcBef>
            </a:pPr>
            <a:r>
              <a:rPr sz="1400" b="1">
                <a:solidFill>
                  <a:srgbClr val="003E6E"/>
                </a:solidFill>
                <a:latin typeface="Segoe UI"/>
              </a:rPr>
              <a:t>Aufwand: </a:t>
            </a:r>
            <a:r>
              <a:rPr sz="1400" b="0">
                <a:solidFill>
                  <a:srgbClr val="404040"/>
                </a:solidFill>
                <a:latin typeface="Segoe UI"/>
              </a:rPr>
              <a:t>Aufbereitung, Index und Suche</a:t>
            </a:r>
          </a:p>
        </p:txBody>
      </p:sp>
      <p:sp>
        <p:nvSpPr>
          <p:cNvPr id="14" name="Rectangle 13"/>
          <p:cNvSpPr/>
          <p:nvPr/>
        </p:nvSpPr>
        <p:spPr>
          <a:xfrm>
            <a:off x="9081770" y="2624306"/>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9081770" y="2624306"/>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297670" y="2751306"/>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Fine-Tuning</a:t>
            </a:r>
          </a:p>
        </p:txBody>
      </p:sp>
      <p:sp>
        <p:nvSpPr>
          <p:cNvPr id="17" name="TextBox 16"/>
          <p:cNvSpPr txBox="1"/>
          <p:nvPr/>
        </p:nvSpPr>
        <p:spPr>
          <a:xfrm>
            <a:off x="9297670" y="3043406"/>
            <a:ext cx="3139440" cy="1358900"/>
          </a:xfrm>
          <a:prstGeom prst="rect">
            <a:avLst/>
          </a:prstGeom>
          <a:noFill/>
        </p:spPr>
        <p:txBody>
          <a:bodyPr wrap="square" lIns="0" tIns="0" r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Anpassung der Modellgewichte</a:t>
            </a:r>
          </a:p>
          <a:p>
            <a:pPr>
              <a:lnSpc>
                <a:spcPct val="95000"/>
              </a:lnSpc>
              <a:spcBef>
                <a:spcPts val="800"/>
              </a:spcBef>
            </a:pPr>
            <a:r>
              <a:rPr sz="1400" b="1">
                <a:solidFill>
                  <a:srgbClr val="003E6E"/>
                </a:solidFill>
                <a:latin typeface="Segoe UI"/>
              </a:rPr>
              <a:t>Aufwand: </a:t>
            </a:r>
            <a:r>
              <a:rPr sz="1400" b="0">
                <a:solidFill>
                  <a:srgbClr val="404040"/>
                </a:solidFill>
                <a:latin typeface="Segoe UI"/>
              </a:rPr>
              <a:t>Trainingsdaten und Trainingslauf</a:t>
            </a:r>
          </a:p>
        </p:txBody>
      </p:sp>
      <p:sp>
        <p:nvSpPr>
          <p:cNvPr id="18" name="Rectangle 17"/>
          <p:cNvSpPr/>
          <p:nvPr/>
        </p:nvSpPr>
        <p:spPr>
          <a:xfrm>
            <a:off x="1153160" y="4783306"/>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81760" y="5074670"/>
            <a:ext cx="11017250" cy="204671"/>
          </a:xfrm>
          <a:prstGeom prst="rect">
            <a:avLst/>
          </a:prstGeom>
          <a:noFill/>
        </p:spPr>
        <p:txBody>
          <a:bodyPr wrap="square" lIns="0" tIns="0" rIns="0" bIns="0" anchor="ctr">
            <a:spAutoFit/>
          </a:bodyPr>
          <a:lstStyle/>
          <a:p>
            <a:pPr>
              <a:lnSpc>
                <a:spcPct val="95000"/>
              </a:lnSpc>
            </a:pPr>
            <a:r>
              <a:rPr lang="de-DE" sz="1400" b="0">
                <a:solidFill>
                  <a:srgbClr val="003E6E"/>
                </a:solidFill>
                <a:latin typeface="Segoe UI"/>
              </a:rPr>
              <a:t>Aktualisierung: RAG benötigt einen geprüften neuen Dokumentstand und passende Indizes. Fine-Tuning passt Modellgewichte an und ist keine notwendige Voraussetzung für neues Handbuchwissen.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Prompt trennt Regeln, Frage und Handbuchauszüge</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522288" y="6429600"/>
            <a:ext cx="12097932" cy="180750"/>
          </a:xfrm>
        </p:spPr>
        <p:txBody>
          <a:bodyPr/>
          <a:lstStyle/>
          <a:p>
            <a:r>
              <a:rPr lang="de-DE"/>
              <a:t>Quelle: server.py (_messages, _payload, CONTEXT_MAX_CHARS)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dirty="0"/>
              <a:t>Die Systemnachricht setzt Regeln und das gewünschte Tag-Format. Die Nutzernachricht enthält die Frage und den zusammen-gesetzten Handbuchtext als JSON. Der Server prüft das Zeichenbudget des Handbuchtexts und verwirft vollständig </a:t>
            </a:r>
            <a:r>
              <a:rPr lang="de-DE" dirty="0" err="1"/>
              <a:t>unstruk-turierte</a:t>
            </a:r>
            <a:r>
              <a:rPr lang="de-DE" dirty="0"/>
              <a:t> Antworten sowie Antworten am </a:t>
            </a:r>
            <a:r>
              <a:rPr lang="de-DE" dirty="0" err="1"/>
              <a:t>Tokenlimit</a:t>
            </a:r>
            <a:r>
              <a:rPr lang="de-DE" dirty="0"/>
              <a:t>. Diese Strukturprüfung ersetzt keine semantische Prüfung, ob jede Aussage durch die Quelle gedeckt ist.</a:t>
            </a:r>
          </a:p>
        </p:txBody>
      </p:sp>
      <p:sp>
        <p:nvSpPr>
          <p:cNvPr id="6" name="Rectangle 5"/>
          <p:cNvSpPr/>
          <p:nvPr/>
        </p:nvSpPr>
        <p:spPr>
          <a:xfrm>
            <a:off x="1153160" y="2575668"/>
            <a:ext cx="5524500" cy="1651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75668"/>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56360" y="2677268"/>
            <a:ext cx="5168900" cy="228600"/>
          </a:xfrm>
          <a:prstGeom prst="rect">
            <a:avLst/>
          </a:prstGeom>
          <a:noFill/>
        </p:spPr>
        <p:txBody>
          <a:bodyPr wrap="square" lIns="0" tIns="0" rIns="0" bIns="0">
            <a:spAutoFit/>
          </a:bodyPr>
          <a:lstStyle/>
          <a:p>
            <a:pPr>
              <a:lnSpc>
                <a:spcPct val="95000"/>
              </a:lnSpc>
            </a:pPr>
            <a:r>
              <a:rPr sz="1400" b="1">
                <a:solidFill>
                  <a:srgbClr val="003E6E"/>
                </a:solidFill>
                <a:latin typeface="Segoe UI"/>
              </a:rPr>
              <a:t>System-Rolle — die Regeln (sinngemäß)</a:t>
            </a:r>
          </a:p>
        </p:txBody>
      </p:sp>
      <p:sp>
        <p:nvSpPr>
          <p:cNvPr id="9" name="TextBox 8"/>
          <p:cNvSpPr txBox="1"/>
          <p:nvPr/>
        </p:nvSpPr>
        <p:spPr>
          <a:xfrm>
            <a:off x="1356360" y="2956668"/>
            <a:ext cx="5168900" cy="1193800"/>
          </a:xfrm>
          <a:prstGeom prst="rect">
            <a:avLst/>
          </a:prstGeom>
          <a:noFill/>
        </p:spPr>
        <p:txBody>
          <a:bodyPr wrap="square" lIns="0" tIns="0" rIns="0" bIns="0">
            <a:spAutoFit/>
          </a:bodyPr>
          <a:lstStyle/>
          <a:p>
            <a:pPr>
              <a:lnSpc>
                <a:spcPct val="100000"/>
              </a:lnSpc>
            </a:pPr>
            <a:r>
              <a:rPr lang="de-DE" sz="1300" b="0">
                <a:solidFill>
                  <a:srgbClr val="404040"/>
                </a:solidFill>
                <a:latin typeface="Consolas"/>
              </a:rPr>
              <a:t>Nur aus den Handbuchauszügen antworten.</a:t>
            </a:r>
          </a:p>
          <a:p>
            <a:pPr>
              <a:lnSpc>
                <a:spcPct val="100000"/>
              </a:lnSpc>
            </a:pPr>
            <a:r>
              <a:rPr lang="de-DE" sz="1300" b="0">
                <a:solidFill>
                  <a:srgbClr val="404040"/>
                </a:solidFill>
                <a:latin typeface="Consolas"/>
              </a:rPr>
              <a:t>Sicherheits- und Kundendiensthinweise erhalten.</a:t>
            </a:r>
          </a:p>
          <a:p>
            <a:pPr>
              <a:lnSpc>
                <a:spcPct val="100000"/>
              </a:lnSpc>
            </a:pPr>
            <a:r>
              <a:rPr lang="de-DE" sz="1300" b="0">
                <a:solidFill>
                  <a:srgbClr val="404040"/>
                </a:solidFill>
                <a:latin typeface="Consolas"/>
              </a:rPr>
              <a:t>Je ein Block: &lt;summary&gt;, &lt;manual_intro&gt;,</a:t>
            </a:r>
          </a:p>
          <a:p>
            <a:pPr>
              <a:lnSpc>
                <a:spcPct val="100000"/>
              </a:lnSpc>
            </a:pPr>
            <a:r>
              <a:rPr lang="de-DE" sz="1300" b="0">
                <a:solidFill>
                  <a:srgbClr val="404040"/>
                </a:solidFill>
                <a:latin typeface="Consolas"/>
              </a:rPr>
              <a:t>&lt;manual_steps&gt;. Fehlende Information nennen.</a:t>
            </a:r>
          </a:p>
        </p:txBody>
      </p:sp>
      <p:sp>
        <p:nvSpPr>
          <p:cNvPr id="10" name="Rectangle 9"/>
          <p:cNvSpPr/>
          <p:nvPr/>
        </p:nvSpPr>
        <p:spPr>
          <a:xfrm>
            <a:off x="7096760" y="2575668"/>
            <a:ext cx="5524500" cy="1651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096760" y="2575668"/>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299960" y="2677268"/>
            <a:ext cx="5168900" cy="228600"/>
          </a:xfrm>
          <a:prstGeom prst="rect">
            <a:avLst/>
          </a:prstGeom>
          <a:noFill/>
        </p:spPr>
        <p:txBody>
          <a:bodyPr wrap="square" lIns="0" tIns="0" rIns="0" bIns="0">
            <a:spAutoFit/>
          </a:bodyPr>
          <a:lstStyle/>
          <a:p>
            <a:pPr>
              <a:lnSpc>
                <a:spcPct val="95000"/>
              </a:lnSpc>
            </a:pPr>
            <a:r>
              <a:rPr sz="1400" b="1">
                <a:solidFill>
                  <a:srgbClr val="003E6E"/>
                </a:solidFill>
                <a:latin typeface="Segoe UI"/>
              </a:rPr>
              <a:t>User-Rolle — Frage und Material als JSON</a:t>
            </a:r>
          </a:p>
        </p:txBody>
      </p:sp>
      <p:sp>
        <p:nvSpPr>
          <p:cNvPr id="13" name="TextBox 12"/>
          <p:cNvSpPr txBox="1"/>
          <p:nvPr/>
        </p:nvSpPr>
        <p:spPr>
          <a:xfrm>
            <a:off x="7299960" y="2956668"/>
            <a:ext cx="5168900" cy="1193800"/>
          </a:xfrm>
          <a:prstGeom prst="rect">
            <a:avLst/>
          </a:prstGeom>
          <a:noFill/>
        </p:spPr>
        <p:txBody>
          <a:bodyPr wrap="square" lIns="0" tIns="0" rIns="0" bIns="0">
            <a:spAutoFit/>
          </a:bodyPr>
          <a:lstStyle/>
          <a:p>
            <a:pPr>
              <a:lnSpc>
                <a:spcPct val="100000"/>
              </a:lnSpc>
            </a:pPr>
            <a:r>
              <a:rPr lang="de-DE" sz="1300" b="0">
                <a:solidFill>
                  <a:srgbClr val="404040"/>
                </a:solidFill>
                <a:latin typeface="Consolas"/>
              </a:rPr>
              <a:t>{</a:t>
            </a:r>
          </a:p>
          <a:p>
            <a:pPr>
              <a:lnSpc>
                <a:spcPct val="100000"/>
              </a:lnSpc>
            </a:pPr>
            <a:r>
              <a:rPr lang="de-DE" sz="1300" b="0">
                <a:solidFill>
                  <a:srgbClr val="404040"/>
                </a:solidFill>
                <a:latin typeface="Consolas"/>
              </a:rPr>
              <a:t>  "frage": "Was bedeutet E:18?",</a:t>
            </a:r>
          </a:p>
          <a:p>
            <a:pPr>
              <a:lnSpc>
                <a:spcPct val="100000"/>
              </a:lnSpc>
            </a:pPr>
            <a:r>
              <a:rPr lang="de-DE" sz="1300" b="0">
                <a:solidFill>
                  <a:srgbClr val="404040"/>
                </a:solidFill>
                <a:latin typeface="Consolas"/>
              </a:rPr>
              <a:t>  "handbuch": "Anzeige: E:18 …"</a:t>
            </a:r>
          </a:p>
          <a:p>
            <a:pPr>
              <a:lnSpc>
                <a:spcPct val="100000"/>
              </a:lnSpc>
            </a:pPr>
            <a:r>
              <a:rPr lang="de-DE" sz="1300" b="0">
                <a:solidFill>
                  <a:srgbClr val="404040"/>
                </a:solidFill>
                <a:latin typeface="Consolas"/>
              </a:rPr>
              <a:t>}</a:t>
            </a:r>
          </a:p>
          <a:p>
            <a:pPr>
              <a:lnSpc>
                <a:spcPct val="100000"/>
              </a:lnSpc>
            </a:pPr>
            <a:endParaRPr lang="de-DE" sz="1300" b="0">
              <a:solidFill>
                <a:srgbClr val="404040"/>
              </a:solidFill>
              <a:latin typeface="Consolas"/>
            </a:endParaRPr>
          </a:p>
          <a:p>
            <a:pPr>
              <a:lnSpc>
                <a:spcPct val="100000"/>
              </a:lnSpc>
            </a:pPr>
            <a:r>
              <a:rPr lang="de-DE" sz="1300" b="0">
                <a:solidFill>
                  <a:srgbClr val="404040"/>
                </a:solidFill>
                <a:latin typeface="Consolas"/>
              </a:rPr>
              <a:t>handbuch: höchstens 14.000 Zeichen</a:t>
            </a:r>
          </a:p>
        </p:txBody>
      </p:sp>
      <p:sp>
        <p:nvSpPr>
          <p:cNvPr id="14" name="Rectangle 13"/>
          <p:cNvSpPr/>
          <p:nvPr/>
        </p:nvSpPr>
        <p:spPr>
          <a:xfrm>
            <a:off x="1153160" y="4480668"/>
            <a:ext cx="381000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&lt;summary&gt;</a:t>
            </a:r>
          </a:p>
        </p:txBody>
      </p:sp>
      <p:sp>
        <p:nvSpPr>
          <p:cNvPr id="15" name="Rectangle 14"/>
          <p:cNvSpPr/>
          <p:nvPr/>
        </p:nvSpPr>
        <p:spPr>
          <a:xfrm>
            <a:off x="1153160" y="4480668"/>
            <a:ext cx="508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5064760" y="4696568"/>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394960" y="4556868"/>
            <a:ext cx="7232650" cy="4318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Kurzfassung für Vorlesen und mobile Anleitung. Die Ergebniskarte zeigt Einleitung und Schritte.</a:t>
            </a:r>
          </a:p>
        </p:txBody>
      </p:sp>
      <p:sp>
        <p:nvSpPr>
          <p:cNvPr id="18" name="Rectangle 17"/>
          <p:cNvSpPr/>
          <p:nvPr/>
        </p:nvSpPr>
        <p:spPr>
          <a:xfrm>
            <a:off x="1153160" y="5166468"/>
            <a:ext cx="381000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&lt;manual_intro&gt; &lt;manual_steps&gt;</a:t>
            </a:r>
          </a:p>
        </p:txBody>
      </p:sp>
      <p:sp>
        <p:nvSpPr>
          <p:cNvPr id="19" name="Rectangle 18"/>
          <p:cNvSpPr/>
          <p:nvPr/>
        </p:nvSpPr>
        <p:spPr>
          <a:xfrm>
            <a:off x="1153160" y="5166468"/>
            <a:ext cx="508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5064760" y="5382368"/>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394960" y="5242668"/>
            <a:ext cx="7232650" cy="4318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Einleitung und Schritte mit Checkboxen. Der Parser sammelt auch wiederholte Tags. Ein Abbruch am Tokenlimit gilt als Fehler.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Aufbereitung läuft je Handbuchstand, die Suche bei jeder Frage</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github.com/swrobuts/SiemensWashingMachineTroubleShooting_LocalLLM und docling-project.github.io/docling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PDF-Aufbereitung läuft bei einer neuen Anleitung. Der Vektorindex entsteht aus dem geprüften Markdown und wird auch bei relevanten Änderungen an Modell oder Chunking neu aufgebaut. Jede Hybrid-Anfrage berechnet einen Fragevektor, sucht Kandidaten und prüft den Antwortkontext. </a:t>
            </a:r>
            <a:r>
              <a:rPr lang="de-DE" dirty="0" err="1"/>
              <a:t>Der Ansatz PageIndex nutzt stattdessen</a:t>
            </a:r>
            <a:r>
              <a:rPr lang="de-DE" dirty="0"/>
              <a:t> LLM-Auswahlaufrufe. Der erste Download der Modell-gewichte braucht Internet.</a:t>
            </a:r>
          </a:p>
        </p:txBody>
      </p:sp>
      <p:sp>
        <p:nvSpPr>
          <p:cNvPr id="6" name="TextBox 5"/>
          <p:cNvSpPr txBox="1"/>
          <p:nvPr/>
        </p:nvSpPr>
        <p:spPr>
          <a:xfrm>
            <a:off x="1153160" y="2531893"/>
            <a:ext cx="11474450" cy="254000"/>
          </a:xfrm>
          <a:prstGeom prst="rect">
            <a:avLst/>
          </a:prstGeom>
          <a:noFill/>
        </p:spPr>
        <p:txBody>
          <a:bodyPr wrap="square" lIns="0" tIns="0" rIns="0" bIns="0">
            <a:spAutoFit/>
          </a:bodyPr>
          <a:lstStyle/>
          <a:p>
            <a:pPr>
              <a:lnSpc>
                <a:spcPct val="95000"/>
              </a:lnSpc>
            </a:pPr>
            <a:r>
              <a:rPr lang="de-DE" sz="1500" b="1">
                <a:solidFill>
                  <a:srgbClr val="003E6E"/>
                </a:solidFill>
                <a:latin typeface="Segoe UI"/>
              </a:rPr>
              <a:t>Aufbereitung und Indexierung bei neuem Stand</a:t>
            </a:r>
          </a:p>
        </p:txBody>
      </p:sp>
      <p:sp>
        <p:nvSpPr>
          <p:cNvPr id="7" name="Pentagon 6"/>
          <p:cNvSpPr/>
          <p:nvPr/>
        </p:nvSpPr>
        <p:spPr>
          <a:xfrm>
            <a:off x="1153160" y="2887493"/>
            <a:ext cx="3001962" cy="787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PDF</a:t>
            </a:r>
          </a:p>
        </p:txBody>
      </p:sp>
      <p:sp>
        <p:nvSpPr>
          <p:cNvPr id="8" name="Chevron 7"/>
          <p:cNvSpPr/>
          <p:nvPr/>
        </p:nvSpPr>
        <p:spPr>
          <a:xfrm>
            <a:off x="3977322" y="2887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Docling und Markdown</a:t>
            </a:r>
          </a:p>
        </p:txBody>
      </p:sp>
      <p:sp>
        <p:nvSpPr>
          <p:cNvPr id="9" name="Chevron 8"/>
          <p:cNvSpPr/>
          <p:nvPr/>
        </p:nvSpPr>
        <p:spPr>
          <a:xfrm>
            <a:off x="6801485" y="2887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Textabschnitte</a:t>
            </a:r>
          </a:p>
        </p:txBody>
      </p:sp>
      <p:sp>
        <p:nvSpPr>
          <p:cNvPr id="10" name="Chevron 9"/>
          <p:cNvSpPr/>
          <p:nvPr/>
        </p:nvSpPr>
        <p:spPr>
          <a:xfrm>
            <a:off x="9625648" y="2887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Embeddings und Index</a:t>
            </a:r>
          </a:p>
        </p:txBody>
      </p:sp>
      <p:sp>
        <p:nvSpPr>
          <p:cNvPr id="11" name="TextBox 10"/>
          <p:cNvSpPr txBox="1"/>
          <p:nvPr/>
        </p:nvSpPr>
        <p:spPr>
          <a:xfrm>
            <a:off x="1153160" y="4182893"/>
            <a:ext cx="11474450" cy="254000"/>
          </a:xfrm>
          <a:prstGeom prst="rect">
            <a:avLst/>
          </a:prstGeom>
          <a:noFill/>
        </p:spPr>
        <p:txBody>
          <a:bodyPr wrap="square" lIns="0" tIns="0" rIns="0" bIns="0">
            <a:spAutoFit/>
          </a:bodyPr>
          <a:lstStyle/>
          <a:p>
            <a:pPr>
              <a:lnSpc>
                <a:spcPct val="95000"/>
              </a:lnSpc>
            </a:pPr>
            <a:r>
              <a:rPr lang="de-DE" sz="1500" b="1">
                <a:solidFill>
                  <a:srgbClr val="003E6E"/>
                </a:solidFill>
                <a:latin typeface="Segoe UI"/>
              </a:rPr>
              <a:t>Bearbeitung jeder Hybrid-Anfrage</a:t>
            </a:r>
          </a:p>
        </p:txBody>
      </p:sp>
      <p:sp>
        <p:nvSpPr>
          <p:cNvPr id="12" name="Pentagon 11"/>
          <p:cNvSpPr/>
          <p:nvPr/>
        </p:nvSpPr>
        <p:spPr>
          <a:xfrm>
            <a:off x="1153160" y="4538493"/>
            <a:ext cx="3001962" cy="787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Frage</a:t>
            </a:r>
          </a:p>
        </p:txBody>
      </p:sp>
      <p:sp>
        <p:nvSpPr>
          <p:cNvPr id="13" name="Chevron 12"/>
          <p:cNvSpPr/>
          <p:nvPr/>
        </p:nvSpPr>
        <p:spPr>
          <a:xfrm>
            <a:off x="3977322" y="4538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Suche und Reranking</a:t>
            </a:r>
          </a:p>
        </p:txBody>
      </p:sp>
      <p:sp>
        <p:nvSpPr>
          <p:cNvPr id="14" name="Chevron 13"/>
          <p:cNvSpPr/>
          <p:nvPr/>
        </p:nvSpPr>
        <p:spPr>
          <a:xfrm>
            <a:off x="6801485" y="4538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Kontextprüfung</a:t>
            </a:r>
          </a:p>
        </p:txBody>
      </p:sp>
      <p:sp>
        <p:nvSpPr>
          <p:cNvPr id="15" name="Chevron 14"/>
          <p:cNvSpPr/>
          <p:nvPr/>
        </p:nvSpPr>
        <p:spPr>
          <a:xfrm>
            <a:off x="9625648" y="4538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LLM-Antwort</a:t>
            </a:r>
          </a:p>
        </p:txBody>
      </p:sp>
      <p:sp>
        <p:nvSpPr>
          <p:cNvPr id="16" name="TextBox 15"/>
          <p:cNvSpPr txBox="1"/>
          <p:nvPr/>
        </p:nvSpPr>
        <p:spPr>
          <a:xfrm>
            <a:off x="1153160" y="5643393"/>
            <a:ext cx="11474450" cy="190052"/>
          </a:xfrm>
          <a:prstGeom prst="rect">
            <a:avLst/>
          </a:prstGeom>
          <a:noFill/>
        </p:spPr>
        <p:txBody>
          <a:bodyPr wrap="square" lIns="0" tIns="0" rIns="0" bIns="0">
            <a:spAutoFit/>
          </a:bodyPr>
          <a:lstStyle/>
          <a:p>
            <a:pPr>
              <a:lnSpc>
                <a:spcPct val="95000"/>
              </a:lnSpc>
            </a:pPr>
            <a:r>
              <a:rPr lang="de-DE" sz="1300" b="0">
                <a:solidFill>
                  <a:srgbClr val="555148"/>
                </a:solidFill>
                <a:latin typeface="Segoe UI"/>
              </a:rPr>
              <a:t>Im Hybrid-Modus verwenden Frage und Textabschnitte denselben E5-Encoder. Der Ansatz PageIndex erzeugt keine Frage-Embeddings.</a:t>
            </a:r>
          </a:p>
        </p:txBody>
      </p:sp>
    </p:spTree>
    <p:extLst>
      <p:ext uri="{BB962C8B-B14F-4D97-AF65-F5344CB8AC3E}">
        <p14:creationId xmlns:p14="http://schemas.microsoft.com/office/powerpoint/2010/main" val="2369002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Vom</a:t>
            </a:r>
            <a:r>
              <a:rPr dirty="0"/>
              <a:t> PDF </a:t>
            </a:r>
            <a:r>
              <a:rPr dirty="0" err="1"/>
              <a:t>zum</a:t>
            </a:r>
            <a:r>
              <a:rPr dirty="0"/>
              <a:t> </a:t>
            </a:r>
            <a:r>
              <a:rPr dirty="0" err="1"/>
              <a:t>durchsuchbaren</a:t>
            </a:r>
            <a:r>
              <a:rPr dirty="0"/>
              <a:t> Index</a:t>
            </a:r>
          </a:p>
        </p:txBody>
      </p:sp>
      <p:pic>
        <p:nvPicPr>
          <p:cNvPr id="4" name="Grafik 3">
            <a:extLst>
              <a:ext uri="{FF2B5EF4-FFF2-40B4-BE49-F238E27FC236}">
                <a16:creationId xmlns:a16="http://schemas.microsoft.com/office/drawing/2014/main" id="{465D6C07-0715-F5C1-B271-F027CC950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991" y="724710"/>
            <a:ext cx="9321767" cy="6590489"/>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Parser Docling liefert Markdown mit Seitenmarkern, das geprüft werden muss</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docling-project.github.io/docling; parser.py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err="1"/>
              <a:t>Der Parser Docling aus IBM Research erkennt</a:t>
            </a:r>
            <a:r>
              <a:rPr lang="de-DE" dirty="0"/>
              <a:t> Layout, Lesereihenfolge und Tabellenstruktur eines PDF und exportiert sie als Markdown. Der überarbeitete Parser verarbeitet jede Seite einzeln und schreibt den Marker &lt;!-- </a:t>
            </a:r>
            <a:r>
              <a:rPr lang="de-DE" dirty="0" err="1"/>
              <a:t>pdf</a:t>
            </a:r>
            <a:r>
              <a:rPr lang="de-DE" dirty="0"/>
              <a:t>-page: N --&gt; davor, damit die Fundseite belegbar ist. Eine neue Extraktion wird erst gegen das PDF geprüft, bevor sie die aktive Wissensdatei ersetzt. Bis dahin bleibt das bisherige Markdown die Wissensbasis.</a:t>
            </a:r>
          </a:p>
        </p:txBody>
      </p:sp>
      <p:sp>
        <p:nvSpPr>
          <p:cNvPr id="10" name="Rectangle 9"/>
          <p:cNvSpPr/>
          <p:nvPr/>
        </p:nvSpPr>
        <p:spPr>
          <a:xfrm>
            <a:off x="7096760" y="2527030"/>
            <a:ext cx="5530850" cy="27178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096760" y="2527030"/>
            <a:ext cx="50800" cy="27178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0" y="2679430"/>
            <a:ext cx="50800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Prüfpunkte vor dem Ersetzen der Wissensdatei</a:t>
            </a:r>
          </a:p>
        </p:txBody>
      </p:sp>
      <p:sp>
        <p:nvSpPr>
          <p:cNvPr id="13" name="TextBox 12"/>
          <p:cNvSpPr txBox="1"/>
          <p:nvPr/>
        </p:nvSpPr>
        <p:spPr>
          <a:xfrm>
            <a:off x="7315200" y="2984230"/>
            <a:ext cx="5080000" cy="2159000"/>
          </a:xfrm>
          <a:prstGeom prst="rect">
            <a:avLst/>
          </a:prstGeom>
          <a:noFill/>
        </p:spPr>
        <p:txBody>
          <a:bodyPr wrap="square" lIns="0" tIns="0" rIns="0" bIns="0">
            <a:spAutoFit/>
          </a:bodyPr>
          <a:lstStyle/>
          <a:p>
            <a:pPr>
              <a:lnSpc>
                <a:spcPct val="95000"/>
              </a:lnSpc>
            </a:pPr>
            <a:r>
              <a:rPr sz="1400" b="1">
                <a:solidFill>
                  <a:srgbClr val="003E6E"/>
                </a:solidFill>
                <a:latin typeface="Segoe UI"/>
              </a:rPr>
              <a:t>Lesereihenfolge </a:t>
            </a:r>
            <a:r>
              <a:rPr sz="1400" b="0">
                <a:solidFill>
                  <a:srgbClr val="404040"/>
                </a:solidFill>
                <a:latin typeface="Segoe UI"/>
              </a:rPr>
              <a:t>der Spalten und Kästen · </a:t>
            </a:r>
            <a:r>
              <a:rPr sz="1400" b="1">
                <a:solidFill>
                  <a:srgbClr val="003E6E"/>
                </a:solidFill>
                <a:latin typeface="Segoe UI"/>
              </a:rPr>
              <a:t>Tabellenzeilen </a:t>
            </a:r>
            <a:r>
              <a:rPr sz="1400" b="0">
                <a:solidFill>
                  <a:srgbClr val="404040"/>
                </a:solidFill>
                <a:latin typeface="Segoe UI"/>
              </a:rPr>
              <a:t>vollständig und richtig zugeordnet · </a:t>
            </a:r>
            <a:r>
              <a:rPr sz="1400" b="1">
                <a:solidFill>
                  <a:srgbClr val="003E6E"/>
                </a:solidFill>
                <a:latin typeface="Segoe UI"/>
              </a:rPr>
              <a:t>Symbole </a:t>
            </a:r>
            <a:r>
              <a:rPr sz="1400" b="0">
                <a:solidFill>
                  <a:srgbClr val="404040"/>
                </a:solidFill>
                <a:latin typeface="Segoe UI"/>
              </a:rPr>
              <a:t>und Sonderzeichen · </a:t>
            </a:r>
            <a:r>
              <a:rPr sz="1400" b="1">
                <a:solidFill>
                  <a:srgbClr val="003E6E"/>
                </a:solidFill>
                <a:latin typeface="Segoe UI"/>
              </a:rPr>
              <a:t>Warnhinweise </a:t>
            </a:r>
            <a:r>
              <a:rPr sz="1400" b="0">
                <a:solidFill>
                  <a:srgbClr val="404040"/>
                </a:solidFill>
                <a:latin typeface="Segoe UI"/>
              </a:rPr>
              <a:t>ohne Verlust · </a:t>
            </a:r>
            <a:r>
              <a:rPr sz="1400" b="1">
                <a:solidFill>
                  <a:srgbClr val="003E6E"/>
                </a:solidFill>
                <a:latin typeface="Segoe UI"/>
              </a:rPr>
              <a:t>Seitenherkunft </a:t>
            </a:r>
            <a:r>
              <a:rPr sz="1400" b="0">
                <a:solidFill>
                  <a:srgbClr val="404040"/>
                </a:solidFill>
                <a:latin typeface="Segoe UI"/>
              </a:rPr>
              <a:t>über die Marker belegbar. Ein geänderter Inhalt invalidiert Vektorcache und PageIndex-Baum.</a:t>
            </a:r>
          </a:p>
        </p:txBody>
      </p:sp>
      <p:sp>
        <p:nvSpPr>
          <p:cNvPr id="40" name="Code-Kopf"/>
          <p:cNvSpPr/>
          <p:nvPr/>
        </p:nvSpPr>
        <p:spPr>
          <a:xfrm>
            <a:off x="1153160" y="2527030"/>
            <a:ext cx="5524500" cy="330200"/>
          </a:xfrm>
          <a:prstGeom prst="rect">
            <a:avLst/>
          </a:prstGeom>
          <a:solidFill>
            <a:srgbClr val="003E6E"/>
          </a:solidFill>
          <a:ln>
            <a:noFill/>
          </a:ln>
        </p:spPr>
        <p:txBody>
          <a:bodyPr wrap="square" lIns="127000" tIns="0" rIns="127000" bIns="0" anchor="ctr">
            <a:noAutofit/>
          </a:bodyPr>
          <a:lstStyle/>
          <a:p>
            <a:pPr algn="l">
              <a:lnSpc>
                <a:spcPct val="100000"/>
              </a:lnSpc>
            </a:pPr>
            <a:r>
              <a:rPr lang="de-DE" sz="1300" b="1">
                <a:solidFill>
                  <a:srgbClr val="FFFFFF"/>
                </a:solidFill>
                <a:latin typeface="Segoe UI"/>
              </a:rPr>
              <a:t>Schema einer Parser-Ausgabe mit Seitenmarkern, Text verkürzt</a:t>
            </a:r>
          </a:p>
        </p:txBody>
      </p:sp>
      <p:sp>
        <p:nvSpPr>
          <p:cNvPr id="41" name="Code"/>
          <p:cNvSpPr/>
          <p:nvPr/>
        </p:nvSpPr>
        <p:spPr>
          <a:xfrm>
            <a:off x="1153160" y="2857230"/>
            <a:ext cx="5524500" cy="2387600"/>
          </a:xfrm>
          <a:prstGeom prst="rect">
            <a:avLst/>
          </a:prstGeom>
          <a:solidFill>
            <a:srgbClr val="F7F5EF"/>
          </a:solidFill>
          <a:ln w="9525">
            <a:solidFill>
              <a:srgbClr val="C9C3B4"/>
            </a:solidFill>
          </a:ln>
        </p:spPr>
        <p:txBody>
          <a:bodyPr wrap="square" lIns="152400" tIns="101600" rIns="152400" bIns="101600" anchor="t">
            <a:noAutofit/>
          </a:bodyPr>
          <a:lstStyle/>
          <a:p>
            <a:pPr algn="l">
              <a:lnSpc>
                <a:spcPct val="100000"/>
              </a:lnSpc>
            </a:pPr>
            <a:r>
              <a:rPr lang="de-DE" sz="1300" b="0" dirty="0">
                <a:solidFill>
                  <a:srgbClr val="ED7004"/>
                </a:solidFill>
                <a:latin typeface="Consolas"/>
              </a:rPr>
              <a:t>&lt;!-- pdf-page: 33 --&gt;</a:t>
            </a:r>
          </a:p>
          <a:p>
            <a:pPr algn="l">
              <a:lnSpc>
                <a:spcPct val="100000"/>
              </a:lnSpc>
            </a:pPr>
            <a:r>
              <a:rPr lang="de-DE" sz="1300" b="0" dirty="0">
                <a:solidFill>
                  <a:srgbClr val="404040"/>
                </a:solidFill>
                <a:latin typeface="Consolas"/>
              </a:rPr>
              <a:t> </a:t>
            </a:r>
          </a:p>
          <a:p>
            <a:pPr algn="l">
              <a:lnSpc>
                <a:spcPct val="100000"/>
              </a:lnSpc>
            </a:pPr>
            <a:r>
              <a:rPr lang="de-DE" sz="1300" b="0" dirty="0">
                <a:solidFill>
                  <a:srgbClr val="404040"/>
                </a:solidFill>
                <a:latin typeface="Consolas"/>
              </a:rPr>
              <a:t>## Hinweise im Anzeigefeld</a:t>
            </a:r>
          </a:p>
          <a:p>
            <a:pPr algn="l">
              <a:lnSpc>
                <a:spcPct val="100000"/>
              </a:lnSpc>
            </a:pPr>
            <a:r>
              <a:rPr lang="de-DE" sz="1300" b="0" dirty="0">
                <a:solidFill>
                  <a:srgbClr val="404040"/>
                </a:solidFill>
                <a:latin typeface="Consolas"/>
              </a:rPr>
              <a:t> </a:t>
            </a:r>
          </a:p>
          <a:p>
            <a:pPr algn="l">
              <a:lnSpc>
                <a:spcPct val="100000"/>
              </a:lnSpc>
            </a:pPr>
            <a:r>
              <a:rPr lang="de-DE" sz="1300" b="0" dirty="0">
                <a:solidFill>
                  <a:srgbClr val="404040"/>
                </a:solidFill>
                <a:latin typeface="Consolas"/>
              </a:rPr>
              <a:t>| Anzeige | Ursache / Abhilfe                 |</a:t>
            </a:r>
          </a:p>
          <a:p>
            <a:pPr algn="l">
              <a:lnSpc>
                <a:spcPct val="100000"/>
              </a:lnSpc>
            </a:pPr>
            <a:r>
              <a:rPr lang="de-DE" sz="1300" b="0" dirty="0">
                <a:solidFill>
                  <a:srgbClr val="404040"/>
                </a:solidFill>
                <a:latin typeface="Consolas"/>
              </a:rPr>
              <a:t>|---------|-----------------------------------|</a:t>
            </a:r>
          </a:p>
          <a:p>
            <a:pPr algn="l">
              <a:lnSpc>
                <a:spcPct val="100000"/>
              </a:lnSpc>
            </a:pPr>
            <a:r>
              <a:rPr lang="de-DE" sz="1300" b="0" dirty="0">
                <a:solidFill>
                  <a:srgbClr val="404040"/>
                </a:solidFill>
                <a:latin typeface="Consolas"/>
              </a:rPr>
              <a:t>| E:18    | Laugenpumpe oder Ablauf verstopft |</a:t>
            </a:r>
          </a:p>
          <a:p>
            <a:pPr algn="l">
              <a:lnSpc>
                <a:spcPct val="100000"/>
              </a:lnSpc>
            </a:pPr>
            <a:r>
              <a:rPr lang="de-DE" sz="1300" b="0" dirty="0">
                <a:solidFill>
                  <a:srgbClr val="404040"/>
                </a:solidFill>
                <a:latin typeface="Consolas"/>
              </a:rPr>
              <a:t>| E:23    | Wasser in der Bodenwanne          |</a:t>
            </a:r>
          </a:p>
          <a:p>
            <a:pPr algn="l">
              <a:lnSpc>
                <a:spcPct val="100000"/>
              </a:lnSpc>
            </a:pPr>
            <a:r>
              <a:rPr lang="de-DE" sz="1300" b="0" dirty="0">
                <a:solidFill>
                  <a:srgbClr val="404040"/>
                </a:solidFill>
                <a:latin typeface="Consolas"/>
              </a:rPr>
              <a:t> </a:t>
            </a:r>
          </a:p>
          <a:p>
            <a:pPr algn="l">
              <a:lnSpc>
                <a:spcPct val="100000"/>
              </a:lnSpc>
            </a:pPr>
            <a:r>
              <a:rPr lang="de-DE" sz="1300" b="0" dirty="0">
                <a:solidFill>
                  <a:srgbClr val="ED7004"/>
                </a:solidFill>
                <a:latin typeface="Consolas"/>
              </a:rPr>
              <a:t>&lt;!-- pdf-page: 34 --&gt;</a:t>
            </a:r>
          </a:p>
        </p:txBody>
      </p:sp>
      <p:sp>
        <p:nvSpPr>
          <p:cNvPr id="42" name="Band"/>
          <p:cNvSpPr/>
          <p:nvPr/>
        </p:nvSpPr>
        <p:spPr>
          <a:xfrm>
            <a:off x="1155700" y="5600430"/>
            <a:ext cx="11480800" cy="660400"/>
          </a:xfrm>
          <a:prstGeom prst="rect">
            <a:avLst/>
          </a:prstGeom>
          <a:solidFill>
            <a:srgbClr val="E3DED1"/>
          </a:solidFill>
          <a:ln>
            <a:noFill/>
          </a:ln>
        </p:spPr>
        <p:txBody>
          <a:bodyPr wrap="square" lIns="228600" tIns="50800" rIns="0" bIns="50800" anchor="ctr">
            <a:noAutofit/>
          </a:bodyPr>
          <a:lstStyle/>
          <a:p>
            <a:pPr algn="l">
              <a:lnSpc>
                <a:spcPct val="100000"/>
              </a:lnSpc>
            </a:pPr>
            <a:r>
              <a:rPr lang="de-DE" sz="1400" b="0">
                <a:solidFill>
                  <a:srgbClr val="003E6E"/>
                </a:solidFill>
                <a:latin typeface="Segoe UI"/>
              </a:rPr>
              <a:t>Seitenherkunft: Neue Parser-Ausgaben liefern physische PDF-Seitenmarker. Das aktive ältere Markdown enthält diese Marker noch nicht. Dort erscheinen nur Abschnittstitel und Querverweise.</a:t>
            </a:r>
          </a:p>
        </p:txBody>
      </p:sp>
    </p:spTree>
    <p:extLst>
      <p:ext uri="{BB962C8B-B14F-4D97-AF65-F5344CB8AC3E}">
        <p14:creationId xmlns:p14="http://schemas.microsoft.com/office/powerpoint/2010/main" val="1626424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E5-Tokenizer zählt Wortteile, nicht Wörter</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Lokaler E5-Tokenizer, 19.09.2026, ohne Spezialtokens. intfloat/multilingual-e5-small; huggingface.co/docs/transformers/tokenizer_summary</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Der E5-Tokenizer zerlegt Text in Einheiten seines Vokabulars, darunter ganze Wörter und Wortteile. Sein Vokabular umfasst rund 250.002 Einträge. Alle Zerlegungen stammen aus einem lokalen Lauf des Tokenizers, ohne Spezialtokens. Für die Eingabegrenze zählt der konkrete </a:t>
            </a:r>
            <a:r>
              <a:rPr lang="de-DE" dirty="0" err="1"/>
              <a:t>Tokenizer</a:t>
            </a:r>
            <a:r>
              <a:rPr lang="de-DE" dirty="0"/>
              <a:t>, nicht die Zahl der Wörter. Die Darstellung ▁ kennzeichnet einen Wortanfang mit Leerzeichen.</a:t>
            </a:r>
          </a:p>
        </p:txBody>
      </p:sp>
      <p:sp>
        <p:nvSpPr>
          <p:cNvPr id="6" name="TextBox 5"/>
          <p:cNvSpPr txBox="1"/>
          <p:nvPr/>
        </p:nvSpPr>
        <p:spPr>
          <a:xfrm>
            <a:off x="1153160" y="2511009"/>
            <a:ext cx="3048000" cy="457200"/>
          </a:xfrm>
          <a:prstGeom prst="rect">
            <a:avLst/>
          </a:prstGeom>
          <a:noFill/>
        </p:spPr>
        <p:txBody>
          <a:bodyPr wrap="square" lIns="0" tIns="0" rIns="0" bIns="0">
            <a:spAutoFit/>
          </a:bodyPr>
          <a:lstStyle/>
          <a:p>
            <a:pPr>
              <a:lnSpc>
                <a:spcPct val="95000"/>
              </a:lnSpc>
            </a:pPr>
            <a:r>
              <a:rPr sz="1300" b="1">
                <a:solidFill>
                  <a:srgbClr val="003E6E"/>
                </a:solidFill>
                <a:latin typeface="Segoe UI"/>
              </a:rPr>
              <a:t>"Laugenpumpe"</a:t>
            </a:r>
          </a:p>
          <a:p>
            <a:pPr>
              <a:lnSpc>
                <a:spcPct val="95000"/>
              </a:lnSpc>
              <a:spcBef>
                <a:spcPts val="0"/>
              </a:spcBef>
            </a:pPr>
            <a:r>
              <a:rPr sz="1300" b="0">
                <a:solidFill>
                  <a:srgbClr val="555148"/>
                </a:solidFill>
                <a:latin typeface="Segoe UI"/>
              </a:rPr>
              <a:t>4 Tokens</a:t>
            </a:r>
          </a:p>
        </p:txBody>
      </p:sp>
      <p:sp>
        <p:nvSpPr>
          <p:cNvPr id="7" name="Rectangle 6"/>
          <p:cNvSpPr/>
          <p:nvPr/>
        </p:nvSpPr>
        <p:spPr>
          <a:xfrm>
            <a:off x="4866866" y="2485609"/>
            <a:ext cx="61468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▁Lau</a:t>
            </a:r>
          </a:p>
        </p:txBody>
      </p:sp>
      <p:sp>
        <p:nvSpPr>
          <p:cNvPr id="8" name="Rectangle 7"/>
          <p:cNvSpPr/>
          <p:nvPr/>
        </p:nvSpPr>
        <p:spPr>
          <a:xfrm>
            <a:off x="5532346" y="2485609"/>
            <a:ext cx="50546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gen</a:t>
            </a:r>
          </a:p>
        </p:txBody>
      </p:sp>
      <p:sp>
        <p:nvSpPr>
          <p:cNvPr id="9" name="Rectangle 8"/>
          <p:cNvSpPr/>
          <p:nvPr/>
        </p:nvSpPr>
        <p:spPr>
          <a:xfrm>
            <a:off x="6088606" y="2485609"/>
            <a:ext cx="61468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pump</a:t>
            </a:r>
          </a:p>
        </p:txBody>
      </p:sp>
      <p:sp>
        <p:nvSpPr>
          <p:cNvPr id="10" name="Rectangle 9"/>
          <p:cNvSpPr/>
          <p:nvPr/>
        </p:nvSpPr>
        <p:spPr>
          <a:xfrm>
            <a:off x="6754086" y="2485609"/>
            <a:ext cx="38100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e</a:t>
            </a:r>
          </a:p>
        </p:txBody>
      </p:sp>
      <p:sp>
        <p:nvSpPr>
          <p:cNvPr id="11" name="TextBox 10"/>
          <p:cNvSpPr txBox="1"/>
          <p:nvPr/>
        </p:nvSpPr>
        <p:spPr>
          <a:xfrm>
            <a:off x="1153160" y="3044409"/>
            <a:ext cx="3048000" cy="457200"/>
          </a:xfrm>
          <a:prstGeom prst="rect">
            <a:avLst/>
          </a:prstGeom>
          <a:noFill/>
        </p:spPr>
        <p:txBody>
          <a:bodyPr wrap="square" lIns="0" tIns="0" rIns="0" bIns="0">
            <a:spAutoFit/>
          </a:bodyPr>
          <a:lstStyle/>
          <a:p>
            <a:pPr>
              <a:lnSpc>
                <a:spcPct val="95000"/>
              </a:lnSpc>
            </a:pPr>
            <a:r>
              <a:rPr sz="1300" b="1">
                <a:solidFill>
                  <a:srgbClr val="003E6E"/>
                </a:solidFill>
                <a:latin typeface="Segoe UI"/>
              </a:rPr>
              <a:t>"Laugenpumpe verstopft."</a:t>
            </a:r>
          </a:p>
          <a:p>
            <a:pPr>
              <a:lnSpc>
                <a:spcPct val="95000"/>
              </a:lnSpc>
              <a:spcBef>
                <a:spcPts val="0"/>
              </a:spcBef>
            </a:pPr>
            <a:r>
              <a:rPr sz="1300" b="0">
                <a:solidFill>
                  <a:srgbClr val="555148"/>
                </a:solidFill>
                <a:latin typeface="Segoe UI"/>
              </a:rPr>
              <a:t>8 Tokens</a:t>
            </a:r>
          </a:p>
        </p:txBody>
      </p:sp>
      <p:sp>
        <p:nvSpPr>
          <p:cNvPr id="12" name="Rectangle 11"/>
          <p:cNvSpPr/>
          <p:nvPr/>
        </p:nvSpPr>
        <p:spPr>
          <a:xfrm>
            <a:off x="486686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▁Lau</a:t>
            </a:r>
          </a:p>
        </p:txBody>
      </p:sp>
      <p:sp>
        <p:nvSpPr>
          <p:cNvPr id="13" name="Rectangle 12"/>
          <p:cNvSpPr/>
          <p:nvPr/>
        </p:nvSpPr>
        <p:spPr>
          <a:xfrm>
            <a:off x="5532346" y="3019009"/>
            <a:ext cx="50546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gen</a:t>
            </a:r>
          </a:p>
        </p:txBody>
      </p:sp>
      <p:sp>
        <p:nvSpPr>
          <p:cNvPr id="14" name="Rectangle 13"/>
          <p:cNvSpPr/>
          <p:nvPr/>
        </p:nvSpPr>
        <p:spPr>
          <a:xfrm>
            <a:off x="608860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pump</a:t>
            </a:r>
          </a:p>
        </p:txBody>
      </p:sp>
      <p:sp>
        <p:nvSpPr>
          <p:cNvPr id="15" name="Rectangle 14"/>
          <p:cNvSpPr/>
          <p:nvPr/>
        </p:nvSpPr>
        <p:spPr>
          <a:xfrm>
            <a:off x="6754086" y="30190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e</a:t>
            </a:r>
          </a:p>
        </p:txBody>
      </p:sp>
      <p:sp>
        <p:nvSpPr>
          <p:cNvPr id="16" name="Rectangle 15"/>
          <p:cNvSpPr/>
          <p:nvPr/>
        </p:nvSpPr>
        <p:spPr>
          <a:xfrm>
            <a:off x="718588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▁ver</a:t>
            </a:r>
          </a:p>
        </p:txBody>
      </p:sp>
      <p:sp>
        <p:nvSpPr>
          <p:cNvPr id="17" name="Rectangle 16"/>
          <p:cNvSpPr/>
          <p:nvPr/>
        </p:nvSpPr>
        <p:spPr>
          <a:xfrm>
            <a:off x="785136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stop</a:t>
            </a:r>
          </a:p>
        </p:txBody>
      </p:sp>
      <p:sp>
        <p:nvSpPr>
          <p:cNvPr id="18" name="Rectangle 17"/>
          <p:cNvSpPr/>
          <p:nvPr/>
        </p:nvSpPr>
        <p:spPr>
          <a:xfrm>
            <a:off x="8516846" y="3019009"/>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ft</a:t>
            </a:r>
          </a:p>
        </p:txBody>
      </p:sp>
      <p:sp>
        <p:nvSpPr>
          <p:cNvPr id="19" name="Rectangle 18"/>
          <p:cNvSpPr/>
          <p:nvPr/>
        </p:nvSpPr>
        <p:spPr>
          <a:xfrm>
            <a:off x="8963886" y="30190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a:t>
            </a:r>
          </a:p>
        </p:txBody>
      </p:sp>
      <p:sp>
        <p:nvSpPr>
          <p:cNvPr id="20" name="TextBox 19"/>
          <p:cNvSpPr txBox="1"/>
          <p:nvPr/>
        </p:nvSpPr>
        <p:spPr>
          <a:xfrm>
            <a:off x="1153160" y="3577809"/>
            <a:ext cx="4127380" cy="380104"/>
          </a:xfrm>
          <a:prstGeom prst="rect">
            <a:avLst/>
          </a:prstGeom>
          <a:noFill/>
        </p:spPr>
        <p:txBody>
          <a:bodyPr wrap="square" lIns="0" tIns="0" rIns="0" bIns="0">
            <a:spAutoFit/>
          </a:bodyPr>
          <a:lstStyle/>
          <a:p>
            <a:pPr>
              <a:lnSpc>
                <a:spcPct val="95000"/>
              </a:lnSpc>
            </a:pPr>
            <a:r>
              <a:rPr sz="1300" b="1" dirty="0">
                <a:solidFill>
                  <a:srgbClr val="003E6E"/>
                </a:solidFill>
                <a:latin typeface="Segoe UI"/>
              </a:rPr>
              <a:t>"query: Was </a:t>
            </a:r>
            <a:r>
              <a:rPr sz="1300" b="1" dirty="0" err="1">
                <a:solidFill>
                  <a:srgbClr val="003E6E"/>
                </a:solidFill>
                <a:latin typeface="Segoe UI"/>
              </a:rPr>
              <a:t>bedeutet</a:t>
            </a:r>
            <a:r>
              <a:rPr sz="1300" b="1" dirty="0">
                <a:solidFill>
                  <a:srgbClr val="003E6E"/>
                </a:solidFill>
                <a:latin typeface="Segoe UI"/>
              </a:rPr>
              <a:t> der </a:t>
            </a:r>
            <a:r>
              <a:rPr sz="1300" b="1" dirty="0" err="1">
                <a:solidFill>
                  <a:srgbClr val="003E6E"/>
                </a:solidFill>
                <a:latin typeface="Segoe UI"/>
              </a:rPr>
              <a:t>Fehlercode</a:t>
            </a:r>
            <a:r>
              <a:rPr sz="1300" b="1" dirty="0">
                <a:solidFill>
                  <a:srgbClr val="003E6E"/>
                </a:solidFill>
                <a:latin typeface="Segoe UI"/>
              </a:rPr>
              <a:t> E:18?"</a:t>
            </a:r>
          </a:p>
          <a:p>
            <a:pPr>
              <a:lnSpc>
                <a:spcPct val="95000"/>
              </a:lnSpc>
              <a:spcBef>
                <a:spcPts val="0"/>
              </a:spcBef>
            </a:pPr>
            <a:r>
              <a:rPr sz="1300" b="0" dirty="0">
                <a:solidFill>
                  <a:srgbClr val="555148"/>
                </a:solidFill>
                <a:latin typeface="Segoe UI"/>
              </a:rPr>
              <a:t>11 Tokens</a:t>
            </a:r>
          </a:p>
        </p:txBody>
      </p:sp>
      <p:sp>
        <p:nvSpPr>
          <p:cNvPr id="21" name="Rectangle 20"/>
          <p:cNvSpPr/>
          <p:nvPr/>
        </p:nvSpPr>
        <p:spPr>
          <a:xfrm>
            <a:off x="486686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▁que</a:t>
            </a:r>
          </a:p>
        </p:txBody>
      </p:sp>
      <p:sp>
        <p:nvSpPr>
          <p:cNvPr id="22" name="Rectangle 21"/>
          <p:cNvSpPr/>
          <p:nvPr/>
        </p:nvSpPr>
        <p:spPr>
          <a:xfrm>
            <a:off x="5532346" y="3552409"/>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ry</a:t>
            </a:r>
          </a:p>
        </p:txBody>
      </p:sp>
      <p:sp>
        <p:nvSpPr>
          <p:cNvPr id="23" name="Rectangle 22"/>
          <p:cNvSpPr/>
          <p:nvPr/>
        </p:nvSpPr>
        <p:spPr>
          <a:xfrm>
            <a:off x="5979386" y="35524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a:t>
            </a:r>
          </a:p>
        </p:txBody>
      </p:sp>
      <p:sp>
        <p:nvSpPr>
          <p:cNvPr id="24" name="Rectangle 23"/>
          <p:cNvSpPr/>
          <p:nvPr/>
        </p:nvSpPr>
        <p:spPr>
          <a:xfrm>
            <a:off x="641118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▁Was</a:t>
            </a:r>
          </a:p>
        </p:txBody>
      </p:sp>
      <p:sp>
        <p:nvSpPr>
          <p:cNvPr id="25" name="Rectangle 24"/>
          <p:cNvSpPr/>
          <p:nvPr/>
        </p:nvSpPr>
        <p:spPr>
          <a:xfrm>
            <a:off x="7076666" y="3552409"/>
            <a:ext cx="11607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▁bedeutet</a:t>
            </a:r>
          </a:p>
        </p:txBody>
      </p:sp>
      <p:sp>
        <p:nvSpPr>
          <p:cNvPr id="26" name="Rectangle 25"/>
          <p:cNvSpPr/>
          <p:nvPr/>
        </p:nvSpPr>
        <p:spPr>
          <a:xfrm>
            <a:off x="828824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▁der</a:t>
            </a:r>
          </a:p>
        </p:txBody>
      </p:sp>
      <p:sp>
        <p:nvSpPr>
          <p:cNvPr id="27" name="Rectangle 26"/>
          <p:cNvSpPr/>
          <p:nvPr/>
        </p:nvSpPr>
        <p:spPr>
          <a:xfrm>
            <a:off x="8953726" y="3552409"/>
            <a:ext cx="9423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▁Fehler</a:t>
            </a:r>
          </a:p>
        </p:txBody>
      </p:sp>
      <p:sp>
        <p:nvSpPr>
          <p:cNvPr id="28" name="Rectangle 27"/>
          <p:cNvSpPr/>
          <p:nvPr/>
        </p:nvSpPr>
        <p:spPr>
          <a:xfrm>
            <a:off x="994686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code</a:t>
            </a:r>
          </a:p>
        </p:txBody>
      </p:sp>
      <p:sp>
        <p:nvSpPr>
          <p:cNvPr id="29" name="Rectangle 28"/>
          <p:cNvSpPr/>
          <p:nvPr/>
        </p:nvSpPr>
        <p:spPr>
          <a:xfrm>
            <a:off x="10612346" y="3552409"/>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▁E</a:t>
            </a:r>
          </a:p>
        </p:txBody>
      </p:sp>
      <p:sp>
        <p:nvSpPr>
          <p:cNvPr id="30" name="Rectangle 29"/>
          <p:cNvSpPr/>
          <p:nvPr/>
        </p:nvSpPr>
        <p:spPr>
          <a:xfrm>
            <a:off x="11059386" y="3552409"/>
            <a:ext cx="50546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:18</a:t>
            </a:r>
          </a:p>
        </p:txBody>
      </p:sp>
      <p:sp>
        <p:nvSpPr>
          <p:cNvPr id="31" name="Rectangle 30"/>
          <p:cNvSpPr/>
          <p:nvPr/>
        </p:nvSpPr>
        <p:spPr>
          <a:xfrm>
            <a:off x="11615646" y="35524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a:t>
            </a:r>
          </a:p>
        </p:txBody>
      </p:sp>
      <p:sp>
        <p:nvSpPr>
          <p:cNvPr id="32" name="Rectangle 31"/>
          <p:cNvSpPr/>
          <p:nvPr/>
        </p:nvSpPr>
        <p:spPr>
          <a:xfrm>
            <a:off x="1153160" y="4314409"/>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153160" y="4314409"/>
            <a:ext cx="50800" cy="1270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369060" y="4441409"/>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Warum das zählt</a:t>
            </a:r>
          </a:p>
        </p:txBody>
      </p:sp>
      <p:sp>
        <p:nvSpPr>
          <p:cNvPr id="35" name="TextBox 34"/>
          <p:cNvSpPr txBox="1"/>
          <p:nvPr/>
        </p:nvSpPr>
        <p:spPr>
          <a:xfrm>
            <a:off x="1369060" y="4733509"/>
            <a:ext cx="5118100" cy="723900"/>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Eine feste Umrechnung in Wörter ist unzuverlässig. Komposita, Satzzeichen und Fehlercodes ergeben unterschiedlich viele Tokens. Präfixe und Spezialtokens benötigen zusätzlich Platz.</a:t>
            </a:r>
          </a:p>
        </p:txBody>
      </p:sp>
      <p:sp>
        <p:nvSpPr>
          <p:cNvPr id="36" name="Rectangle 35"/>
          <p:cNvSpPr/>
          <p:nvPr/>
        </p:nvSpPr>
        <p:spPr>
          <a:xfrm>
            <a:off x="7096760" y="4314409"/>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7096760" y="4314409"/>
            <a:ext cx="50800" cy="1270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312660" y="4441409"/>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Modellabhängig</a:t>
            </a:r>
          </a:p>
        </p:txBody>
      </p:sp>
      <p:sp>
        <p:nvSpPr>
          <p:cNvPr id="39" name="TextBox 38"/>
          <p:cNvSpPr txBox="1"/>
          <p:nvPr/>
        </p:nvSpPr>
        <p:spPr>
          <a:xfrm>
            <a:off x="7312660" y="4733509"/>
            <a:ext cx="5118100" cy="614014"/>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Das Projekt zählt Chunks mit dem E5-Tokenizer. Andere Modelle können denselben Text anders zerlegen.</a:t>
            </a:r>
          </a:p>
        </p:txBody>
      </p:sp>
    </p:spTree>
    <p:extLst>
      <p:ext uri="{BB962C8B-B14F-4D97-AF65-F5344CB8AC3E}">
        <p14:creationId xmlns:p14="http://schemas.microsoft.com/office/powerpoint/2010/main" val="1898507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440 Tokens je Chunk halten Abstand zum Limit von 512</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huggingface.co/intfloat/multilingual-e5-small (Modellkarte); rag_engine.py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Das Embedding-Modell multilingual-e5-small verarbeitet höchstens 512 Tokens. Der </a:t>
            </a:r>
            <a:r>
              <a:rPr lang="de-DE" dirty="0" err="1"/>
              <a:t>SentenceSplitter</a:t>
            </a:r>
            <a:r>
              <a:rPr lang="de-DE" dirty="0"/>
              <a:t> verwendet ein Budget von 440 Tokens und einen Zielwert von 40 Tokens Überlappung. Satzgrenzen und Abschnittsstruktur beeinflussen die tatsächliche Zerlegung. Überlappung reduziert Kontextverlust, garantiert aber keine vollständigen Warnhinweise. Dafür ergänzt die App kuratierte Verfahrensgruppen.</a:t>
            </a:r>
          </a:p>
        </p:txBody>
      </p:sp>
      <p:sp>
        <p:nvSpPr>
          <p:cNvPr id="6" name="Rectangle 5"/>
          <p:cNvSpPr/>
          <p:nvPr/>
        </p:nvSpPr>
        <p:spPr>
          <a:xfrm>
            <a:off x="1153160" y="2412335"/>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412335"/>
            <a:ext cx="50800" cy="1397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539335"/>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Zu groß</a:t>
            </a:r>
          </a:p>
        </p:txBody>
      </p:sp>
      <p:sp>
        <p:nvSpPr>
          <p:cNvPr id="9" name="TextBox 8"/>
          <p:cNvSpPr txBox="1"/>
          <p:nvPr/>
        </p:nvSpPr>
        <p:spPr>
          <a:xfrm>
            <a:off x="1369060" y="2831435"/>
            <a:ext cx="313944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Das Modell schneidet nach 512 Tokens ab. Details am Ende des Abschnitts fehlen im Vektor.</a:t>
            </a:r>
          </a:p>
        </p:txBody>
      </p:sp>
      <p:sp>
        <p:nvSpPr>
          <p:cNvPr id="10" name="Rectangle 9"/>
          <p:cNvSpPr/>
          <p:nvPr/>
        </p:nvSpPr>
        <p:spPr>
          <a:xfrm>
            <a:off x="5113020" y="2412335"/>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113020" y="2412335"/>
            <a:ext cx="50800" cy="1397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28920" y="2539335"/>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Zu klein</a:t>
            </a:r>
          </a:p>
        </p:txBody>
      </p:sp>
      <p:sp>
        <p:nvSpPr>
          <p:cNvPr id="13" name="TextBox 12"/>
          <p:cNvSpPr txBox="1"/>
          <p:nvPr/>
        </p:nvSpPr>
        <p:spPr>
          <a:xfrm>
            <a:off x="5328920" y="2831435"/>
            <a:ext cx="313944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Die Aussage verliert Überschrift, Bedingung oder Warnhinweis, die zu ihr gehören.</a:t>
            </a:r>
          </a:p>
        </p:txBody>
      </p:sp>
      <p:sp>
        <p:nvSpPr>
          <p:cNvPr id="14" name="Rectangle 13"/>
          <p:cNvSpPr/>
          <p:nvPr/>
        </p:nvSpPr>
        <p:spPr>
          <a:xfrm>
            <a:off x="9081770" y="2412335"/>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9081770" y="2412335"/>
            <a:ext cx="50800" cy="1397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297670" y="2539335"/>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Gewählt: 440 / 40</a:t>
            </a:r>
          </a:p>
        </p:txBody>
      </p:sp>
      <p:sp>
        <p:nvSpPr>
          <p:cNvPr id="17" name="TextBox 16"/>
          <p:cNvSpPr txBox="1"/>
          <p:nvPr/>
        </p:nvSpPr>
        <p:spPr>
          <a:xfrm>
            <a:off x="9297670" y="2831435"/>
            <a:ext cx="313944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440 Tokens je Chunk, 40 Tokens Überlappung, gezählt mit dem E5-Tokenizer.</a:t>
            </a:r>
          </a:p>
        </p:txBody>
      </p:sp>
      <p:sp>
        <p:nvSpPr>
          <p:cNvPr id="18" name="TextBox 17"/>
          <p:cNvSpPr txBox="1"/>
          <p:nvPr/>
        </p:nvSpPr>
        <p:spPr>
          <a:xfrm>
            <a:off x="1153160" y="4063335"/>
            <a:ext cx="11474450" cy="228600"/>
          </a:xfrm>
          <a:prstGeom prst="rect">
            <a:avLst/>
          </a:prstGeom>
          <a:noFill/>
        </p:spPr>
        <p:txBody>
          <a:bodyPr wrap="square" lIns="0" tIns="0" rIns="0" bIns="0">
            <a:spAutoFit/>
          </a:bodyPr>
          <a:lstStyle/>
          <a:p>
            <a:pPr>
              <a:lnSpc>
                <a:spcPct val="95000"/>
              </a:lnSpc>
            </a:pPr>
            <a:r>
              <a:rPr lang="de-DE" sz="1300" b="1">
                <a:solidFill>
                  <a:srgbClr val="003E6E"/>
                </a:solidFill>
                <a:latin typeface="Segoe UI"/>
              </a:rPr>
              <a:t>Schematische Überlappung: bis zu 440 Tokens je Chunk, Zielwert 40 Tokens am Rand</a:t>
            </a:r>
          </a:p>
        </p:txBody>
      </p:sp>
      <p:sp>
        <p:nvSpPr>
          <p:cNvPr id="19" name="Rectangle 18"/>
          <p:cNvSpPr/>
          <p:nvPr/>
        </p:nvSpPr>
        <p:spPr>
          <a:xfrm>
            <a:off x="1153160" y="4444335"/>
            <a:ext cx="3810000" cy="3810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lang="de-DE" sz="1300" b="0">
                <a:solidFill>
                  <a:srgbClr val="404040"/>
                </a:solidFill>
                <a:latin typeface="Segoe UI"/>
              </a:rPr>
              <a:t>Chunk 1: bis zu 440 Tokens</a:t>
            </a:r>
          </a:p>
        </p:txBody>
      </p:sp>
      <p:sp>
        <p:nvSpPr>
          <p:cNvPr id="20" name="Rectangle 19"/>
          <p:cNvSpPr/>
          <p:nvPr/>
        </p:nvSpPr>
        <p:spPr>
          <a:xfrm>
            <a:off x="4616796" y="4901535"/>
            <a:ext cx="3810000" cy="3810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lang="de-DE" sz="1300" b="0">
                <a:solidFill>
                  <a:srgbClr val="404040"/>
                </a:solidFill>
                <a:latin typeface="Segoe UI"/>
              </a:rPr>
              <a:t>Chunk 2: bis zu 440 Tokens</a:t>
            </a:r>
          </a:p>
        </p:txBody>
      </p:sp>
      <p:sp>
        <p:nvSpPr>
          <p:cNvPr id="21" name="Rectangle 20"/>
          <p:cNvSpPr/>
          <p:nvPr/>
        </p:nvSpPr>
        <p:spPr>
          <a:xfrm>
            <a:off x="4616796" y="4444335"/>
            <a:ext cx="346364"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080433" y="5358735"/>
            <a:ext cx="3810000" cy="3810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lang="de-DE" sz="1300" b="0">
                <a:solidFill>
                  <a:srgbClr val="404040"/>
                </a:solidFill>
                <a:latin typeface="Segoe UI"/>
              </a:rPr>
              <a:t>Chunk 3: bis zu 440 Tokens</a:t>
            </a:r>
          </a:p>
        </p:txBody>
      </p:sp>
      <p:sp>
        <p:nvSpPr>
          <p:cNvPr id="23" name="Rectangle 22"/>
          <p:cNvSpPr/>
          <p:nvPr/>
        </p:nvSpPr>
        <p:spPr>
          <a:xfrm>
            <a:off x="8080433" y="4901535"/>
            <a:ext cx="346364"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153160" y="5917535"/>
            <a:ext cx="11474450" cy="457200"/>
          </a:xfrm>
          <a:prstGeom prst="rect">
            <a:avLst/>
          </a:prstGeom>
          <a:noFill/>
        </p:spPr>
        <p:txBody>
          <a:bodyPr wrap="square" lIns="0" tIns="0" rIns="0" bIns="0">
            <a:spAutoFit/>
          </a:bodyPr>
          <a:lstStyle/>
          <a:p>
            <a:pPr>
              <a:lnSpc>
                <a:spcPct val="95000"/>
              </a:lnSpc>
            </a:pPr>
            <a:r>
              <a:rPr lang="de-DE" sz="1300" b="0">
                <a:solidFill>
                  <a:srgbClr val="555148"/>
                </a:solidFill>
                <a:latin typeface="Segoe UI"/>
              </a:rPr>
              <a:t>Die Randbereiche illustrieren die Überlappung. Der Splitter berücksichtigt Satzgrenzen. Zusammengehörige Arbeitsschritte und Warnungen benötigen zusätzlich einen gemeinsamen Verfahrenskontext.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Tabellen werden zeilenweise zerlegt und behalten ihre Kopfzeile</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siemens-handbuch.pdf, Seite 33, Tabelle "Hinweise im Anzeigefeld" (für die Darstellung verkürzt); rag_engine.py</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Die Störungs- und Fehlercodetabellen des Handbuchs sind breit; als Ganzes eingebettet überschreiten sie das Tokenlimit, und ein einzelner Fehlercode geht in der Masse unter. Der Splitter zerlegt große Tabellen deshalb zeilenweise: Jede Datenzeile bekommt die Abschnittsüberschrift und die Spaltennamen mit, Fortsetzungszeilen übernehmen die Bezeichnung der vorigen Zeile. Mehrere Tabellen behalten jeweils ihre eigenen Spaltenüberschriften.</a:t>
            </a:r>
          </a:p>
        </p:txBody>
      </p:sp>
      <p:graphicFrame>
        <p:nvGraphicFramePr>
          <p:cNvPr id="6" name="Table 5"/>
          <p:cNvGraphicFramePr>
            <a:graphicFrameLocks noGrp="1"/>
          </p:cNvGraphicFramePr>
          <p:nvPr>
            <p:extLst>
              <p:ext uri="{D42A27DB-BD31-4B8C-83A1-F6EECF244321}">
                <p14:modId xmlns:p14="http://schemas.microsoft.com/office/powerpoint/2010/main" val="754381826"/>
              </p:ext>
            </p:extLst>
          </p:nvPr>
        </p:nvGraphicFramePr>
        <p:xfrm>
          <a:off x="1153160" y="2584682"/>
          <a:ext cx="6604000" cy="1193800"/>
        </p:xfrm>
        <a:graphic>
          <a:graphicData uri="http://schemas.openxmlformats.org/drawingml/2006/table">
            <a:tbl>
              <a:tblPr firstRow="1">
                <a:tableStyleId>{2D5ABB26-0587-4C30-8999-92F81FD0307C}</a:tableStyleId>
              </a:tblPr>
              <a:tblGrid>
                <a:gridCol w="1397000">
                  <a:extLst>
                    <a:ext uri="{9D8B030D-6E8A-4147-A177-3AD203B41FA5}">
                      <a16:colId xmlns:a16="http://schemas.microsoft.com/office/drawing/2014/main" val="20000"/>
                    </a:ext>
                  </a:extLst>
                </a:gridCol>
                <a:gridCol w="5207000">
                  <a:extLst>
                    <a:ext uri="{9D8B030D-6E8A-4147-A177-3AD203B41FA5}">
                      <a16:colId xmlns:a16="http://schemas.microsoft.com/office/drawing/2014/main" val="20001"/>
                    </a:ext>
                  </a:extLst>
                </a:gridCol>
              </a:tblGrid>
              <a:tr h="381000">
                <a:tc>
                  <a:txBody>
                    <a:bodyPr/>
                    <a:lstStyle/>
                    <a:p>
                      <a:pPr algn="l"/>
                      <a:r>
                        <a:rPr sz="1400" b="1">
                          <a:solidFill>
                            <a:srgbClr val="FFFFFF"/>
                          </a:solidFill>
                          <a:latin typeface="Segoe UI"/>
                        </a:rPr>
                        <a:t>Anzeige</a:t>
                      </a:r>
                    </a:p>
                  </a:txBody>
                  <a:tcPr marL="101600" marR="101600" marT="50800" marB="50800" anchor="ctr">
                    <a:solidFill>
                      <a:srgbClr val="003E6E"/>
                    </a:solidFill>
                  </a:tcPr>
                </a:tc>
                <a:tc>
                  <a:txBody>
                    <a:bodyPr/>
                    <a:lstStyle/>
                    <a:p>
                      <a:pPr algn="l"/>
                      <a:r>
                        <a:rPr sz="1400" b="1">
                          <a:solidFill>
                            <a:srgbClr val="FFFFFF"/>
                          </a:solidFill>
                          <a:latin typeface="Segoe UI"/>
                        </a:rPr>
                        <a:t>Ursache / Abhilfe</a:t>
                      </a:r>
                    </a:p>
                  </a:txBody>
                  <a:tcPr marL="101600" marR="101600" marT="50800" marB="50800" anchor="ctr">
                    <a:solidFill>
                      <a:srgbClr val="003E6E"/>
                    </a:solidFill>
                  </a:tcPr>
                </a:tc>
                <a:extLst>
                  <a:ext uri="{0D108BD9-81ED-4DB2-BD59-A6C34878D82A}">
                    <a16:rowId xmlns:a16="http://schemas.microsoft.com/office/drawing/2014/main" val="10000"/>
                  </a:ext>
                </a:extLst>
              </a:tr>
              <a:tr h="406400">
                <a:tc>
                  <a:txBody>
                    <a:bodyPr/>
                    <a:lstStyle/>
                    <a:p>
                      <a:pPr algn="l"/>
                      <a:r>
                        <a:rPr sz="1400" b="0">
                          <a:solidFill>
                            <a:srgbClr val="404040"/>
                          </a:solidFill>
                          <a:latin typeface="Consolas"/>
                        </a:rPr>
                        <a:t>E:18</a:t>
                      </a:r>
                    </a:p>
                  </a:txBody>
                  <a:tcPr marL="101600" marR="101600" marT="50800" marB="50800" anchor="ctr">
                    <a:solidFill>
                      <a:srgbClr val="FFFFFF"/>
                    </a:solidFill>
                  </a:tcPr>
                </a:tc>
                <a:tc>
                  <a:txBody>
                    <a:bodyPr/>
                    <a:lstStyle/>
                    <a:p>
                      <a:pPr algn="l"/>
                      <a:r>
                        <a:rPr sz="1400" b="0">
                          <a:solidFill>
                            <a:srgbClr val="404040"/>
                          </a:solidFill>
                          <a:latin typeface="Segoe UI"/>
                        </a:rPr>
                        <a:t>Laugenpumpe oder Ablauf verstopft</a:t>
                      </a:r>
                    </a:p>
                  </a:txBody>
                  <a:tcPr marL="101600" marR="101600" marT="50800" marB="50800" anchor="ctr">
                    <a:solidFill>
                      <a:srgbClr val="FFFFFF"/>
                    </a:solidFill>
                  </a:tcPr>
                </a:tc>
                <a:extLst>
                  <a:ext uri="{0D108BD9-81ED-4DB2-BD59-A6C34878D82A}">
                    <a16:rowId xmlns:a16="http://schemas.microsoft.com/office/drawing/2014/main" val="10001"/>
                  </a:ext>
                </a:extLst>
              </a:tr>
              <a:tr h="406400">
                <a:tc>
                  <a:txBody>
                    <a:bodyPr/>
                    <a:lstStyle/>
                    <a:p>
                      <a:pPr algn="l"/>
                      <a:r>
                        <a:rPr sz="1400" b="0">
                          <a:solidFill>
                            <a:srgbClr val="404040"/>
                          </a:solidFill>
                          <a:latin typeface="Consolas"/>
                        </a:rPr>
                        <a:t>E:23</a:t>
                      </a:r>
                    </a:p>
                  </a:txBody>
                  <a:tcPr marL="101600" marR="101600" marT="50800" marB="50800" anchor="ctr">
                    <a:solidFill>
                      <a:srgbClr val="F7F5EF"/>
                    </a:solidFill>
                  </a:tcPr>
                </a:tc>
                <a:tc>
                  <a:txBody>
                    <a:bodyPr/>
                    <a:lstStyle/>
                    <a:p>
                      <a:pPr algn="l"/>
                      <a:r>
                        <a:rPr sz="1400" b="0">
                          <a:solidFill>
                            <a:srgbClr val="404040"/>
                          </a:solidFill>
                          <a:latin typeface="Segoe UI"/>
                        </a:rPr>
                        <a:t>Wasser in der Bodenwanne / Undichtigkeit</a:t>
                      </a:r>
                    </a:p>
                  </a:txBody>
                  <a:tcPr marL="101600" marR="101600" marT="50800" marB="50800" anchor="ctr">
                    <a:solidFill>
                      <a:srgbClr val="F7F5E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8011160" y="2635482"/>
            <a:ext cx="4616450" cy="1143000"/>
          </a:xfrm>
          <a:prstGeom prst="rect">
            <a:avLst/>
          </a:prstGeom>
          <a:noFill/>
        </p:spPr>
        <p:txBody>
          <a:bodyPr wrap="square" lIns="0" tIns="0" rIns="0" bIns="0">
            <a:spAutoFit/>
          </a:bodyPr>
          <a:lstStyle/>
          <a:p>
            <a:pPr>
              <a:lnSpc>
                <a:spcPct val="95000"/>
              </a:lnSpc>
            </a:pPr>
            <a:r>
              <a:rPr lang="de-DE" sz="1400" b="0">
                <a:solidFill>
                  <a:srgbClr val="003E6E"/>
                </a:solidFill>
                <a:latin typeface="Segoe UI"/>
              </a:rPr>
              <a:t>Tabellenkontext: Überschrift und Spaltennamen bleiben an jeder Datenzeile erhalten. Eine sehr lange Zeile kann anschließend in mehrere tokenbegrenzte Chunks zerfallen.</a:t>
            </a:r>
          </a:p>
        </p:txBody>
      </p:sp>
      <p:sp>
        <p:nvSpPr>
          <p:cNvPr id="40" name="Pfeil"/>
          <p:cNvSpPr/>
          <p:nvPr/>
        </p:nvSpPr>
        <p:spPr>
          <a:xfrm>
            <a:off x="2997200" y="3880082"/>
            <a:ext cx="355600" cy="381000"/>
          </a:xfrm>
          <a:prstGeom prst="downArrow">
            <a:avLst/>
          </a:prstGeom>
          <a:solidFill>
            <a:srgbClr val="003E6E"/>
          </a:solidFill>
          <a:ln>
            <a:noFill/>
          </a:ln>
        </p:spPr>
        <p:txBody>
          <a:bodyPr wrap="square" lIns="127000" tIns="50800" rIns="127000" bIns="50800" anchor="ctr">
            <a:noAutofit/>
          </a:bodyPr>
          <a:lstStyle/>
          <a:p>
            <a:endParaRPr/>
          </a:p>
        </p:txBody>
      </p:sp>
      <p:sp>
        <p:nvSpPr>
          <p:cNvPr id="41" name="Pfeil-Label"/>
          <p:cNvSpPr/>
          <p:nvPr/>
        </p:nvSpPr>
        <p:spPr>
          <a:xfrm>
            <a:off x="3454400" y="3930882"/>
            <a:ext cx="3810000" cy="279400"/>
          </a:xfrm>
          <a:prstGeom prst="rect">
            <a:avLst/>
          </a:prstGeom>
          <a:noFill/>
          <a:ln>
            <a:noFill/>
          </a:ln>
        </p:spPr>
        <p:txBody>
          <a:bodyPr wrap="square" lIns="0" tIns="0" rIns="0" bIns="0" anchor="ctr">
            <a:noAutofit/>
          </a:bodyPr>
          <a:lstStyle/>
          <a:p>
            <a:pPr algn="l">
              <a:lnSpc>
                <a:spcPct val="100000"/>
              </a:lnSpc>
            </a:pPr>
            <a:r>
              <a:rPr lang="de-DE" sz="1300" b="1" dirty="0">
                <a:solidFill>
                  <a:srgbClr val="003E6E"/>
                </a:solidFill>
                <a:latin typeface="Segoe UI"/>
              </a:rPr>
              <a:t>Splitter: Zeile E:18 wird ein eigener Chunk</a:t>
            </a:r>
          </a:p>
        </p:txBody>
      </p:sp>
      <p:sp>
        <p:nvSpPr>
          <p:cNvPr id="42" name="Code-Kopf"/>
          <p:cNvSpPr/>
          <p:nvPr/>
        </p:nvSpPr>
        <p:spPr>
          <a:xfrm>
            <a:off x="1153160" y="4438882"/>
            <a:ext cx="6604000" cy="304800"/>
          </a:xfrm>
          <a:prstGeom prst="rect">
            <a:avLst/>
          </a:prstGeom>
          <a:solidFill>
            <a:srgbClr val="003E6E"/>
          </a:solidFill>
          <a:ln>
            <a:noFill/>
          </a:ln>
        </p:spPr>
        <p:txBody>
          <a:bodyPr wrap="square" lIns="127000" tIns="0" rIns="127000" bIns="0" anchor="ctr">
            <a:noAutofit/>
          </a:bodyPr>
          <a:lstStyle/>
          <a:p>
            <a:pPr algn="l">
              <a:lnSpc>
                <a:spcPct val="100000"/>
              </a:lnSpc>
            </a:pPr>
            <a:r>
              <a:rPr lang="de-DE" sz="1300" b="1" dirty="0">
                <a:solidFill>
                  <a:srgbClr val="FFFFFF"/>
                </a:solidFill>
                <a:latin typeface="Segoe UI"/>
              </a:rPr>
              <a:t>Chunk für E:18 — Überschrift, Spaltennamen, eine Datenzeile</a:t>
            </a:r>
          </a:p>
        </p:txBody>
      </p:sp>
      <p:sp>
        <p:nvSpPr>
          <p:cNvPr id="43" name="Code"/>
          <p:cNvSpPr/>
          <p:nvPr/>
        </p:nvSpPr>
        <p:spPr>
          <a:xfrm>
            <a:off x="1153160" y="4743682"/>
            <a:ext cx="6604000" cy="1397000"/>
          </a:xfrm>
          <a:prstGeom prst="rect">
            <a:avLst/>
          </a:prstGeom>
          <a:solidFill>
            <a:srgbClr val="F7F5EF"/>
          </a:solidFill>
          <a:ln w="9525">
            <a:solidFill>
              <a:srgbClr val="C9C3B4"/>
            </a:solidFill>
          </a:ln>
        </p:spPr>
        <p:txBody>
          <a:bodyPr wrap="square" lIns="152400" tIns="101600" rIns="152400" bIns="101600" anchor="t">
            <a:noAutofit/>
          </a:bodyPr>
          <a:lstStyle/>
          <a:p>
            <a:pPr algn="l">
              <a:lnSpc>
                <a:spcPct val="100000"/>
              </a:lnSpc>
            </a:pPr>
            <a:r>
              <a:rPr lang="de-DE" sz="1300" b="0">
                <a:solidFill>
                  <a:srgbClr val="404040"/>
                </a:solidFill>
                <a:latin typeface="Consolas"/>
              </a:rPr>
              <a:t>## Hinweise im Anzeigefeld</a:t>
            </a:r>
          </a:p>
          <a:p>
            <a:pPr algn="l">
              <a:lnSpc>
                <a:spcPct val="100000"/>
              </a:lnSpc>
            </a:pPr>
            <a:r>
              <a:rPr lang="de-DE" sz="1300" b="0">
                <a:solidFill>
                  <a:srgbClr val="404040"/>
                </a:solidFill>
                <a:latin typeface="Consolas"/>
              </a:rPr>
              <a:t>| Anzeige | Ursache / Abhilfe |</a:t>
            </a:r>
          </a:p>
          <a:p>
            <a:pPr algn="l">
              <a:lnSpc>
                <a:spcPct val="100000"/>
              </a:lnSpc>
            </a:pPr>
            <a:r>
              <a:rPr lang="de-DE" sz="1300" b="0">
                <a:solidFill>
                  <a:srgbClr val="404040"/>
                </a:solidFill>
                <a:latin typeface="Consolas"/>
              </a:rPr>
              <a:t>| E:18 | Laugenpumpe oder Ablauf verstopft |</a:t>
            </a:r>
          </a:p>
          <a:p>
            <a:pPr algn="l">
              <a:lnSpc>
                <a:spcPct val="100000"/>
              </a:lnSpc>
            </a:pPr>
            <a:endParaRPr lang="de-DE" sz="1300" b="0">
              <a:solidFill>
                <a:srgbClr val="404040"/>
              </a:solidFill>
              <a:latin typeface="Consolas"/>
            </a:endParaRPr>
          </a:p>
          <a:p>
            <a:pPr algn="l">
              <a:lnSpc>
                <a:spcPct val="100000"/>
              </a:lnSpc>
            </a:pPr>
            <a:r>
              <a:rPr lang="de-DE" sz="1300" b="0">
                <a:solidFill>
                  <a:srgbClr val="404040"/>
                </a:solidFill>
                <a:latin typeface="Consolas"/>
              </a:rPr>
              <a:t>Seitenmetadaten nur mit PDF-Seitenmarker</a:t>
            </a:r>
          </a:p>
        </p:txBody>
      </p:sp>
      <p:sp>
        <p:nvSpPr>
          <p:cNvPr id="44" name="Karte"/>
          <p:cNvSpPr/>
          <p:nvPr/>
        </p:nvSpPr>
        <p:spPr>
          <a:xfrm>
            <a:off x="8128000" y="4438882"/>
            <a:ext cx="4508500" cy="1701800"/>
          </a:xfrm>
          <a:prstGeom prst="rect">
            <a:avLst/>
          </a:prstGeom>
          <a:solidFill>
            <a:srgbClr val="F7F5EF"/>
          </a:solidFill>
          <a:ln>
            <a:noFill/>
          </a:ln>
        </p:spPr>
        <p:txBody>
          <a:bodyPr wrap="square" lIns="203200" tIns="76200" rIns="127000" bIns="76200" anchor="ctr">
            <a:noAutofit/>
          </a:bodyPr>
          <a:lstStyle/>
          <a:p>
            <a:pPr algn="l">
              <a:lnSpc>
                <a:spcPct val="100000"/>
              </a:lnSpc>
            </a:pPr>
            <a:r>
              <a:rPr lang="de-DE" sz="1400" b="1" dirty="0">
                <a:solidFill>
                  <a:srgbClr val="003E6E"/>
                </a:solidFill>
                <a:latin typeface="Segoe UI"/>
              </a:rPr>
              <a:t>Zweite Zeile, zweiter Chunk</a:t>
            </a:r>
          </a:p>
          <a:p>
            <a:pPr algn="l">
              <a:lnSpc>
                <a:spcPct val="100000"/>
              </a:lnSpc>
            </a:pPr>
            <a:r>
              <a:rPr lang="de-DE" sz="1300" b="0" dirty="0">
                <a:solidFill>
                  <a:srgbClr val="404040"/>
                </a:solidFill>
                <a:latin typeface="Segoe UI"/>
              </a:rPr>
              <a:t>E:23 bekommt denselben Kopf: Überschrift und Spaltennamen werden je Datenzeile wiederholt. Der exakte Lookup findet so beide Codes getrennt.</a:t>
            </a:r>
          </a:p>
        </p:txBody>
      </p:sp>
      <p:sp>
        <p:nvSpPr>
          <p:cNvPr id="45" name="Leiste"/>
          <p:cNvSpPr/>
          <p:nvPr/>
        </p:nvSpPr>
        <p:spPr>
          <a:xfrm>
            <a:off x="8128000" y="4438882"/>
            <a:ext cx="50800" cy="1701800"/>
          </a:xfrm>
          <a:prstGeom prst="rect">
            <a:avLst/>
          </a:prstGeom>
          <a:solidFill>
            <a:srgbClr val="003E6E"/>
          </a:solidFill>
          <a:ln>
            <a:noFill/>
          </a:ln>
        </p:spPr>
        <p:txBody>
          <a:bodyPr wrap="square" lIns="127000" tIns="50800" rIns="127000" bIns="50800" anchor="ctr">
            <a:noAutofit/>
          </a:bodyPr>
          <a:lstStyle/>
          <a:p>
            <a:endParaRPr/>
          </a:p>
        </p:txBody>
      </p:sp>
    </p:spTree>
    <p:extLst>
      <p:ext uri="{BB962C8B-B14F-4D97-AF65-F5344CB8AC3E}">
        <p14:creationId xmlns:p14="http://schemas.microsoft.com/office/powerpoint/2010/main" val="1331692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Frage und Abschnitt werden mit demselben Modell zu 384 Zahlen</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522288" y="6429600"/>
            <a:ext cx="12097932" cy="180750"/>
          </a:xfrm>
        </p:spPr>
        <p:txBody>
          <a:bodyPr/>
          <a:lstStyle/>
          <a:p>
            <a:r>
              <a:rPr lang="de-DE"/>
              <a:t>Quelle: huggingface.co/intfloat/multilingual-e5-small (Modellkarte); Wang et al. (2024): Multilingual E5 Text Embeddings, arXiv:2402.05672; docs/2026-07-07-optimization-design.md im Repository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dirty="0"/>
              <a:t>Das Embedding-Modell multilingual-e5-small bildet Text auf 384 Dimensionen ab. Das Projekt verwendet denselben Encoder für Frage und Handbuchpassagen. Die Präfixe </a:t>
            </a:r>
            <a:r>
              <a:rPr lang="de-DE" dirty="0" err="1"/>
              <a:t>query</a:t>
            </a:r>
            <a:r>
              <a:rPr lang="de-DE" dirty="0"/>
              <a:t>: und </a:t>
            </a:r>
            <a:r>
              <a:rPr lang="de-DE" dirty="0" err="1"/>
              <a:t>passage</a:t>
            </a:r>
            <a:r>
              <a:rPr lang="de-DE" dirty="0"/>
              <a:t>: unterscheiden die Rollen und gelten laut Modellkarte auch für deutsche</a:t>
            </a:r>
            <a:r>
              <a:rPr lang="de-DE" sz="900" dirty="0"/>
              <a:t> </a:t>
            </a:r>
            <a:r>
              <a:rPr lang="de-DE" dirty="0"/>
              <a:t>Texte.</a:t>
            </a:r>
            <a:r>
              <a:rPr lang="de-DE" sz="1000" dirty="0"/>
              <a:t> </a:t>
            </a:r>
            <a:r>
              <a:rPr lang="de-DE" dirty="0"/>
              <a:t>Die</a:t>
            </a:r>
            <a:r>
              <a:rPr lang="de-DE" sz="800" dirty="0"/>
              <a:t> </a:t>
            </a:r>
            <a:r>
              <a:rPr lang="de-DE" dirty="0"/>
              <a:t>Modellfamilie lernt mit kontrastivem Training, passende Textpaare im Vektorraum näher zusammenzubringen.</a:t>
            </a:r>
          </a:p>
        </p:txBody>
      </p:sp>
      <p:sp>
        <p:nvSpPr>
          <p:cNvPr id="6" name="Rectangle 5"/>
          <p:cNvSpPr/>
          <p:nvPr/>
        </p:nvSpPr>
        <p:spPr>
          <a:xfrm>
            <a:off x="3695700" y="3441524"/>
            <a:ext cx="1905000" cy="127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E5-Encoder</a:t>
            </a:r>
          </a:p>
          <a:p>
            <a:pPr algn="ctr">
              <a:lnSpc>
                <a:spcPct val="95000"/>
              </a:lnSpc>
            </a:pPr>
            <a:r>
              <a:rPr sz="1300" b="0">
                <a:solidFill>
                  <a:srgbClr val="FFFFFF"/>
                </a:solidFill>
                <a:latin typeface="Segoe UI"/>
              </a:rPr>
              <a:t>multilingual-e5-small</a:t>
            </a:r>
          </a:p>
          <a:p>
            <a:pPr algn="ctr">
              <a:lnSpc>
                <a:spcPct val="95000"/>
              </a:lnSpc>
            </a:pPr>
            <a:r>
              <a:rPr sz="1300" b="0">
                <a:solidFill>
                  <a:srgbClr val="FFFFFF"/>
                </a:solidFill>
                <a:latin typeface="Segoe UI"/>
              </a:rPr>
              <a:t>12 Layer, 384 Dimensionen</a:t>
            </a:r>
          </a:p>
        </p:txBody>
      </p:sp>
      <p:sp>
        <p:nvSpPr>
          <p:cNvPr id="7" name="Rectangle 6"/>
          <p:cNvSpPr/>
          <p:nvPr/>
        </p:nvSpPr>
        <p:spPr>
          <a:xfrm>
            <a:off x="1155700" y="2654124"/>
            <a:ext cx="2159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Frage: </a:t>
            </a:r>
            <a:r>
              <a:rPr sz="1300" b="0">
                <a:solidFill>
                  <a:srgbClr val="404040"/>
                </a:solidFill>
                <a:latin typeface="Segoe UI"/>
              </a:rPr>
              <a:t>"Was bedeutet E:18?"</a:t>
            </a:r>
          </a:p>
          <a:p>
            <a:pPr algn="ctr">
              <a:lnSpc>
                <a:spcPct val="95000"/>
              </a:lnSpc>
            </a:pPr>
            <a:r>
              <a:rPr sz="1300" b="0">
                <a:solidFill>
                  <a:srgbClr val="555148"/>
                </a:solidFill>
                <a:latin typeface="Segoe UI"/>
              </a:rPr>
              <a:t>Präfix query:</a:t>
            </a:r>
          </a:p>
        </p:txBody>
      </p:sp>
      <p:sp>
        <p:nvSpPr>
          <p:cNvPr id="8" name="Rectangle 7"/>
          <p:cNvSpPr/>
          <p:nvPr/>
        </p:nvSpPr>
        <p:spPr>
          <a:xfrm>
            <a:off x="1155700" y="4711524"/>
            <a:ext cx="2159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Handbuchabschnitt</a:t>
            </a:r>
          </a:p>
          <a:p>
            <a:pPr algn="ctr">
              <a:lnSpc>
                <a:spcPct val="95000"/>
              </a:lnSpc>
            </a:pPr>
            <a:r>
              <a:rPr sz="1300" b="0">
                <a:solidFill>
                  <a:srgbClr val="555148"/>
                </a:solidFill>
                <a:latin typeface="Segoe UI"/>
              </a:rPr>
              <a:t>Präfix passage:</a:t>
            </a:r>
          </a:p>
        </p:txBody>
      </p:sp>
      <p:sp>
        <p:nvSpPr>
          <p:cNvPr id="9" name="Rectangle 8"/>
          <p:cNvSpPr/>
          <p:nvPr/>
        </p:nvSpPr>
        <p:spPr>
          <a:xfrm>
            <a:off x="5918200" y="2654124"/>
            <a:ext cx="190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Fragevektor</a:t>
            </a:r>
          </a:p>
          <a:p>
            <a:pPr algn="ctr">
              <a:lnSpc>
                <a:spcPct val="95000"/>
              </a:lnSpc>
            </a:pPr>
            <a:r>
              <a:rPr sz="1300" b="0">
                <a:solidFill>
                  <a:srgbClr val="404040"/>
                </a:solidFill>
                <a:latin typeface="Segoe UI"/>
              </a:rPr>
              <a:t>[0,12  −0,07  0,31  …]  384 Zahlen</a:t>
            </a:r>
          </a:p>
        </p:txBody>
      </p:sp>
      <p:sp>
        <p:nvSpPr>
          <p:cNvPr id="10" name="Rectangle 9"/>
          <p:cNvSpPr/>
          <p:nvPr/>
        </p:nvSpPr>
        <p:spPr>
          <a:xfrm>
            <a:off x="5918200" y="4711524"/>
            <a:ext cx="190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Textvektor</a:t>
            </a:r>
          </a:p>
          <a:p>
            <a:pPr algn="ctr">
              <a:lnSpc>
                <a:spcPct val="95000"/>
              </a:lnSpc>
            </a:pPr>
            <a:r>
              <a:rPr sz="1300" b="0">
                <a:solidFill>
                  <a:srgbClr val="404040"/>
                </a:solidFill>
                <a:latin typeface="Segoe UI"/>
              </a:rPr>
              <a:t>[0,10  −0,05  0,28  …]  384 Zahlen</a:t>
            </a:r>
          </a:p>
        </p:txBody>
      </p:sp>
      <p:cxnSp>
        <p:nvCxnSpPr>
          <p:cNvPr id="11" name="Connector 10"/>
          <p:cNvCxnSpPr/>
          <p:nvPr/>
        </p:nvCxnSpPr>
        <p:spPr>
          <a:xfrm>
            <a:off x="3314700" y="3047824"/>
            <a:ext cx="3810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4457524"/>
            <a:ext cx="3810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600700" y="3047824"/>
            <a:ext cx="3175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00700" y="4457524"/>
            <a:ext cx="3175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53160" y="5903068"/>
            <a:ext cx="6667500" cy="457200"/>
          </a:xfrm>
          <a:prstGeom prst="rect">
            <a:avLst/>
          </a:prstGeom>
          <a:noFill/>
        </p:spPr>
        <p:txBody>
          <a:bodyPr wrap="square" lIns="0" tIns="0" rIns="0" bIns="0">
            <a:spAutoFit/>
          </a:bodyPr>
          <a:lstStyle/>
          <a:p>
            <a:pPr>
              <a:lnSpc>
                <a:spcPct val="95000"/>
              </a:lnSpc>
            </a:pPr>
            <a:r>
              <a:rPr sz="1300" b="0" dirty="0">
                <a:solidFill>
                  <a:srgbClr val="555148"/>
                </a:solidFill>
                <a:latin typeface="Segoe UI"/>
              </a:rPr>
              <a:t>Die Zahlen </a:t>
            </a:r>
            <a:r>
              <a:rPr sz="1300" b="0" dirty="0" err="1">
                <a:solidFill>
                  <a:srgbClr val="555148"/>
                </a:solidFill>
                <a:latin typeface="Segoe UI"/>
              </a:rPr>
              <a:t>im</a:t>
            </a:r>
            <a:r>
              <a:rPr sz="1300" b="0" dirty="0">
                <a:solidFill>
                  <a:srgbClr val="555148"/>
                </a:solidFill>
                <a:latin typeface="Segoe UI"/>
              </a:rPr>
              <a:t> </a:t>
            </a:r>
            <a:r>
              <a:rPr sz="1300" b="0" dirty="0" err="1">
                <a:solidFill>
                  <a:srgbClr val="555148"/>
                </a:solidFill>
                <a:latin typeface="Segoe UI"/>
              </a:rPr>
              <a:t>Diagramm</a:t>
            </a:r>
            <a:r>
              <a:rPr sz="1300" b="0" dirty="0">
                <a:solidFill>
                  <a:srgbClr val="555148"/>
                </a:solidFill>
                <a:latin typeface="Segoe UI"/>
              </a:rPr>
              <a:t> </a:t>
            </a:r>
            <a:r>
              <a:rPr sz="1300" b="0" dirty="0" err="1">
                <a:solidFill>
                  <a:srgbClr val="555148"/>
                </a:solidFill>
                <a:latin typeface="Segoe UI"/>
              </a:rPr>
              <a:t>sind</a:t>
            </a:r>
            <a:r>
              <a:rPr sz="1300" b="0" dirty="0">
                <a:solidFill>
                  <a:srgbClr val="555148"/>
                </a:solidFill>
                <a:latin typeface="Segoe UI"/>
              </a:rPr>
              <a:t> </a:t>
            </a:r>
            <a:r>
              <a:rPr sz="1300" b="0" dirty="0" err="1">
                <a:solidFill>
                  <a:srgbClr val="555148"/>
                </a:solidFill>
                <a:latin typeface="Segoe UI"/>
              </a:rPr>
              <a:t>illustrativ</a:t>
            </a:r>
            <a:r>
              <a:rPr sz="1300" b="0" dirty="0">
                <a:solidFill>
                  <a:srgbClr val="555148"/>
                </a:solidFill>
                <a:latin typeface="Segoe UI"/>
              </a:rPr>
              <a:t>, </a:t>
            </a:r>
            <a:r>
              <a:rPr sz="1300" b="0" dirty="0" err="1">
                <a:solidFill>
                  <a:srgbClr val="555148"/>
                </a:solidFill>
                <a:latin typeface="Segoe UI"/>
              </a:rPr>
              <a:t>keine</a:t>
            </a:r>
            <a:r>
              <a:rPr sz="1300" b="0" dirty="0">
                <a:solidFill>
                  <a:srgbClr val="555148"/>
                </a:solidFill>
                <a:latin typeface="Segoe UI"/>
              </a:rPr>
              <a:t> </a:t>
            </a:r>
            <a:r>
              <a:rPr sz="1300" b="0" dirty="0" err="1">
                <a:solidFill>
                  <a:srgbClr val="555148"/>
                </a:solidFill>
                <a:latin typeface="Segoe UI"/>
              </a:rPr>
              <a:t>gemessenen</a:t>
            </a:r>
            <a:r>
              <a:rPr sz="1300" b="0" dirty="0">
                <a:solidFill>
                  <a:srgbClr val="555148"/>
                </a:solidFill>
                <a:latin typeface="Segoe UI"/>
              </a:rPr>
              <a:t> </a:t>
            </a:r>
            <a:r>
              <a:rPr sz="1300" b="0" dirty="0" err="1">
                <a:solidFill>
                  <a:srgbClr val="555148"/>
                </a:solidFill>
                <a:latin typeface="Segoe UI"/>
              </a:rPr>
              <a:t>Werte</a:t>
            </a:r>
            <a:r>
              <a:rPr sz="1300" b="0" dirty="0">
                <a:solidFill>
                  <a:srgbClr val="555148"/>
                </a:solidFill>
                <a:latin typeface="Segoe UI"/>
              </a:rPr>
              <a:t>. </a:t>
            </a:r>
            <a:r>
              <a:rPr sz="1300" b="0" dirty="0" err="1">
                <a:solidFill>
                  <a:srgbClr val="555148"/>
                </a:solidFill>
                <a:latin typeface="Segoe UI"/>
              </a:rPr>
              <a:t>Vergleichbar</a:t>
            </a:r>
            <a:r>
              <a:rPr sz="1300" b="0" dirty="0">
                <a:solidFill>
                  <a:srgbClr val="555148"/>
                </a:solidFill>
                <a:latin typeface="Segoe UI"/>
              </a:rPr>
              <a:t> </a:t>
            </a:r>
            <a:r>
              <a:rPr sz="1300" b="0" dirty="0" err="1">
                <a:solidFill>
                  <a:srgbClr val="555148"/>
                </a:solidFill>
                <a:latin typeface="Segoe UI"/>
              </a:rPr>
              <a:t>sind</a:t>
            </a:r>
            <a:r>
              <a:rPr sz="1300" b="0" dirty="0">
                <a:solidFill>
                  <a:srgbClr val="555148"/>
                </a:solidFill>
                <a:latin typeface="Segoe UI"/>
              </a:rPr>
              <a:t> die </a:t>
            </a:r>
            <a:r>
              <a:rPr sz="1300" b="0" dirty="0" err="1">
                <a:solidFill>
                  <a:srgbClr val="555148"/>
                </a:solidFill>
                <a:latin typeface="Segoe UI"/>
              </a:rPr>
              <a:t>Vektoren</a:t>
            </a:r>
            <a:r>
              <a:rPr sz="1300" b="0" dirty="0">
                <a:solidFill>
                  <a:srgbClr val="555148"/>
                </a:solidFill>
                <a:latin typeface="Segoe UI"/>
              </a:rPr>
              <a:t> </a:t>
            </a:r>
            <a:r>
              <a:rPr sz="1300" b="0" dirty="0" err="1">
                <a:solidFill>
                  <a:srgbClr val="555148"/>
                </a:solidFill>
                <a:latin typeface="Segoe UI"/>
              </a:rPr>
              <a:t>nur</a:t>
            </a:r>
            <a:r>
              <a:rPr sz="1300" b="0" dirty="0">
                <a:solidFill>
                  <a:srgbClr val="555148"/>
                </a:solidFill>
                <a:latin typeface="Segoe UI"/>
              </a:rPr>
              <a:t>, </a:t>
            </a:r>
            <a:r>
              <a:rPr sz="1300" b="0" dirty="0" err="1">
                <a:solidFill>
                  <a:srgbClr val="555148"/>
                </a:solidFill>
                <a:latin typeface="Segoe UI"/>
              </a:rPr>
              <a:t>weil</a:t>
            </a:r>
            <a:r>
              <a:rPr sz="1300" b="0" dirty="0">
                <a:solidFill>
                  <a:srgbClr val="555148"/>
                </a:solidFill>
                <a:latin typeface="Segoe UI"/>
              </a:rPr>
              <a:t> </a:t>
            </a:r>
            <a:r>
              <a:rPr sz="1300" b="0" dirty="0" err="1">
                <a:solidFill>
                  <a:srgbClr val="555148"/>
                </a:solidFill>
                <a:latin typeface="Segoe UI"/>
              </a:rPr>
              <a:t>derselbe</a:t>
            </a:r>
            <a:r>
              <a:rPr sz="1300" b="0" dirty="0">
                <a:solidFill>
                  <a:srgbClr val="555148"/>
                </a:solidFill>
                <a:latin typeface="Segoe UI"/>
              </a:rPr>
              <a:t> Encoder </a:t>
            </a:r>
            <a:r>
              <a:rPr sz="1300" b="0" dirty="0" err="1">
                <a:solidFill>
                  <a:srgbClr val="555148"/>
                </a:solidFill>
                <a:latin typeface="Segoe UI"/>
              </a:rPr>
              <a:t>beide</a:t>
            </a:r>
            <a:r>
              <a:rPr sz="1300" b="0" dirty="0">
                <a:solidFill>
                  <a:srgbClr val="555148"/>
                </a:solidFill>
                <a:latin typeface="Segoe UI"/>
              </a:rPr>
              <a:t> </a:t>
            </a:r>
            <a:r>
              <a:rPr sz="1300" b="0" dirty="0" err="1">
                <a:solidFill>
                  <a:srgbClr val="555148"/>
                </a:solidFill>
                <a:latin typeface="Segoe UI"/>
              </a:rPr>
              <a:t>erzeugt</a:t>
            </a:r>
            <a:r>
              <a:rPr sz="1300" b="0" dirty="0">
                <a:solidFill>
                  <a:srgbClr val="555148"/>
                </a:solidFill>
                <a:latin typeface="Segoe UI"/>
              </a:rPr>
              <a:t>.</a:t>
            </a:r>
          </a:p>
        </p:txBody>
      </p:sp>
      <p:sp>
        <p:nvSpPr>
          <p:cNvPr id="40" name="E5-Karte"/>
          <p:cNvSpPr/>
          <p:nvPr/>
        </p:nvSpPr>
        <p:spPr>
          <a:xfrm>
            <a:off x="8255000" y="2235200"/>
            <a:ext cx="4368800" cy="3995366"/>
          </a:xfrm>
          <a:prstGeom prst="rect">
            <a:avLst/>
          </a:prstGeom>
          <a:solidFill>
            <a:srgbClr val="F7F5EF"/>
          </a:solidFill>
          <a:ln>
            <a:noFill/>
          </a:ln>
        </p:spPr>
        <p:txBody>
          <a:bodyPr wrap="square" lIns="152400" tIns="127000" rIns="152400" bIns="127000" anchor="t">
            <a:noAutofit/>
          </a:bodyPr>
          <a:lstStyle/>
          <a:p>
            <a:pPr algn="l">
              <a:lnSpc>
                <a:spcPct val="95000"/>
              </a:lnSpc>
              <a:spcAft>
                <a:spcPts val="400"/>
              </a:spcAft>
            </a:pPr>
            <a:r>
              <a:rPr lang="de-DE" sz="1500" b="1" dirty="0">
                <a:solidFill>
                  <a:srgbClr val="003E6E"/>
                </a:solidFill>
                <a:latin typeface="Segoe UI"/>
              </a:rPr>
              <a:t>Was E5 ist</a:t>
            </a:r>
          </a:p>
          <a:p>
            <a:pPr algn="l">
              <a:lnSpc>
                <a:spcPct val="95000"/>
              </a:lnSpc>
              <a:spcBef>
                <a:spcPts val="600"/>
              </a:spcBef>
              <a:spcAft>
                <a:spcPts val="500"/>
              </a:spcAft>
            </a:pPr>
            <a:r>
              <a:rPr lang="de-DE" sz="1400" b="1" dirty="0">
                <a:solidFill>
                  <a:srgbClr val="404040"/>
                </a:solidFill>
                <a:latin typeface="Segoe UI"/>
              </a:rPr>
              <a:t>E5</a:t>
            </a:r>
            <a:r>
              <a:rPr lang="de-DE" sz="1400" b="0" dirty="0">
                <a:solidFill>
                  <a:srgbClr val="404040"/>
                </a:solidFill>
                <a:latin typeface="Segoe UI"/>
              </a:rPr>
              <a:t> steht für EmbEddings from bidirEctional Encoder rEpresentations, eine Modellfamilie von Microsoft Research (Wang et al., 2022 und 2024).</a:t>
            </a:r>
          </a:p>
          <a:p>
            <a:pPr algn="l">
              <a:lnSpc>
                <a:spcPct val="95000"/>
              </a:lnSpc>
              <a:spcBef>
                <a:spcPts val="600"/>
              </a:spcBef>
              <a:spcAft>
                <a:spcPts val="500"/>
              </a:spcAft>
            </a:pPr>
            <a:r>
              <a:rPr lang="de-DE" sz="1400" b="1" dirty="0">
                <a:solidFill>
                  <a:srgbClr val="404040"/>
                </a:solidFill>
                <a:latin typeface="Segoe UI"/>
              </a:rPr>
              <a:t>Aufbau:</a:t>
            </a:r>
            <a:r>
              <a:rPr lang="de-DE" sz="1400" b="0" dirty="0">
                <a:solidFill>
                  <a:srgbClr val="404040"/>
                </a:solidFill>
                <a:latin typeface="Segoe UI"/>
              </a:rPr>
              <a:t> Das Modell multilingual-e5-small setzt auf Multilingual-MiniLM auf: 12 Layer, 384 Dimensionen, rund 118 Mio. Parameter, höchstens 512 Tokens, Vokabular für etwa 100 Sprachen.</a:t>
            </a:r>
          </a:p>
          <a:p>
            <a:pPr algn="l">
              <a:lnSpc>
                <a:spcPct val="95000"/>
              </a:lnSpc>
              <a:spcBef>
                <a:spcPts val="600"/>
              </a:spcBef>
              <a:spcAft>
                <a:spcPts val="500"/>
              </a:spcAft>
            </a:pPr>
            <a:r>
              <a:rPr lang="de-DE" sz="1400" b="1" dirty="0">
                <a:solidFill>
                  <a:srgbClr val="404040"/>
                </a:solidFill>
                <a:latin typeface="Segoe UI"/>
              </a:rPr>
              <a:t>Training:</a:t>
            </a:r>
            <a:r>
              <a:rPr lang="de-DE" sz="1400" b="0" dirty="0">
                <a:solidFill>
                  <a:srgbClr val="404040"/>
                </a:solidFill>
                <a:latin typeface="Segoe UI"/>
              </a:rPr>
              <a:t> kontrastives Vortraining auf rund einer Milliarde Textpaaren, danach Feinabstimmung auf beschrifteten Frage-Antwort-Daten. Zusammengehörige Paare landen nahe beieinander.</a:t>
            </a:r>
          </a:p>
          <a:p>
            <a:pPr algn="l">
              <a:lnSpc>
                <a:spcPct val="95000"/>
              </a:lnSpc>
              <a:spcBef>
                <a:spcPts val="600"/>
              </a:spcBef>
              <a:spcAft>
                <a:spcPts val="0"/>
              </a:spcAft>
            </a:pPr>
            <a:r>
              <a:rPr lang="de-DE" sz="1400" b="1" dirty="0">
                <a:solidFill>
                  <a:srgbClr val="404040"/>
                </a:solidFill>
                <a:latin typeface="Segoe UI"/>
              </a:rPr>
              <a:t>Präfixe:</a:t>
            </a:r>
            <a:r>
              <a:rPr lang="de-DE" sz="1400" b="0" dirty="0">
                <a:solidFill>
                  <a:srgbClr val="404040"/>
                </a:solidFill>
                <a:latin typeface="Segoe UI"/>
              </a:rPr>
              <a:t> query: und passage: stammen aus diesem Training; das Modell hat damit zwei Rollen gelernt.</a:t>
            </a:r>
          </a:p>
        </p:txBody>
      </p:sp>
      <p:sp>
        <p:nvSpPr>
          <p:cNvPr id="41" name="E5-Leiste"/>
          <p:cNvSpPr/>
          <p:nvPr/>
        </p:nvSpPr>
        <p:spPr>
          <a:xfrm>
            <a:off x="8255000" y="2235200"/>
            <a:ext cx="50800" cy="3995366"/>
          </a:xfrm>
          <a:prstGeom prst="rect">
            <a:avLst/>
          </a:prstGeom>
          <a:solidFill>
            <a:srgbClr val="003E6E"/>
          </a:solidFill>
          <a:ln>
            <a:noFill/>
          </a:ln>
        </p:spPr>
        <p:txBody>
          <a:bodyPr wrap="square" lIns="152400" tIns="127000" rIns="152400" bIns="127000" anchor="t">
            <a:noAutofit/>
          </a:bodyPr>
          <a:lstStyle/>
          <a:p>
            <a:endParaRPr/>
          </a:p>
        </p:txBody>
      </p:sp>
    </p:spTree>
    <p:extLst>
      <p:ext uri="{BB962C8B-B14F-4D97-AF65-F5344CB8AC3E}">
        <p14:creationId xmlns:p14="http://schemas.microsoft.com/office/powerpoint/2010/main" val="2701249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Ähnliche Bedeutung heißt ähnliche Richtung im Vektorraum</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schematisch, keine Projektion gemessener Vektoren; Wang et al. (2024), arXiv:2402.05672</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Der Encoder lernt, zusammengehörige Texte mit hoher Ähnlichkeit abzubilden. Die zwei Achsen stehen für 384 Dimensionen; gemessene E5-Vektoren liegen ihnen nicht zugrunde. Die Frage nach E:18 und ein relevanter Handbuchtext sollen nahe liegen. Sprachliche Nähe allein belegt jedoch keine zutreffende Fehlerdiagnose.</a:t>
            </a:r>
          </a:p>
        </p:txBody>
      </p:sp>
      <p:sp>
        <p:nvSpPr>
          <p:cNvPr id="6" name="Rectangle 5"/>
          <p:cNvSpPr/>
          <p:nvPr/>
        </p:nvSpPr>
        <p:spPr>
          <a:xfrm>
            <a:off x="1153160" y="2212443"/>
            <a:ext cx="5842000" cy="368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7" name="Connector 6"/>
          <p:cNvCxnSpPr/>
          <p:nvPr/>
        </p:nvCxnSpPr>
        <p:spPr>
          <a:xfrm>
            <a:off x="1661160" y="5641443"/>
            <a:ext cx="5080000" cy="0"/>
          </a:xfrm>
          <a:prstGeom prst="line">
            <a:avLst/>
          </a:prstGeom>
          <a:ln w="12700">
            <a:solidFill>
              <a:srgbClr val="A4A3A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661160" y="2466443"/>
            <a:ext cx="0" cy="3175000"/>
          </a:xfrm>
          <a:prstGeom prst="line">
            <a:avLst/>
          </a:prstGeom>
          <a:ln w="12700">
            <a:solidFill>
              <a:srgbClr val="A4A3A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661160" y="4350054"/>
            <a:ext cx="2900507" cy="1291389"/>
          </a:xfrm>
          <a:prstGeom prst="line">
            <a:avLst/>
          </a:prstGeom>
          <a:ln w="2222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637867" y="4223054"/>
            <a:ext cx="2413000" cy="457200"/>
          </a:xfrm>
          <a:prstGeom prst="rect">
            <a:avLst/>
          </a:prstGeom>
          <a:noFill/>
        </p:spPr>
        <p:txBody>
          <a:bodyPr wrap="square" lIns="0" tIns="0" rIns="0" bIns="0">
            <a:spAutoFit/>
          </a:bodyPr>
          <a:lstStyle/>
          <a:p>
            <a:pPr>
              <a:lnSpc>
                <a:spcPct val="95000"/>
              </a:lnSpc>
            </a:pPr>
            <a:r>
              <a:rPr sz="1300" b="0">
                <a:solidFill>
                  <a:srgbClr val="003E6E"/>
                </a:solidFill>
                <a:latin typeface="Segoe UI"/>
              </a:rPr>
              <a:t>Frage: "Was bedeutet E:18?"</a:t>
            </a:r>
          </a:p>
        </p:txBody>
      </p:sp>
      <p:cxnSp>
        <p:nvCxnSpPr>
          <p:cNvPr id="11" name="Connector 10"/>
          <p:cNvCxnSpPr/>
          <p:nvPr/>
        </p:nvCxnSpPr>
        <p:spPr>
          <a:xfrm flipV="1">
            <a:off x="1661160" y="4090396"/>
            <a:ext cx="1848465" cy="1551047"/>
          </a:xfrm>
          <a:prstGeom prst="line">
            <a:avLst/>
          </a:prstGeom>
          <a:ln w="22225">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7625" y="3582396"/>
            <a:ext cx="2413000" cy="457200"/>
          </a:xfrm>
          <a:prstGeom prst="rect">
            <a:avLst/>
          </a:prstGeom>
          <a:noFill/>
        </p:spPr>
        <p:txBody>
          <a:bodyPr wrap="square" lIns="0" tIns="0" rIns="0" bIns="0">
            <a:spAutoFit/>
          </a:bodyPr>
          <a:lstStyle/>
          <a:p>
            <a:pPr>
              <a:lnSpc>
                <a:spcPct val="95000"/>
              </a:lnSpc>
            </a:pPr>
            <a:r>
              <a:rPr sz="1300" b="0">
                <a:solidFill>
                  <a:srgbClr val="2E7D32"/>
                </a:solidFill>
                <a:latin typeface="Segoe UI"/>
              </a:rPr>
              <a:t>Chunk: "E:18 — Laugenpumpe verstopft …"</a:t>
            </a:r>
          </a:p>
        </p:txBody>
      </p:sp>
      <p:cxnSp>
        <p:nvCxnSpPr>
          <p:cNvPr id="13" name="Connector 12"/>
          <p:cNvCxnSpPr/>
          <p:nvPr/>
        </p:nvCxnSpPr>
        <p:spPr>
          <a:xfrm flipV="1">
            <a:off x="1661160" y="3000398"/>
            <a:ext cx="371175" cy="2641045"/>
          </a:xfrm>
          <a:prstGeom prst="line">
            <a:avLst/>
          </a:prstGeom>
          <a:ln w="22225">
            <a:solidFill>
              <a:srgbClr val="A326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08535" y="2873398"/>
            <a:ext cx="2413000" cy="457200"/>
          </a:xfrm>
          <a:prstGeom prst="rect">
            <a:avLst/>
          </a:prstGeom>
          <a:noFill/>
        </p:spPr>
        <p:txBody>
          <a:bodyPr wrap="square" lIns="0" tIns="0" rIns="0" bIns="0">
            <a:spAutoFit/>
          </a:bodyPr>
          <a:lstStyle/>
          <a:p>
            <a:pPr>
              <a:lnSpc>
                <a:spcPct val="95000"/>
              </a:lnSpc>
            </a:pPr>
            <a:r>
              <a:rPr sz="1300" b="0">
                <a:solidFill>
                  <a:srgbClr val="A32638"/>
                </a:solidFill>
                <a:latin typeface="Segoe UI"/>
              </a:rPr>
              <a:t>Frage: "Hauptstadt Frankreichs?"</a:t>
            </a:r>
          </a:p>
        </p:txBody>
      </p:sp>
      <p:sp>
        <p:nvSpPr>
          <p:cNvPr id="15" name="TextBox 14"/>
          <p:cNvSpPr txBox="1"/>
          <p:nvPr/>
        </p:nvSpPr>
        <p:spPr>
          <a:xfrm>
            <a:off x="3566160" y="5260443"/>
            <a:ext cx="1524000" cy="228600"/>
          </a:xfrm>
          <a:prstGeom prst="rect">
            <a:avLst/>
          </a:prstGeom>
          <a:noFill/>
        </p:spPr>
        <p:txBody>
          <a:bodyPr wrap="square" lIns="0" tIns="0" rIns="0" bIns="0">
            <a:spAutoFit/>
          </a:bodyPr>
          <a:lstStyle/>
          <a:p>
            <a:pPr>
              <a:lnSpc>
                <a:spcPct val="95000"/>
              </a:lnSpc>
            </a:pPr>
            <a:r>
              <a:rPr sz="1300" b="0">
                <a:solidFill>
                  <a:srgbClr val="555148"/>
                </a:solidFill>
                <a:latin typeface="Segoe UI"/>
              </a:rPr>
              <a:t>kleiner Winkel</a:t>
            </a:r>
          </a:p>
        </p:txBody>
      </p:sp>
      <p:sp>
        <p:nvSpPr>
          <p:cNvPr id="16" name="TextBox 15"/>
          <p:cNvSpPr txBox="1"/>
          <p:nvPr/>
        </p:nvSpPr>
        <p:spPr>
          <a:xfrm>
            <a:off x="1701800" y="5664200"/>
            <a:ext cx="1524000" cy="228600"/>
          </a:xfrm>
          <a:prstGeom prst="rect">
            <a:avLst/>
          </a:prstGeom>
          <a:noFill/>
        </p:spPr>
        <p:txBody>
          <a:bodyPr wrap="square" lIns="0" tIns="0" rIns="0" bIns="0">
            <a:spAutoFit/>
          </a:bodyPr>
          <a:lstStyle/>
          <a:p>
            <a:pPr>
              <a:lnSpc>
                <a:spcPct val="95000"/>
              </a:lnSpc>
            </a:pPr>
            <a:r>
              <a:rPr sz="1300" b="0">
                <a:solidFill>
                  <a:srgbClr val="555148"/>
                </a:solidFill>
                <a:latin typeface="Segoe UI"/>
              </a:rPr>
              <a:t>Ursprung</a:t>
            </a:r>
          </a:p>
        </p:txBody>
      </p:sp>
      <p:sp>
        <p:nvSpPr>
          <p:cNvPr id="17" name="Rectangle 16"/>
          <p:cNvSpPr/>
          <p:nvPr/>
        </p:nvSpPr>
        <p:spPr>
          <a:xfrm>
            <a:off x="7249160" y="2212443"/>
            <a:ext cx="537845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49160" y="2212443"/>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465060" y="2339443"/>
            <a:ext cx="4972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Winkel statt Abstand</a:t>
            </a:r>
          </a:p>
        </p:txBody>
      </p:sp>
      <p:sp>
        <p:nvSpPr>
          <p:cNvPr id="20" name="TextBox 19"/>
          <p:cNvSpPr txBox="1"/>
          <p:nvPr/>
        </p:nvSpPr>
        <p:spPr>
          <a:xfrm>
            <a:off x="7465060" y="2631543"/>
            <a:ext cx="4972050" cy="1104900"/>
          </a:xfrm>
          <a:prstGeom prst="rect">
            <a:avLst/>
          </a:prstGeom>
          <a:noFill/>
        </p:spPr>
        <p:txBody>
          <a:bodyPr wrap="square" lIns="0" tIns="0" rIns="0" bIns="0">
            <a:spAutoFit/>
          </a:bodyPr>
          <a:lstStyle/>
          <a:p>
            <a:pPr>
              <a:lnSpc>
                <a:spcPct val="95000"/>
              </a:lnSpc>
            </a:pPr>
            <a:r>
              <a:rPr sz="1400" b="0">
                <a:solidFill>
                  <a:srgbClr val="404040"/>
                </a:solidFill>
                <a:latin typeface="Segoe UI"/>
              </a:rPr>
              <a:t>Die Kosinusähnlichkeit vergleicht nur die Richtung. Ein langer Abschnitt und eine kurze Frage können deshalb trotzdem nahe beieinanderliegen.</a:t>
            </a:r>
          </a:p>
        </p:txBody>
      </p:sp>
      <p:sp>
        <p:nvSpPr>
          <p:cNvPr id="21" name="Rectangle 20"/>
          <p:cNvSpPr/>
          <p:nvPr/>
        </p:nvSpPr>
        <p:spPr>
          <a:xfrm>
            <a:off x="7249160" y="4233483"/>
            <a:ext cx="537845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249160" y="4233483"/>
            <a:ext cx="50800" cy="1651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465060" y="4360483"/>
            <a:ext cx="4972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Nähe ist nicht Wahrheit</a:t>
            </a:r>
          </a:p>
        </p:txBody>
      </p:sp>
      <p:sp>
        <p:nvSpPr>
          <p:cNvPr id="24" name="TextBox 23"/>
          <p:cNvSpPr txBox="1"/>
          <p:nvPr/>
        </p:nvSpPr>
        <p:spPr>
          <a:xfrm>
            <a:off x="7465060" y="4652583"/>
            <a:ext cx="4972050" cy="1104900"/>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Der Reranker schätzt Relevanz. Ob eine Antwort vollständig und handbuchtreu ist, muss gesondert geprüft werden.</a:t>
            </a:r>
          </a:p>
        </p:txBody>
      </p:sp>
    </p:spTree>
    <p:extLst>
      <p:ext uri="{BB962C8B-B14F-4D97-AF65-F5344CB8AC3E}">
        <p14:creationId xmlns:p14="http://schemas.microsoft.com/office/powerpoint/2010/main" val="3952806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Kosinusähnlichkeit ordnet Kandidaten, sie belegt keine Antwort</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llama_index/core/base/embeddings/base.py (SimilarityMode.DEFAULT = Kosinus); huggingface.co/intfloat/multilingual-e5-small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Die Kosinusähnlichkeit misst den Kosinus des Winkels zwischen Fragevektor und Textvektor, unabhängig von deren Länge; LlamaIndex nutzt sie im SimpleVectorStore als Standardmaß. Ein hoher Wert heißt thematische Nähe, nicht, dass der Abschnitt die Frage beantwortet. E:18 und E:23 stehen in derselben Tabelle und liegen sprachlich nahe, bedeuten aber Verschiedenes. Im kleinen Index läuft die Suche als direkter Vergleich mit allen Vektoren, ohne Näherungsverfahren.</a:t>
            </a:r>
          </a:p>
        </p:txBody>
      </p:sp>
      <p:sp>
        <p:nvSpPr>
          <p:cNvPr id="6" name="Rectangle 5"/>
          <p:cNvSpPr/>
          <p:nvPr/>
        </p:nvSpPr>
        <p:spPr>
          <a:xfrm>
            <a:off x="1153160" y="2541647"/>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l"/>
            <a:r>
              <a:rPr lang="de-DE" sz="2200" b="1">
                <a:solidFill>
                  <a:srgbClr val="003E6E"/>
                </a:solidFill>
                <a:latin typeface="Consolas"/>
              </a:rPr>
              <a:t>cos(q, d) = (q · d) / (‖q‖ · ‖d‖)</a:t>
            </a:r>
          </a:p>
          <a:p>
            <a:pPr algn="l"/>
            <a:r>
              <a:rPr lang="de-DE" sz="2200" b="1">
                <a:solidFill>
                  <a:srgbClr val="003E6E"/>
                </a:solidFill>
                <a:latin typeface="Consolas"/>
              </a:rPr>
              <a:t>1: gleiche Richtung   0: orthogonal   −1: entgegengesetzt</a:t>
            </a:r>
          </a:p>
        </p:txBody>
      </p:sp>
      <p:sp>
        <p:nvSpPr>
          <p:cNvPr id="7" name="Rectangle 6"/>
          <p:cNvSpPr/>
          <p:nvPr/>
        </p:nvSpPr>
        <p:spPr>
          <a:xfrm>
            <a:off x="1153160" y="3506847"/>
            <a:ext cx="5524500" cy="1498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153160" y="3506847"/>
            <a:ext cx="50800" cy="14986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69060" y="3633847"/>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Hoher Suchscore</a:t>
            </a:r>
          </a:p>
        </p:txBody>
      </p:sp>
      <p:sp>
        <p:nvSpPr>
          <p:cNvPr id="10" name="TextBox 9"/>
          <p:cNvSpPr txBox="1"/>
          <p:nvPr/>
        </p:nvSpPr>
        <p:spPr>
          <a:xfrm>
            <a:off x="1369060" y="3925947"/>
            <a:ext cx="5118100" cy="952500"/>
          </a:xfrm>
          <a:prstGeom prst="rect">
            <a:avLst/>
          </a:prstGeom>
          <a:noFill/>
        </p:spPr>
        <p:txBody>
          <a:bodyPr wrap="square" lIns="0" tIns="0" rIns="0" bIns="0">
            <a:spAutoFit/>
          </a:bodyPr>
          <a:lstStyle/>
          <a:p>
            <a:pPr>
              <a:lnSpc>
                <a:spcPct val="95000"/>
              </a:lnSpc>
            </a:pPr>
            <a:r>
              <a:rPr sz="1400" b="0">
                <a:solidFill>
                  <a:srgbClr val="404040"/>
                </a:solidFill>
                <a:latin typeface="Segoe UI"/>
              </a:rPr>
              <a:t>Der Text kann zur Frage passen. Seine Aussage muss trotzdem gelesen und geprüft werden — der Score bewertet Nähe, nicht Richtigkeit.</a:t>
            </a:r>
          </a:p>
        </p:txBody>
      </p:sp>
      <p:sp>
        <p:nvSpPr>
          <p:cNvPr id="11" name="Rectangle 10"/>
          <p:cNvSpPr/>
          <p:nvPr/>
        </p:nvSpPr>
        <p:spPr>
          <a:xfrm>
            <a:off x="7096760" y="3506847"/>
            <a:ext cx="5524500" cy="1498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3506847"/>
            <a:ext cx="50800" cy="1498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2660" y="3633847"/>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Fehlercodes</a:t>
            </a:r>
          </a:p>
        </p:txBody>
      </p:sp>
      <p:sp>
        <p:nvSpPr>
          <p:cNvPr id="14" name="TextBox 13"/>
          <p:cNvSpPr txBox="1"/>
          <p:nvPr/>
        </p:nvSpPr>
        <p:spPr>
          <a:xfrm>
            <a:off x="7312660" y="3925947"/>
            <a:ext cx="5118100" cy="952500"/>
          </a:xfrm>
          <a:prstGeom prst="rect">
            <a:avLst/>
          </a:prstGeom>
          <a:noFill/>
        </p:spPr>
        <p:txBody>
          <a:bodyPr wrap="square" lIns="0" tIns="0" rIns="0" bIns="0">
            <a:spAutoFit/>
          </a:bodyPr>
          <a:lstStyle/>
          <a:p>
            <a:pPr>
              <a:lnSpc>
                <a:spcPct val="95000"/>
              </a:lnSpc>
            </a:pPr>
            <a:r>
              <a:rPr sz="1400" b="0">
                <a:solidFill>
                  <a:srgbClr val="404040"/>
                </a:solidFill>
                <a:latin typeface="Segoe UI"/>
              </a:rPr>
              <a:t>E:18 und E:23 liegen im Vektorraum nahe beieinander, haben aber verschiedene Bedeutungen. Deshalb ergänzt ein exakter Lookup die Vektorsuche.</a:t>
            </a:r>
          </a:p>
        </p:txBody>
      </p:sp>
      <p:sp>
        <p:nvSpPr>
          <p:cNvPr id="15" name="Rectangle 14"/>
          <p:cNvSpPr/>
          <p:nvPr/>
        </p:nvSpPr>
        <p:spPr>
          <a:xfrm>
            <a:off x="1153160" y="5259447"/>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381760" y="5487311"/>
            <a:ext cx="11017250" cy="204671"/>
          </a:xfrm>
          <a:prstGeom prst="rect">
            <a:avLst/>
          </a:prstGeom>
          <a:noFill/>
        </p:spPr>
        <p:txBody>
          <a:bodyPr wrap="square" lIns="0" tIns="0" rIns="0" bIns="0" anchor="ctr">
            <a:spAutoFit/>
          </a:bodyPr>
          <a:lstStyle/>
          <a:p>
            <a:pPr>
              <a:lnSpc>
                <a:spcPct val="95000"/>
              </a:lnSpc>
            </a:pPr>
            <a:r>
              <a:rPr sz="1400" b="1" dirty="0" err="1">
                <a:solidFill>
                  <a:srgbClr val="003E6E"/>
                </a:solidFill>
                <a:latin typeface="Segoe UI"/>
              </a:rPr>
              <a:t>Ähnlichkeitswerte</a:t>
            </a:r>
            <a:r>
              <a:rPr sz="1400" b="1" dirty="0">
                <a:solidFill>
                  <a:srgbClr val="003E6E"/>
                </a:solidFill>
                <a:latin typeface="Segoe UI"/>
              </a:rPr>
              <a:t> </a:t>
            </a:r>
            <a:r>
              <a:rPr sz="1400" b="1" dirty="0" err="1">
                <a:solidFill>
                  <a:srgbClr val="003E6E"/>
                </a:solidFill>
                <a:latin typeface="Segoe UI"/>
              </a:rPr>
              <a:t>sind</a:t>
            </a:r>
            <a:r>
              <a:rPr sz="1400" b="1" dirty="0">
                <a:solidFill>
                  <a:srgbClr val="003E6E"/>
                </a:solidFill>
                <a:latin typeface="Segoe UI"/>
              </a:rPr>
              <a:t> </a:t>
            </a:r>
            <a:r>
              <a:rPr sz="1400" b="1" dirty="0" err="1">
                <a:solidFill>
                  <a:srgbClr val="003E6E"/>
                </a:solidFill>
                <a:latin typeface="Segoe UI"/>
              </a:rPr>
              <a:t>keine</a:t>
            </a:r>
            <a:r>
              <a:rPr sz="1400" b="1" dirty="0">
                <a:solidFill>
                  <a:srgbClr val="003E6E"/>
                </a:solidFill>
                <a:latin typeface="Segoe UI"/>
              </a:rPr>
              <a:t> </a:t>
            </a:r>
            <a:r>
              <a:rPr sz="1400" b="1" dirty="0" err="1">
                <a:solidFill>
                  <a:srgbClr val="003E6E"/>
                </a:solidFill>
                <a:latin typeface="Segoe UI"/>
              </a:rPr>
              <a:t>Wahrscheinlichkeit</a:t>
            </a:r>
            <a:r>
              <a:rPr sz="1400" b="1" dirty="0">
                <a:solidFill>
                  <a:srgbClr val="003E6E"/>
                </a:solidFill>
                <a:latin typeface="Segoe UI"/>
              </a:rPr>
              <a:t> für </a:t>
            </a:r>
            <a:r>
              <a:rPr sz="1400" b="1" dirty="0" err="1">
                <a:solidFill>
                  <a:srgbClr val="003E6E"/>
                </a:solidFill>
                <a:latin typeface="Segoe UI"/>
              </a:rPr>
              <a:t>eine</a:t>
            </a:r>
            <a:r>
              <a:rPr sz="1400" b="1" dirty="0">
                <a:solidFill>
                  <a:srgbClr val="003E6E"/>
                </a:solidFill>
                <a:latin typeface="Segoe UI"/>
              </a:rPr>
              <a:t> </a:t>
            </a:r>
            <a:r>
              <a:rPr sz="1400" b="1" dirty="0" err="1">
                <a:solidFill>
                  <a:srgbClr val="003E6E"/>
                </a:solidFill>
                <a:latin typeface="Segoe UI"/>
              </a:rPr>
              <a:t>richtige</a:t>
            </a:r>
            <a:r>
              <a:rPr sz="1400" b="1" dirty="0">
                <a:solidFill>
                  <a:srgbClr val="003E6E"/>
                </a:solidFill>
                <a:latin typeface="Segoe UI"/>
              </a:rPr>
              <a:t> </a:t>
            </a:r>
            <a:r>
              <a:rPr sz="1400" b="1" dirty="0" err="1">
                <a:solidFill>
                  <a:srgbClr val="003E6E"/>
                </a:solidFill>
                <a:latin typeface="Segoe UI"/>
              </a:rPr>
              <a:t>Antwort</a:t>
            </a:r>
            <a:r>
              <a:rPr sz="1400" b="1" dirty="0">
                <a:solidFill>
                  <a:srgbClr val="003E6E"/>
                </a:solidFill>
                <a:latin typeface="Segoe UI"/>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lokaler Dateispeicher genügt für die eine Anleitung</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github.com/swrobuts/SiemensWashingMachineTroubleShooting_LocalLLM; developers.llamaindex.ai, Persisting &amp; Loading Data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Das Repository hält vier Bestände: das 48-seitige Original-PDF als Referenz, das extrahierte Markdown als Quelle des Retrievals, den Ordner </a:t>
            </a:r>
            <a:r>
              <a:rPr lang="de-DE" dirty="0" err="1"/>
              <a:t>storage</a:t>
            </a:r>
            <a:r>
              <a:rPr lang="de-DE" dirty="0"/>
              <a:t>/ mit Vektoren, Nodes und Index-Metadaten sowie </a:t>
            </a:r>
            <a:r>
              <a:rPr lang="de-DE" dirty="0" err="1"/>
              <a:t>pageindex_tree.json</a:t>
            </a:r>
            <a:r>
              <a:rPr lang="de-DE" dirty="0"/>
              <a:t> mit 187 Abschnitten und Quellhash. Der </a:t>
            </a:r>
            <a:r>
              <a:rPr lang="de-DE" dirty="0" err="1"/>
              <a:t>SimpleVectorStore</a:t>
            </a:r>
            <a:r>
              <a:rPr lang="de-DE" dirty="0"/>
              <a:t> von </a:t>
            </a:r>
            <a:r>
              <a:rPr lang="de-DE" dirty="0" err="1"/>
              <a:t>LlamaIndex</a:t>
            </a:r>
            <a:r>
              <a:rPr lang="de-DE" dirty="0"/>
              <a:t> lädt die JSON-Dateien beim Start in den Prozess.</a:t>
            </a:r>
          </a:p>
          <a:p>
            <a:r>
              <a:rPr lang="de-DE" dirty="0"/>
              <a:t>Eine Chroma-, </a:t>
            </a:r>
            <a:r>
              <a:rPr lang="de-DE" dirty="0" err="1"/>
              <a:t>Qdrant</a:t>
            </a:r>
            <a:r>
              <a:rPr lang="de-DE" dirty="0"/>
              <a:t>-, PostgreSQL- oder Neo4j-Anbindung gibt es im Code nicht – dies wäre eine sinnhafte Erweiterung bei größeren </a:t>
            </a:r>
            <a:r>
              <a:rPr lang="de-DE" dirty="0" err="1"/>
              <a:t>Dokumentencorpora</a:t>
            </a:r>
            <a:r>
              <a:rPr lang="de-DE" dirty="0"/>
              <a:t>.</a:t>
            </a:r>
          </a:p>
        </p:txBody>
      </p:sp>
      <p:graphicFrame>
        <p:nvGraphicFramePr>
          <p:cNvPr id="6" name="Table 5"/>
          <p:cNvGraphicFramePr>
            <a:graphicFrameLocks noGrp="1"/>
          </p:cNvGraphicFramePr>
          <p:nvPr>
            <p:extLst>
              <p:ext uri="{D42A27DB-BD31-4B8C-83A1-F6EECF244321}">
                <p14:modId xmlns:p14="http://schemas.microsoft.com/office/powerpoint/2010/main" val="110599931"/>
              </p:ext>
            </p:extLst>
          </p:nvPr>
        </p:nvGraphicFramePr>
        <p:xfrm>
          <a:off x="1153160" y="2907776"/>
          <a:ext cx="11474450" cy="2209800"/>
        </p:xfrm>
        <a:graphic>
          <a:graphicData uri="http://schemas.openxmlformats.org/drawingml/2006/table">
            <a:tbl>
              <a:tblPr firstRow="1">
                <a:tableStyleId>{2D5ABB26-0587-4C30-8999-92F81FD0307C}</a:tableStyleId>
              </a:tblPr>
              <a:tblGrid>
                <a:gridCol w="3175000">
                  <a:extLst>
                    <a:ext uri="{9D8B030D-6E8A-4147-A177-3AD203B41FA5}">
                      <a16:colId xmlns:a16="http://schemas.microsoft.com/office/drawing/2014/main" val="20000"/>
                    </a:ext>
                  </a:extLst>
                </a:gridCol>
                <a:gridCol w="5080000">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tblGrid>
              <a:tr h="381000">
                <a:tc>
                  <a:txBody>
                    <a:bodyPr/>
                    <a:lstStyle/>
                    <a:p>
                      <a:pPr algn="l"/>
                      <a:r>
                        <a:rPr sz="1400" b="1">
                          <a:solidFill>
                            <a:srgbClr val="FFFFFF"/>
                          </a:solidFill>
                          <a:latin typeface="Segoe UI"/>
                        </a:rPr>
                        <a:t>Datei / Ordner</a:t>
                      </a:r>
                    </a:p>
                  </a:txBody>
                  <a:tcPr marL="101600" marR="101600" marT="50800" marB="50800" anchor="ctr">
                    <a:solidFill>
                      <a:srgbClr val="003E6E"/>
                    </a:solidFill>
                  </a:tcPr>
                </a:tc>
                <a:tc>
                  <a:txBody>
                    <a:bodyPr/>
                    <a:lstStyle/>
                    <a:p>
                      <a:pPr algn="l"/>
                      <a:r>
                        <a:rPr sz="1400" b="1">
                          <a:solidFill>
                            <a:srgbClr val="FFFFFF"/>
                          </a:solidFill>
                          <a:latin typeface="Segoe UI"/>
                        </a:rPr>
                        <a:t>Inhalt</a:t>
                      </a:r>
                    </a:p>
                  </a:txBody>
                  <a:tcPr marL="101600" marR="101600" marT="50800" marB="50800" anchor="ctr">
                    <a:solidFill>
                      <a:srgbClr val="003E6E"/>
                    </a:solidFill>
                  </a:tcPr>
                </a:tc>
                <a:tc>
                  <a:txBody>
                    <a:bodyPr/>
                    <a:lstStyle/>
                    <a:p>
                      <a:pPr algn="l"/>
                      <a:r>
                        <a:rPr sz="1400" b="1">
                          <a:solidFill>
                            <a:srgbClr val="FFFFFF"/>
                          </a:solidFill>
                          <a:latin typeface="Segoe UI"/>
                        </a:rPr>
                        <a:t>Verwendung</a:t>
                      </a:r>
                    </a:p>
                  </a:txBody>
                  <a:tcPr marL="101600" marR="101600" marT="50800" marB="50800" anchor="ctr">
                    <a:solidFill>
                      <a:srgbClr val="003E6E"/>
                    </a:solidFill>
                  </a:tcPr>
                </a:tc>
                <a:extLst>
                  <a:ext uri="{0D108BD9-81ED-4DB2-BD59-A6C34878D82A}">
                    <a16:rowId xmlns:a16="http://schemas.microsoft.com/office/drawing/2014/main" val="10000"/>
                  </a:ext>
                </a:extLst>
              </a:tr>
              <a:tr h="457200">
                <a:tc>
                  <a:txBody>
                    <a:bodyPr/>
                    <a:lstStyle/>
                    <a:p>
                      <a:pPr algn="l"/>
                      <a:r>
                        <a:rPr sz="1400" b="0">
                          <a:solidFill>
                            <a:srgbClr val="404040"/>
                          </a:solidFill>
                          <a:latin typeface="Consolas"/>
                        </a:rPr>
                        <a:t>siemens-handbuch.pdf</a:t>
                      </a:r>
                    </a:p>
                  </a:txBody>
                  <a:tcPr marL="101600" marR="101600" marT="50800" marB="50800" anchor="ctr">
                    <a:solidFill>
                      <a:srgbClr val="FFFFFF"/>
                    </a:solidFill>
                  </a:tcPr>
                </a:tc>
                <a:tc>
                  <a:txBody>
                    <a:bodyPr/>
                    <a:lstStyle/>
                    <a:p>
                      <a:pPr algn="l"/>
                      <a:r>
                        <a:rPr sz="1400" b="0">
                          <a:solidFill>
                            <a:srgbClr val="404040"/>
                          </a:solidFill>
                          <a:latin typeface="Segoe UI"/>
                        </a:rPr>
                        <a:t>48-seitige Originalanleitung</a:t>
                      </a:r>
                    </a:p>
                  </a:txBody>
                  <a:tcPr marL="101600" marR="101600" marT="50800" marB="50800" anchor="ctr">
                    <a:solidFill>
                      <a:srgbClr val="FFFFFF"/>
                    </a:solidFill>
                  </a:tcPr>
                </a:tc>
                <a:tc>
                  <a:txBody>
                    <a:bodyPr/>
                    <a:lstStyle/>
                    <a:p>
                      <a:pPr algn="l"/>
                      <a:r>
                        <a:rPr sz="1400" b="0">
                          <a:solidFill>
                            <a:srgbClr val="404040"/>
                          </a:solidFill>
                          <a:latin typeface="Segoe UI"/>
                        </a:rPr>
                        <a:t>Referenz für jede Prüfung</a:t>
                      </a:r>
                    </a:p>
                  </a:txBody>
                  <a:tcPr marL="101600" marR="101600" marT="50800" marB="50800" anchor="ctr">
                    <a:solidFill>
                      <a:srgbClr val="FFFFFF"/>
                    </a:solidFill>
                  </a:tcPr>
                </a:tc>
                <a:extLst>
                  <a:ext uri="{0D108BD9-81ED-4DB2-BD59-A6C34878D82A}">
                    <a16:rowId xmlns:a16="http://schemas.microsoft.com/office/drawing/2014/main" val="10001"/>
                  </a:ext>
                </a:extLst>
              </a:tr>
              <a:tr h="457200">
                <a:tc>
                  <a:txBody>
                    <a:bodyPr/>
                    <a:lstStyle/>
                    <a:p>
                      <a:pPr algn="l"/>
                      <a:r>
                        <a:rPr sz="1400" b="0">
                          <a:solidFill>
                            <a:srgbClr val="404040"/>
                          </a:solidFill>
                          <a:latin typeface="Consolas"/>
                        </a:rPr>
                        <a:t>siemens_wissen.md</a:t>
                      </a:r>
                    </a:p>
                  </a:txBody>
                  <a:tcPr marL="101600" marR="101600" marT="50800" marB="50800" anchor="ctr">
                    <a:solidFill>
                      <a:srgbClr val="F7F5EF"/>
                    </a:solidFill>
                  </a:tcPr>
                </a:tc>
                <a:tc>
                  <a:txBody>
                    <a:bodyPr/>
                    <a:lstStyle/>
                    <a:p>
                      <a:pPr algn="l"/>
                      <a:r>
                        <a:rPr sz="1400" b="0">
                          <a:solidFill>
                            <a:srgbClr val="404040"/>
                          </a:solidFill>
                          <a:latin typeface="Segoe UI"/>
                        </a:rPr>
                        <a:t>Strukturiert extrahierter Text</a:t>
                      </a:r>
                    </a:p>
                  </a:txBody>
                  <a:tcPr marL="101600" marR="101600" marT="50800" marB="50800" anchor="ctr">
                    <a:solidFill>
                      <a:srgbClr val="F7F5EF"/>
                    </a:solidFill>
                  </a:tcPr>
                </a:tc>
                <a:tc>
                  <a:txBody>
                    <a:bodyPr/>
                    <a:lstStyle/>
                    <a:p>
                      <a:pPr algn="l"/>
                      <a:r>
                        <a:rPr sz="1400" b="0">
                          <a:solidFill>
                            <a:srgbClr val="404040"/>
                          </a:solidFill>
                          <a:latin typeface="Segoe UI"/>
                        </a:rPr>
                        <a:t>Quelle des Retrievals</a:t>
                      </a:r>
                    </a:p>
                  </a:txBody>
                  <a:tcPr marL="101600" marR="101600" marT="50800" marB="50800" anchor="ctr">
                    <a:solidFill>
                      <a:srgbClr val="F7F5EF"/>
                    </a:solidFill>
                  </a:tcPr>
                </a:tc>
                <a:extLst>
                  <a:ext uri="{0D108BD9-81ED-4DB2-BD59-A6C34878D82A}">
                    <a16:rowId xmlns:a16="http://schemas.microsoft.com/office/drawing/2014/main" val="10002"/>
                  </a:ext>
                </a:extLst>
              </a:tr>
              <a:tr h="457200">
                <a:tc>
                  <a:txBody>
                    <a:bodyPr/>
                    <a:lstStyle/>
                    <a:p>
                      <a:pPr algn="l"/>
                      <a:r>
                        <a:rPr sz="1400" b="0">
                          <a:solidFill>
                            <a:srgbClr val="404040"/>
                          </a:solidFill>
                          <a:latin typeface="Consolas"/>
                        </a:rPr>
                        <a:t>storage/</a:t>
                      </a:r>
                    </a:p>
                  </a:txBody>
                  <a:tcPr marL="101600" marR="101600" marT="50800" marB="50800" anchor="ctr">
                    <a:solidFill>
                      <a:srgbClr val="FFFFFF"/>
                    </a:solidFill>
                  </a:tcPr>
                </a:tc>
                <a:tc>
                  <a:txBody>
                    <a:bodyPr/>
                    <a:lstStyle/>
                    <a:p>
                      <a:pPr algn="l"/>
                      <a:r>
                        <a:rPr sz="1400" b="0">
                          <a:solidFill>
                            <a:srgbClr val="404040"/>
                          </a:solidFill>
                          <a:latin typeface="Segoe UI"/>
                        </a:rPr>
                        <a:t>default__vector_store.json, docstore.json, index_store.json</a:t>
                      </a:r>
                    </a:p>
                  </a:txBody>
                  <a:tcPr marL="101600" marR="101600" marT="50800" marB="50800" anchor="ctr">
                    <a:solidFill>
                      <a:srgbClr val="FFFFFF"/>
                    </a:solidFill>
                  </a:tcPr>
                </a:tc>
                <a:tc>
                  <a:txBody>
                    <a:bodyPr/>
                    <a:lstStyle/>
                    <a:p>
                      <a:pPr algn="l"/>
                      <a:r>
                        <a:rPr sz="1400" b="0">
                          <a:solidFill>
                            <a:srgbClr val="404040"/>
                          </a:solidFill>
                          <a:latin typeface="Segoe UI"/>
                        </a:rPr>
                        <a:t>LlamaIndex-Suche</a:t>
                      </a:r>
                    </a:p>
                  </a:txBody>
                  <a:tcPr marL="101600" marR="101600" marT="50800" marB="50800" anchor="ctr">
                    <a:solidFill>
                      <a:srgbClr val="FFFFFF"/>
                    </a:solidFill>
                  </a:tcPr>
                </a:tc>
                <a:extLst>
                  <a:ext uri="{0D108BD9-81ED-4DB2-BD59-A6C34878D82A}">
                    <a16:rowId xmlns:a16="http://schemas.microsoft.com/office/drawing/2014/main" val="10003"/>
                  </a:ext>
                </a:extLst>
              </a:tr>
              <a:tr h="457200">
                <a:tc>
                  <a:txBody>
                    <a:bodyPr/>
                    <a:lstStyle/>
                    <a:p>
                      <a:pPr algn="l"/>
                      <a:r>
                        <a:rPr sz="1400" b="0">
                          <a:solidFill>
                            <a:srgbClr val="404040"/>
                          </a:solidFill>
                          <a:latin typeface="Consolas"/>
                        </a:rPr>
                        <a:t>pageindex_tree.json</a:t>
                      </a:r>
                    </a:p>
                  </a:txBody>
                  <a:tcPr marL="101600" marR="101600" marT="50800" marB="50800" anchor="ctr">
                    <a:solidFill>
                      <a:srgbClr val="F7F5EF"/>
                    </a:solidFill>
                  </a:tcPr>
                </a:tc>
                <a:tc>
                  <a:txBody>
                    <a:bodyPr/>
                    <a:lstStyle/>
                    <a:p>
                      <a:pPr algn="l"/>
                      <a:r>
                        <a:rPr sz="1400" b="0">
                          <a:solidFill>
                            <a:srgbClr val="404040"/>
                          </a:solidFill>
                          <a:latin typeface="Segoe UI"/>
                        </a:rPr>
                        <a:t>187 Abschnitte, Summaries und Quellhash</a:t>
                      </a:r>
                    </a:p>
                  </a:txBody>
                  <a:tcPr marL="101600" marR="101600" marT="50800" marB="50800" anchor="ctr">
                    <a:solidFill>
                      <a:srgbClr val="F7F5EF"/>
                    </a:solidFill>
                  </a:tcPr>
                </a:tc>
                <a:tc>
                  <a:txBody>
                    <a:bodyPr/>
                    <a:lstStyle/>
                    <a:p>
                      <a:pPr algn="l"/>
                      <a:r>
                        <a:rPr sz="1400" b="0" dirty="0">
                          <a:solidFill>
                            <a:srgbClr val="404040"/>
                          </a:solidFill>
                          <a:latin typeface="Segoe UI"/>
                        </a:rPr>
                        <a:t>LLM-</a:t>
                      </a:r>
                      <a:r>
                        <a:rPr sz="1400" b="0" dirty="0" err="1">
                          <a:solidFill>
                            <a:srgbClr val="404040"/>
                          </a:solidFill>
                          <a:latin typeface="Segoe UI"/>
                        </a:rPr>
                        <a:t>Auswahl</a:t>
                      </a:r>
                      <a:r>
                        <a:rPr sz="1400" b="0" dirty="0">
                          <a:solidFill>
                            <a:srgbClr val="404040"/>
                          </a:solidFill>
                          <a:latin typeface="Segoe UI"/>
                        </a:rPr>
                        <a:t> von </a:t>
                      </a:r>
                      <a:r>
                        <a:rPr sz="1400" b="0" dirty="0" err="1">
                          <a:solidFill>
                            <a:srgbClr val="404040"/>
                          </a:solidFill>
                          <a:latin typeface="Segoe UI"/>
                        </a:rPr>
                        <a:t>Abschnitten</a:t>
                      </a:r>
                      <a:endParaRPr sz="1400" b="0" dirty="0">
                        <a:solidFill>
                          <a:srgbClr val="404040"/>
                        </a:solidFill>
                        <a:latin typeface="Segoe UI"/>
                      </a:endParaRPr>
                    </a:p>
                  </a:txBody>
                  <a:tcPr marL="101600" marR="101600" marT="50800" marB="50800" anchor="ctr">
                    <a:solidFill>
                      <a:srgbClr val="F7F5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Suchen, </a:t>
            </a:r>
            <a:r>
              <a:rPr dirty="0" err="1"/>
              <a:t>sortieren</a:t>
            </a:r>
            <a:r>
              <a:rPr dirty="0"/>
              <a:t>, </a:t>
            </a:r>
            <a:r>
              <a:rPr dirty="0" err="1"/>
              <a:t>ablehnen</a:t>
            </a:r>
            <a:endParaRPr dirty="0"/>
          </a:p>
        </p:txBody>
      </p:sp>
      <p:pic>
        <p:nvPicPr>
          <p:cNvPr id="4" name="Grafik 3">
            <a:extLst>
              <a:ext uri="{FF2B5EF4-FFF2-40B4-BE49-F238E27FC236}">
                <a16:creationId xmlns:a16="http://schemas.microsoft.com/office/drawing/2014/main" id="{B8126A09-9846-73EC-BE89-A49CF179C1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950" y="851170"/>
            <a:ext cx="6464030" cy="6464030"/>
          </a:xfrm>
          <a:prstGeom prst="rect">
            <a:avLst/>
          </a:prstGeom>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Hybrid heißt hier Vektorsuche plus exakter Fehlercode-Lookup</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rag_engine.py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Vektorsuche liefert Top 12. Ein zusätzlicher Lookup ergänzt passende vollständige Fehlercodes, etwa E18 oder E:18. Beide Kandidatenmengen werden vereinigt und </a:t>
            </a:r>
            <a:r>
              <a:rPr lang="de-DE" dirty="0" err="1"/>
              <a:t>dedupliziert</a:t>
            </a:r>
            <a:r>
              <a:rPr lang="de-DE" dirty="0"/>
              <a:t>. Dadurch können mehr als zwölf Kandidaten zum </a:t>
            </a:r>
            <a:r>
              <a:rPr lang="de-DE" dirty="0" err="1"/>
              <a:t>Reranker</a:t>
            </a:r>
            <a:r>
              <a:rPr lang="de-DE" dirty="0"/>
              <a:t> gelangen. E:180 bleibt von E:18 getrennt. Das Rankingverfahren BM25, Reciprocal Rank Fusion und eine Volltextdatenbank sind im Projekt nicht implementiert.</a:t>
            </a:r>
          </a:p>
        </p:txBody>
      </p:sp>
      <p:sp>
        <p:nvSpPr>
          <p:cNvPr id="6" name="Rectangle 5"/>
          <p:cNvSpPr/>
          <p:nvPr/>
        </p:nvSpPr>
        <p:spPr>
          <a:xfrm>
            <a:off x="1153160" y="3632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Nutzerfrage</a:t>
            </a:r>
          </a:p>
          <a:p>
            <a:pPr algn="ctr">
              <a:lnSpc>
                <a:spcPct val="95000"/>
              </a:lnSpc>
            </a:pPr>
            <a:r>
              <a:rPr sz="1300" b="0">
                <a:solidFill>
                  <a:srgbClr val="555148"/>
                </a:solidFill>
                <a:latin typeface="Segoe UI"/>
              </a:rPr>
              <a:t>"Was bedeutet E:18?"</a:t>
            </a:r>
          </a:p>
        </p:txBody>
      </p:sp>
      <p:sp>
        <p:nvSpPr>
          <p:cNvPr id="7" name="Rectangle 6"/>
          <p:cNvSpPr/>
          <p:nvPr/>
        </p:nvSpPr>
        <p:spPr>
          <a:xfrm>
            <a:off x="4137660" y="2489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Vektorsuche</a:t>
            </a:r>
          </a:p>
          <a:p>
            <a:pPr algn="ctr">
              <a:lnSpc>
                <a:spcPct val="95000"/>
              </a:lnSpc>
            </a:pPr>
            <a:r>
              <a:rPr sz="1300" b="0">
                <a:solidFill>
                  <a:srgbClr val="555148"/>
                </a:solidFill>
                <a:latin typeface="Segoe UI"/>
              </a:rPr>
              <a:t>Top 12 nach Kosinus</a:t>
            </a:r>
          </a:p>
        </p:txBody>
      </p:sp>
      <p:sp>
        <p:nvSpPr>
          <p:cNvPr id="8" name="Rectangle 7"/>
          <p:cNvSpPr/>
          <p:nvPr/>
        </p:nvSpPr>
        <p:spPr>
          <a:xfrm>
            <a:off x="4137660" y="4775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Exakter Lookup</a:t>
            </a:r>
          </a:p>
          <a:p>
            <a:pPr algn="ctr">
              <a:lnSpc>
                <a:spcPct val="95000"/>
              </a:lnSpc>
            </a:pPr>
            <a:r>
              <a:rPr sz="1300" b="0">
                <a:solidFill>
                  <a:srgbClr val="555148"/>
                </a:solidFill>
                <a:latin typeface="Segoe UI"/>
              </a:rPr>
              <a:t>normalisierter Code E:18</a:t>
            </a:r>
          </a:p>
        </p:txBody>
      </p:sp>
      <p:sp>
        <p:nvSpPr>
          <p:cNvPr id="9" name="Rectangle 8"/>
          <p:cNvSpPr/>
          <p:nvPr/>
        </p:nvSpPr>
        <p:spPr>
          <a:xfrm>
            <a:off x="7122160" y="3632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Kandidaten vereinigen</a:t>
            </a:r>
          </a:p>
          <a:p>
            <a:pPr algn="ctr">
              <a:lnSpc>
                <a:spcPct val="95000"/>
              </a:lnSpc>
            </a:pPr>
            <a:r>
              <a:rPr sz="1300" b="0">
                <a:solidFill>
                  <a:srgbClr val="555148"/>
                </a:solidFill>
                <a:latin typeface="Segoe UI"/>
              </a:rPr>
              <a:t>doppelte Nodes entfernen</a:t>
            </a:r>
          </a:p>
        </p:txBody>
      </p:sp>
      <p:sp>
        <p:nvSpPr>
          <p:cNvPr id="10" name="Rectangle 9"/>
          <p:cNvSpPr/>
          <p:nvPr/>
        </p:nvSpPr>
        <p:spPr>
          <a:xfrm>
            <a:off x="10106660" y="3632200"/>
            <a:ext cx="2520950" cy="838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Reranking</a:t>
            </a:r>
          </a:p>
          <a:p>
            <a:pPr algn="ctr">
              <a:lnSpc>
                <a:spcPct val="95000"/>
              </a:lnSpc>
            </a:pPr>
            <a:r>
              <a:rPr sz="1300" b="0">
                <a:solidFill>
                  <a:srgbClr val="FFFFFF"/>
                </a:solidFill>
                <a:latin typeface="Segoe UI"/>
              </a:rPr>
              <a:t>bge-reranker-v2-m3</a:t>
            </a:r>
          </a:p>
        </p:txBody>
      </p:sp>
      <p:cxnSp>
        <p:nvCxnSpPr>
          <p:cNvPr id="11" name="Connector 10"/>
          <p:cNvCxnSpPr/>
          <p:nvPr/>
        </p:nvCxnSpPr>
        <p:spPr>
          <a:xfrm flipV="1">
            <a:off x="3566160" y="2908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566160" y="4051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50660" y="2908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550660" y="4051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5160" y="4051300"/>
            <a:ext cx="5715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53160" y="5918200"/>
            <a:ext cx="11474450" cy="457200"/>
          </a:xfrm>
          <a:prstGeom prst="rect">
            <a:avLst/>
          </a:prstGeom>
          <a:noFill/>
        </p:spPr>
        <p:txBody>
          <a:bodyPr wrap="square" lIns="0" tIns="0" rIns="0" bIns="0">
            <a:spAutoFit/>
          </a:bodyPr>
          <a:lstStyle/>
          <a:p>
            <a:pPr>
              <a:lnSpc>
                <a:spcPct val="95000"/>
              </a:lnSpc>
            </a:pPr>
            <a:r>
              <a:rPr sz="1300" b="0">
                <a:solidFill>
                  <a:srgbClr val="555148"/>
                </a:solidFill>
                <a:latin typeface="Segoe UI"/>
              </a:rPr>
              <a:t>Ein unbekannter Code darf keine fremde Codebedeutung übernehmen: E:180 ist kein Treffer für E:18.</a:t>
            </a:r>
          </a:p>
        </p:txBody>
      </p:sp>
    </p:spTree>
    <p:extLst>
      <p:ext uri="{BB962C8B-B14F-4D97-AF65-F5344CB8AC3E}">
        <p14:creationId xmlns:p14="http://schemas.microsoft.com/office/powerpoint/2010/main" val="815615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Bi-Encoder vergleicht zwei Vektoren, Cross-Encoder liest das Paar</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a:t>Quelle: huggingface.co/BAAI/bge-reranker-v2-m3 ("uses question and document as input and directly output similarity"); Modellkarte E5</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a:t>Der Bi-Encoder berechnet Frage- und Textvektoren getrennt. Gespeicherte Textvektoren lassen sich zur Anfragezeit effizient vergleichen. Der Cross-Encoder verarbeitet jedes Frage-Text-Paar gemeinsam und schätzt dessen Relevanz. Das ist aufwendiger und kann die Sortierung verbessern. Im Projekt bewertet er die vereinigten Kandidaten aus Vektorsuche und Fehlercode-Lookup.</a:t>
            </a:r>
          </a:p>
        </p:txBody>
      </p:sp>
      <p:sp>
        <p:nvSpPr>
          <p:cNvPr id="6" name="Rectangle 5"/>
          <p:cNvSpPr/>
          <p:nvPr/>
        </p:nvSpPr>
        <p:spPr>
          <a:xfrm>
            <a:off x="1153160" y="2677809"/>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677809"/>
            <a:ext cx="552450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305560" y="2741309"/>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003E6E"/>
                </a:solidFill>
                <a:latin typeface="Segoe UI"/>
              </a:rPr>
              <a:t>1</a:t>
            </a:r>
          </a:p>
        </p:txBody>
      </p:sp>
      <p:sp>
        <p:nvSpPr>
          <p:cNvPr id="9" name="TextBox 8"/>
          <p:cNvSpPr txBox="1"/>
          <p:nvPr/>
        </p:nvSpPr>
        <p:spPr>
          <a:xfrm>
            <a:off x="1686560" y="2766709"/>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Bi-Encoder — E5, 384 Dimensionen</a:t>
            </a:r>
          </a:p>
        </p:txBody>
      </p:sp>
      <p:sp>
        <p:nvSpPr>
          <p:cNvPr id="10" name="TextBox 9"/>
          <p:cNvSpPr txBox="1"/>
          <p:nvPr/>
        </p:nvSpPr>
        <p:spPr>
          <a:xfrm>
            <a:off x="1369060" y="3185809"/>
            <a:ext cx="5092700" cy="1905000"/>
          </a:xfrm>
          <a:prstGeom prst="rect">
            <a:avLst/>
          </a:prstGeom>
          <a:noFill/>
        </p:spPr>
        <p:txBody>
          <a:bodyPr wrap="square" lIns="0" tIns="0" rIns="0" bIns="0">
            <a:spAutoFit/>
          </a:bodyPr>
          <a:lstStyle/>
          <a:p>
            <a:pPr>
              <a:lnSpc>
                <a:spcPct val="95000"/>
              </a:lnSpc>
            </a:pPr>
            <a:r>
              <a:rPr sz="1400" b="1">
                <a:solidFill>
                  <a:srgbClr val="003E6E"/>
                </a:solidFill>
                <a:latin typeface="Segoe UI"/>
              </a:rPr>
              <a:t>Frage → Vektor,  Text → Vektor,  cos(q, d)</a:t>
            </a:r>
          </a:p>
          <a:p>
            <a:pPr>
              <a:lnSpc>
                <a:spcPct val="95000"/>
              </a:lnSpc>
              <a:spcBef>
                <a:spcPts val="600"/>
              </a:spcBef>
            </a:pPr>
            <a:r>
              <a:rPr sz="1400" b="0">
                <a:solidFill>
                  <a:srgbClr val="404040"/>
                </a:solidFill>
                <a:latin typeface="Segoe UI"/>
              </a:rPr>
              <a:t>Textvektoren werden einmal berechnet und gespeichert. Zur Anfragezeit entsteht nur der Fragevektor; der Vergleich mit allen Chunks ist reine Arithmetik.</a:t>
            </a:r>
          </a:p>
          <a:p>
            <a:pPr>
              <a:lnSpc>
                <a:spcPct val="95000"/>
              </a:lnSpc>
              <a:spcBef>
                <a:spcPts val="600"/>
              </a:spcBef>
            </a:pPr>
            <a:r>
              <a:rPr sz="1400" b="0">
                <a:solidFill>
                  <a:srgbClr val="555148"/>
                </a:solidFill>
                <a:latin typeface="Segoe UI"/>
              </a:rPr>
              <a:t>Schnell, skaliert auf den ganzen Index; sieht Frage und Text aber nie zusammen.</a:t>
            </a:r>
          </a:p>
        </p:txBody>
      </p:sp>
      <p:sp>
        <p:nvSpPr>
          <p:cNvPr id="11" name="Rectangle 10"/>
          <p:cNvSpPr/>
          <p:nvPr/>
        </p:nvSpPr>
        <p:spPr>
          <a:xfrm>
            <a:off x="7096760" y="2677809"/>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2677809"/>
            <a:ext cx="5524500" cy="38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49160" y="2741309"/>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1F7F8C"/>
                </a:solidFill>
                <a:latin typeface="Segoe UI"/>
              </a:rPr>
              <a:t>2</a:t>
            </a:r>
          </a:p>
        </p:txBody>
      </p:sp>
      <p:sp>
        <p:nvSpPr>
          <p:cNvPr id="14" name="TextBox 13"/>
          <p:cNvSpPr txBox="1"/>
          <p:nvPr/>
        </p:nvSpPr>
        <p:spPr>
          <a:xfrm>
            <a:off x="7630160" y="2766709"/>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Cross-Encoder — bge-reranker-v2-m3</a:t>
            </a:r>
          </a:p>
        </p:txBody>
      </p:sp>
      <p:sp>
        <p:nvSpPr>
          <p:cNvPr id="15" name="TextBox 14"/>
          <p:cNvSpPr txBox="1"/>
          <p:nvPr/>
        </p:nvSpPr>
        <p:spPr>
          <a:xfrm>
            <a:off x="7312660" y="3185809"/>
            <a:ext cx="5092700" cy="1905000"/>
          </a:xfrm>
          <a:prstGeom prst="rect">
            <a:avLst/>
          </a:prstGeom>
          <a:noFill/>
        </p:spPr>
        <p:txBody>
          <a:bodyPr wrap="square" lIns="0" tIns="0" rIns="0" bIns="0">
            <a:spAutoFit/>
          </a:bodyPr>
          <a:lstStyle/>
          <a:p>
            <a:pPr>
              <a:lnSpc>
                <a:spcPct val="95000"/>
              </a:lnSpc>
            </a:pPr>
            <a:r>
              <a:rPr lang="de-DE" sz="1400" b="0">
                <a:solidFill>
                  <a:srgbClr val="003E6E"/>
                </a:solidFill>
                <a:latin typeface="Segoe UI"/>
              </a:rPr>
              <a:t>[Frage; Text] wird gemeinsam bewertet.</a:t>
            </a:r>
          </a:p>
          <a:p>
            <a:pPr>
              <a:lnSpc>
                <a:spcPct val="95000"/>
              </a:lnSpc>
            </a:pPr>
            <a:r>
              <a:rPr lang="de-DE" sz="1400" b="0">
                <a:solidFill>
                  <a:srgbClr val="003E6E"/>
                </a:solidFill>
                <a:latin typeface="Segoe UI"/>
              </a:rPr>
              <a:t>Attention verknüpft die Tokens beider Texte.</a:t>
            </a:r>
          </a:p>
          <a:p>
            <a:pPr>
              <a:lnSpc>
                <a:spcPct val="95000"/>
              </a:lnSpc>
            </a:pPr>
            <a:r>
              <a:rPr lang="de-DE" sz="1400" b="0">
                <a:solidFill>
                  <a:srgbClr val="003E6E"/>
                </a:solidFill>
                <a:latin typeface="Segoe UI"/>
              </a:rPr>
              <a:t>Ein Logit wird per Sigmoid auf 0 bis 1 abgebildet.</a:t>
            </a:r>
          </a:p>
          <a:p>
            <a:pPr>
              <a:lnSpc>
                <a:spcPct val="95000"/>
              </a:lnSpc>
            </a:pPr>
            <a:r>
              <a:rPr lang="de-DE" sz="1400" b="0">
                <a:solidFill>
                  <a:srgbClr val="003E6E"/>
                </a:solidFill>
                <a:latin typeface="Segoe UI"/>
              </a:rPr>
              <a:t>Mehr Rechenaufwand je Kandidat. Die Zahl der Kandidaten kann durch den Lookup über zwölf liegen.</a:t>
            </a:r>
          </a:p>
        </p:txBody>
      </p:sp>
      <p:sp>
        <p:nvSpPr>
          <p:cNvPr id="16" name="Rectangle 15"/>
          <p:cNvSpPr/>
          <p:nvPr/>
        </p:nvSpPr>
        <p:spPr>
          <a:xfrm>
            <a:off x="1153160" y="5471809"/>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81760" y="5712373"/>
            <a:ext cx="11017250" cy="204671"/>
          </a:xfrm>
          <a:prstGeom prst="rect">
            <a:avLst/>
          </a:prstGeom>
          <a:noFill/>
        </p:spPr>
        <p:txBody>
          <a:bodyPr wrap="square" lIns="0" tIns="0" rIns="0" bIns="0" anchor="ctr">
            <a:spAutoFit/>
          </a:bodyPr>
          <a:lstStyle/>
          <a:p>
            <a:pPr>
              <a:lnSpc>
                <a:spcPct val="95000"/>
              </a:lnSpc>
            </a:pPr>
            <a:r>
              <a:rPr sz="1400" b="1" dirty="0" err="1">
                <a:solidFill>
                  <a:srgbClr val="003E6E"/>
                </a:solidFill>
                <a:latin typeface="Segoe UI"/>
              </a:rPr>
              <a:t>Arbeitsteilung</a:t>
            </a:r>
            <a:r>
              <a:rPr sz="1400" b="1" dirty="0">
                <a:solidFill>
                  <a:srgbClr val="003E6E"/>
                </a:solidFill>
                <a:latin typeface="Segoe UI"/>
              </a:rPr>
              <a:t>: </a:t>
            </a:r>
            <a:r>
              <a:rPr sz="1400" b="0" dirty="0">
                <a:solidFill>
                  <a:srgbClr val="404040"/>
                </a:solidFill>
                <a:latin typeface="Segoe UI"/>
              </a:rPr>
              <a:t>Der Bi-Encoder </a:t>
            </a:r>
            <a:r>
              <a:rPr sz="1400" b="0" dirty="0" err="1">
                <a:solidFill>
                  <a:srgbClr val="404040"/>
                </a:solidFill>
                <a:latin typeface="Segoe UI"/>
              </a:rPr>
              <a:t>findet</a:t>
            </a:r>
            <a:r>
              <a:rPr sz="1400" b="0" dirty="0">
                <a:solidFill>
                  <a:srgbClr val="404040"/>
                </a:solidFill>
                <a:latin typeface="Segoe UI"/>
              </a:rPr>
              <a:t> </a:t>
            </a:r>
            <a:r>
              <a:rPr sz="1400" b="0" dirty="0" err="1">
                <a:solidFill>
                  <a:srgbClr val="404040"/>
                </a:solidFill>
                <a:latin typeface="Segoe UI"/>
              </a:rPr>
              <a:t>Kandidaten</a:t>
            </a:r>
            <a:r>
              <a:rPr sz="1400" b="0" dirty="0">
                <a:solidFill>
                  <a:srgbClr val="404040"/>
                </a:solidFill>
                <a:latin typeface="Segoe UI"/>
              </a:rPr>
              <a:t>, der Cross-Encoder </a:t>
            </a:r>
            <a:r>
              <a:rPr sz="1400" b="0" dirty="0" err="1">
                <a:solidFill>
                  <a:srgbClr val="404040"/>
                </a:solidFill>
                <a:latin typeface="Segoe UI"/>
              </a:rPr>
              <a:t>ordnet</a:t>
            </a:r>
            <a:r>
              <a:rPr sz="1400" b="0" dirty="0">
                <a:solidFill>
                  <a:srgbClr val="404040"/>
                </a:solidFill>
                <a:latin typeface="Segoe UI"/>
              </a:rPr>
              <a:t> </a:t>
            </a:r>
            <a:r>
              <a:rPr sz="1400" b="0" dirty="0" err="1">
                <a:solidFill>
                  <a:srgbClr val="404040"/>
                </a:solidFill>
                <a:latin typeface="Segoe UI"/>
              </a:rPr>
              <a:t>sie</a:t>
            </a:r>
            <a:r>
              <a:rPr sz="1400" b="0" dirty="0">
                <a:solidFill>
                  <a:srgbClr val="404040"/>
                </a:solidFill>
                <a:latin typeface="Segoe UI"/>
              </a:rPr>
              <a:t>. </a:t>
            </a:r>
            <a:r>
              <a:rPr sz="1400" b="0" dirty="0" err="1">
                <a:solidFill>
                  <a:srgbClr val="404040"/>
                </a:solidFill>
                <a:latin typeface="Segoe UI"/>
              </a:rPr>
              <a:t>Beide</a:t>
            </a:r>
            <a:r>
              <a:rPr sz="1400" b="0" dirty="0">
                <a:solidFill>
                  <a:srgbClr val="404040"/>
                </a:solidFill>
                <a:latin typeface="Segoe UI"/>
              </a:rPr>
              <a:t> Modelle </a:t>
            </a:r>
            <a:r>
              <a:rPr sz="1400" b="0" dirty="0" err="1">
                <a:solidFill>
                  <a:srgbClr val="404040"/>
                </a:solidFill>
                <a:latin typeface="Segoe UI"/>
              </a:rPr>
              <a:t>laufen</a:t>
            </a:r>
            <a:r>
              <a:rPr sz="1400" b="0" dirty="0">
                <a:solidFill>
                  <a:srgbClr val="404040"/>
                </a:solidFill>
                <a:latin typeface="Segoe UI"/>
              </a:rPr>
              <a:t> </a:t>
            </a:r>
            <a:r>
              <a:rPr sz="1400" b="0" dirty="0" err="1">
                <a:solidFill>
                  <a:srgbClr val="404040"/>
                </a:solidFill>
                <a:latin typeface="Segoe UI"/>
              </a:rPr>
              <a:t>lokal</a:t>
            </a:r>
            <a:r>
              <a:rPr sz="1400" b="0" dirty="0">
                <a:solidFill>
                  <a:srgbClr val="404040"/>
                </a:solidFill>
                <a:latin typeface="Segoe UI"/>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Cross-Encoder liest Frage und Kandidat gemeinsam</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a:t>Quelle: huggingface.co/BAAI/bge-reranker-v2-m3 (Modellkarte); rag_engine.py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dirty="0"/>
              <a:t>Das Reranker-Modell bge-reranker-v2-m3 bewertet die vereinigten Kandidaten als Frage-Text-Paare. Der Code bildet die </a:t>
            </a:r>
            <a:r>
              <a:rPr lang="de-DE" dirty="0" err="1"/>
              <a:t>Logits</a:t>
            </a:r>
            <a:r>
              <a:rPr lang="de-DE" dirty="0"/>
              <a:t> explizit per Sigmoid auf 0 bis 1 ab. Aus den fünf höchsten Rängen wählt ein zusätzlicher </a:t>
            </a:r>
            <a:r>
              <a:rPr lang="de-DE" dirty="0" err="1"/>
              <a:t>Scorefilter</a:t>
            </a:r>
            <a:r>
              <a:rPr lang="de-DE" dirty="0"/>
              <a:t> die Antwortbelege. Der </a:t>
            </a:r>
            <a:r>
              <a:rPr lang="de-DE" dirty="0" err="1"/>
              <a:t>Reranker</a:t>
            </a:r>
            <a:r>
              <a:rPr lang="de-DE" dirty="0"/>
              <a:t> kann nur gefundene Kandidaten umsortieren. Fehlende Passagen kann er nicht nachträglich suchen.</a:t>
            </a:r>
          </a:p>
        </p:txBody>
      </p:sp>
      <p:sp>
        <p:nvSpPr>
          <p:cNvPr id="10" name="Rectangle 9"/>
          <p:cNvSpPr/>
          <p:nvPr/>
        </p:nvSpPr>
        <p:spPr>
          <a:xfrm>
            <a:off x="1153160" y="4979481"/>
            <a:ext cx="552450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153160" y="4979481"/>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69060" y="5106481"/>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Mehr Genauigkeit, mehr Rechenzeit</a:t>
            </a:r>
          </a:p>
        </p:txBody>
      </p:sp>
      <p:sp>
        <p:nvSpPr>
          <p:cNvPr id="13" name="TextBox 12"/>
          <p:cNvSpPr txBox="1"/>
          <p:nvPr/>
        </p:nvSpPr>
        <p:spPr>
          <a:xfrm>
            <a:off x="1369060" y="5398581"/>
            <a:ext cx="5118100" cy="614014"/>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Top 12 aus der Vektorsuche plus zusätzliche Code-Treffer. Die Umgebungsvariable ENABLE_RERANK=0 schaltet den Reranker ab.</a:t>
            </a:r>
          </a:p>
        </p:txBody>
      </p:sp>
      <p:sp>
        <p:nvSpPr>
          <p:cNvPr id="14" name="Rectangle 13"/>
          <p:cNvSpPr/>
          <p:nvPr/>
        </p:nvSpPr>
        <p:spPr>
          <a:xfrm>
            <a:off x="7096760" y="4979481"/>
            <a:ext cx="552450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096760" y="4979481"/>
            <a:ext cx="50800" cy="13208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2660" y="5106481"/>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Sortieren, nicht finden</a:t>
            </a:r>
          </a:p>
        </p:txBody>
      </p:sp>
      <p:sp>
        <p:nvSpPr>
          <p:cNvPr id="17" name="TextBox 16"/>
          <p:cNvSpPr txBox="1"/>
          <p:nvPr/>
        </p:nvSpPr>
        <p:spPr>
          <a:xfrm>
            <a:off x="7312660" y="5398581"/>
            <a:ext cx="5118100" cy="774700"/>
          </a:xfrm>
          <a:prstGeom prst="rect">
            <a:avLst/>
          </a:prstGeom>
          <a:noFill/>
        </p:spPr>
        <p:txBody>
          <a:bodyPr wrap="square" lIns="0" tIns="0" rIns="0" bIns="0">
            <a:spAutoFit/>
          </a:bodyPr>
          <a:lstStyle/>
          <a:p>
            <a:pPr>
              <a:lnSpc>
                <a:spcPct val="95000"/>
              </a:lnSpc>
            </a:pPr>
            <a:r>
              <a:rPr sz="1400" b="0">
                <a:solidFill>
                  <a:srgbClr val="404040"/>
                </a:solidFill>
                <a:latin typeface="Segoe UI"/>
              </a:rPr>
              <a:t>Der Reranker ordnet nur die Kandidaten. Was Vektorsuche und Lookup nicht geliefert haben, kann er nicht nachträglich finden.</a:t>
            </a:r>
          </a:p>
        </p:txBody>
      </p:sp>
      <p:sp>
        <p:nvSpPr>
          <p:cNvPr id="40" name="Paare-Label"/>
          <p:cNvSpPr/>
          <p:nvPr/>
        </p:nvSpPr>
        <p:spPr>
          <a:xfrm>
            <a:off x="1153160" y="2439481"/>
            <a:ext cx="3175000" cy="254000"/>
          </a:xfrm>
          <a:prstGeom prst="rect">
            <a:avLst/>
          </a:prstGeom>
          <a:noFill/>
          <a:ln>
            <a:noFill/>
          </a:ln>
        </p:spPr>
        <p:txBody>
          <a:bodyPr wrap="square" lIns="0" tIns="0" rIns="0" bIns="0" anchor="t">
            <a:noAutofit/>
          </a:bodyPr>
          <a:lstStyle/>
          <a:p>
            <a:pPr algn="l">
              <a:lnSpc>
                <a:spcPct val="95000"/>
              </a:lnSpc>
            </a:pPr>
            <a:r>
              <a:rPr lang="de-DE" sz="1300" b="1">
                <a:solidFill>
                  <a:srgbClr val="003E6E"/>
                </a:solidFill>
                <a:latin typeface="Segoe UI"/>
              </a:rPr>
              <a:t>Eingabe: vereinigte Kandidaten</a:t>
            </a:r>
          </a:p>
        </p:txBody>
      </p:sp>
      <p:sp>
        <p:nvSpPr>
          <p:cNvPr id="41" name="Paar"/>
          <p:cNvSpPr/>
          <p:nvPr/>
        </p:nvSpPr>
        <p:spPr>
          <a:xfrm>
            <a:off x="1153160" y="27696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2" name="Paar"/>
          <p:cNvSpPr/>
          <p:nvPr/>
        </p:nvSpPr>
        <p:spPr>
          <a:xfrm>
            <a:off x="1153160" y="29093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3" name="Paar"/>
          <p:cNvSpPr/>
          <p:nvPr/>
        </p:nvSpPr>
        <p:spPr>
          <a:xfrm>
            <a:off x="1153160" y="30490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4" name="Paar"/>
          <p:cNvSpPr/>
          <p:nvPr/>
        </p:nvSpPr>
        <p:spPr>
          <a:xfrm>
            <a:off x="1153160" y="31887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5" name="Paar"/>
          <p:cNvSpPr/>
          <p:nvPr/>
        </p:nvSpPr>
        <p:spPr>
          <a:xfrm>
            <a:off x="1153160" y="33284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6" name="Paar"/>
          <p:cNvSpPr/>
          <p:nvPr/>
        </p:nvSpPr>
        <p:spPr>
          <a:xfrm>
            <a:off x="1153160" y="34681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7" name="Paar"/>
          <p:cNvSpPr/>
          <p:nvPr/>
        </p:nvSpPr>
        <p:spPr>
          <a:xfrm>
            <a:off x="1153160" y="36078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8" name="Paar"/>
          <p:cNvSpPr/>
          <p:nvPr/>
        </p:nvSpPr>
        <p:spPr>
          <a:xfrm>
            <a:off x="1153160" y="37475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9" name="Paar"/>
          <p:cNvSpPr/>
          <p:nvPr/>
        </p:nvSpPr>
        <p:spPr>
          <a:xfrm>
            <a:off x="1153160" y="38872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0" name="Paar"/>
          <p:cNvSpPr/>
          <p:nvPr/>
        </p:nvSpPr>
        <p:spPr>
          <a:xfrm>
            <a:off x="1153160" y="40269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1" name="Paar"/>
          <p:cNvSpPr/>
          <p:nvPr/>
        </p:nvSpPr>
        <p:spPr>
          <a:xfrm>
            <a:off x="1153160" y="41666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2" name="Paar"/>
          <p:cNvSpPr/>
          <p:nvPr/>
        </p:nvSpPr>
        <p:spPr>
          <a:xfrm>
            <a:off x="1153160" y="43063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3" name="Paar-Text"/>
          <p:cNvSpPr/>
          <p:nvPr/>
        </p:nvSpPr>
        <p:spPr>
          <a:xfrm>
            <a:off x="1153160" y="4496881"/>
            <a:ext cx="3175000" cy="254000"/>
          </a:xfrm>
          <a:prstGeom prst="rect">
            <a:avLst/>
          </a:prstGeom>
          <a:noFill/>
          <a:ln>
            <a:noFill/>
          </a:ln>
        </p:spPr>
        <p:txBody>
          <a:bodyPr wrap="square" lIns="0" tIns="0" rIns="0" bIns="0" anchor="t">
            <a:noAutofit/>
          </a:bodyPr>
          <a:lstStyle/>
          <a:p>
            <a:pPr algn="l">
              <a:lnSpc>
                <a:spcPct val="95000"/>
              </a:lnSpc>
            </a:pPr>
            <a:r>
              <a:rPr lang="de-DE" sz="1300" b="0">
                <a:solidFill>
                  <a:srgbClr val="404040"/>
                </a:solidFill>
                <a:latin typeface="Consolas"/>
              </a:rPr>
              <a:t>[Frage ; Kandidat i], i = 1 … N</a:t>
            </a:r>
          </a:p>
        </p:txBody>
      </p:sp>
      <p:cxnSp>
        <p:nvCxnSpPr>
          <p:cNvPr id="54" name="Pfeil 54"/>
          <p:cNvCxnSpPr/>
          <p:nvPr/>
        </p:nvCxnSpPr>
        <p:spPr>
          <a:xfrm>
            <a:off x="3937000" y="3531681"/>
            <a:ext cx="508000" cy="0"/>
          </a:xfrm>
          <a:prstGeom prst="straightConnector1">
            <a:avLst/>
          </a:prstGeom>
          <a:ln w="12700">
            <a:solidFill>
              <a:srgbClr val="003E6E"/>
            </a:solidFill>
            <a:tailEnd type="triangle"/>
          </a:ln>
        </p:spPr>
      </p:cxnSp>
      <p:sp>
        <p:nvSpPr>
          <p:cNvPr id="55" name="Modell"/>
          <p:cNvSpPr/>
          <p:nvPr/>
        </p:nvSpPr>
        <p:spPr>
          <a:xfrm>
            <a:off x="4521200" y="2693481"/>
            <a:ext cx="3175000" cy="1651000"/>
          </a:xfrm>
          <a:prstGeom prst="rect">
            <a:avLst/>
          </a:prstGeom>
          <a:solidFill>
            <a:srgbClr val="003E6E"/>
          </a:solidFill>
          <a:ln>
            <a:noFill/>
          </a:ln>
        </p:spPr>
        <p:txBody>
          <a:bodyPr wrap="square" lIns="127000" tIns="50800" rIns="127000" bIns="50800" anchor="ctr">
            <a:noAutofit/>
          </a:bodyPr>
          <a:lstStyle/>
          <a:p>
            <a:pPr algn="ctr">
              <a:lnSpc>
                <a:spcPct val="95000"/>
              </a:lnSpc>
            </a:pPr>
            <a:r>
              <a:rPr lang="de-DE" sz="1400" b="1" dirty="0">
                <a:solidFill>
                  <a:srgbClr val="FFFFFF"/>
                </a:solidFill>
                <a:latin typeface="Segoe UI"/>
              </a:rPr>
              <a:t>Cross-Encoder</a:t>
            </a:r>
          </a:p>
          <a:p>
            <a:pPr algn="ctr">
              <a:lnSpc>
                <a:spcPct val="95000"/>
              </a:lnSpc>
            </a:pPr>
            <a:r>
              <a:rPr lang="de-DE" sz="1300" b="0" dirty="0">
                <a:solidFill>
                  <a:srgbClr val="FFFFFF"/>
                </a:solidFill>
                <a:latin typeface="Segoe UI"/>
              </a:rPr>
              <a:t>bge-reranker-v2-m3</a:t>
            </a:r>
          </a:p>
          <a:p>
            <a:pPr algn="ctr">
              <a:lnSpc>
                <a:spcPct val="95000"/>
              </a:lnSpc>
            </a:pPr>
            <a:r>
              <a:rPr lang="de-DE" sz="1300" b="0" dirty="0">
                <a:solidFill>
                  <a:srgbClr val="FFFFFF"/>
                </a:solidFill>
                <a:latin typeface="Segoe UI"/>
              </a:rPr>
              <a:t>liest beide Texte gemeinsam</a:t>
            </a:r>
          </a:p>
          <a:p>
            <a:pPr algn="ctr">
              <a:lnSpc>
                <a:spcPct val="95000"/>
              </a:lnSpc>
            </a:pPr>
            <a:r>
              <a:rPr lang="de-DE" sz="1300" b="0" dirty="0">
                <a:solidFill>
                  <a:srgbClr val="FFFFFF"/>
                </a:solidFill>
                <a:latin typeface="Consolas"/>
              </a:rPr>
              <a:t>Logit → Sigmoid → Score 0 … 1</a:t>
            </a:r>
          </a:p>
        </p:txBody>
      </p:sp>
      <p:cxnSp>
        <p:nvCxnSpPr>
          <p:cNvPr id="56" name="Pfeil 56"/>
          <p:cNvCxnSpPr/>
          <p:nvPr/>
        </p:nvCxnSpPr>
        <p:spPr>
          <a:xfrm>
            <a:off x="7772400" y="3531681"/>
            <a:ext cx="508000" cy="0"/>
          </a:xfrm>
          <a:prstGeom prst="straightConnector1">
            <a:avLst/>
          </a:prstGeom>
          <a:ln w="12700">
            <a:solidFill>
              <a:srgbClr val="003E6E"/>
            </a:solidFill>
            <a:tailEnd type="triangle"/>
          </a:ln>
        </p:spPr>
      </p:cxnSp>
      <p:sp>
        <p:nvSpPr>
          <p:cNvPr id="57" name="Rang-Label"/>
          <p:cNvSpPr/>
          <p:nvPr/>
        </p:nvSpPr>
        <p:spPr>
          <a:xfrm>
            <a:off x="8382000" y="2439481"/>
            <a:ext cx="4254500" cy="254000"/>
          </a:xfrm>
          <a:prstGeom prst="rect">
            <a:avLst/>
          </a:prstGeom>
          <a:noFill/>
          <a:ln>
            <a:noFill/>
          </a:ln>
        </p:spPr>
        <p:txBody>
          <a:bodyPr wrap="square" lIns="0" tIns="0" rIns="0" bIns="0" anchor="t">
            <a:noAutofit/>
          </a:bodyPr>
          <a:lstStyle/>
          <a:p>
            <a:pPr algn="l">
              <a:lnSpc>
                <a:spcPct val="95000"/>
              </a:lnSpc>
            </a:pPr>
            <a:r>
              <a:rPr lang="de-DE" sz="1300" b="1" dirty="0">
                <a:solidFill>
                  <a:srgbClr val="003E6E"/>
                </a:solidFill>
                <a:latin typeface="Segoe UI"/>
              </a:rPr>
              <a:t>Ausgabe: sortiert nach Score</a:t>
            </a:r>
          </a:p>
        </p:txBody>
      </p:sp>
      <p:sp>
        <p:nvSpPr>
          <p:cNvPr id="58" name="Rang"/>
          <p:cNvSpPr/>
          <p:nvPr/>
        </p:nvSpPr>
        <p:spPr>
          <a:xfrm>
            <a:off x="8382000" y="2769681"/>
            <a:ext cx="2540000" cy="114300"/>
          </a:xfrm>
          <a:prstGeom prst="rect">
            <a:avLst/>
          </a:prstGeom>
          <a:solidFill>
            <a:srgbClr val="003E6E"/>
          </a:solidFill>
          <a:ln>
            <a:noFill/>
          </a:ln>
        </p:spPr>
        <p:txBody>
          <a:bodyPr wrap="square" lIns="127000" tIns="50800" rIns="127000" bIns="50800" anchor="ctr">
            <a:noAutofit/>
          </a:bodyPr>
          <a:lstStyle/>
          <a:p>
            <a:endParaRPr/>
          </a:p>
        </p:txBody>
      </p:sp>
      <p:sp>
        <p:nvSpPr>
          <p:cNvPr id="59" name="Rang"/>
          <p:cNvSpPr/>
          <p:nvPr/>
        </p:nvSpPr>
        <p:spPr>
          <a:xfrm>
            <a:off x="8382000" y="2909381"/>
            <a:ext cx="2413000" cy="114300"/>
          </a:xfrm>
          <a:prstGeom prst="rect">
            <a:avLst/>
          </a:prstGeom>
          <a:solidFill>
            <a:srgbClr val="003E6E"/>
          </a:solidFill>
          <a:ln>
            <a:noFill/>
          </a:ln>
        </p:spPr>
        <p:txBody>
          <a:bodyPr wrap="square" lIns="127000" tIns="50800" rIns="127000" bIns="50800" anchor="ctr">
            <a:noAutofit/>
          </a:bodyPr>
          <a:lstStyle/>
          <a:p>
            <a:endParaRPr/>
          </a:p>
        </p:txBody>
      </p:sp>
      <p:sp>
        <p:nvSpPr>
          <p:cNvPr id="60" name="Rang"/>
          <p:cNvSpPr/>
          <p:nvPr/>
        </p:nvSpPr>
        <p:spPr>
          <a:xfrm>
            <a:off x="8382000" y="3049081"/>
            <a:ext cx="2159000" cy="114300"/>
          </a:xfrm>
          <a:prstGeom prst="rect">
            <a:avLst/>
          </a:prstGeom>
          <a:solidFill>
            <a:srgbClr val="003E6E"/>
          </a:solidFill>
          <a:ln>
            <a:noFill/>
          </a:ln>
        </p:spPr>
        <p:txBody>
          <a:bodyPr wrap="square" lIns="127000" tIns="50800" rIns="127000" bIns="50800" anchor="ctr">
            <a:noAutofit/>
          </a:bodyPr>
          <a:lstStyle/>
          <a:p>
            <a:endParaRPr/>
          </a:p>
        </p:txBody>
      </p:sp>
      <p:sp>
        <p:nvSpPr>
          <p:cNvPr id="61" name="Rang"/>
          <p:cNvSpPr/>
          <p:nvPr/>
        </p:nvSpPr>
        <p:spPr>
          <a:xfrm>
            <a:off x="8382000" y="3188781"/>
            <a:ext cx="1905000" cy="114300"/>
          </a:xfrm>
          <a:prstGeom prst="rect">
            <a:avLst/>
          </a:prstGeom>
          <a:solidFill>
            <a:srgbClr val="003E6E"/>
          </a:solidFill>
          <a:ln>
            <a:noFill/>
          </a:ln>
        </p:spPr>
        <p:txBody>
          <a:bodyPr wrap="square" lIns="127000" tIns="50800" rIns="127000" bIns="50800" anchor="ctr">
            <a:noAutofit/>
          </a:bodyPr>
          <a:lstStyle/>
          <a:p>
            <a:endParaRPr/>
          </a:p>
        </p:txBody>
      </p:sp>
      <p:sp>
        <p:nvSpPr>
          <p:cNvPr id="62" name="Rang"/>
          <p:cNvSpPr/>
          <p:nvPr/>
        </p:nvSpPr>
        <p:spPr>
          <a:xfrm>
            <a:off x="8382000" y="3328481"/>
            <a:ext cx="1778000" cy="114300"/>
          </a:xfrm>
          <a:prstGeom prst="rect">
            <a:avLst/>
          </a:prstGeom>
          <a:solidFill>
            <a:srgbClr val="003E6E"/>
          </a:solidFill>
          <a:ln>
            <a:noFill/>
          </a:ln>
        </p:spPr>
        <p:txBody>
          <a:bodyPr wrap="square" lIns="127000" tIns="50800" rIns="127000" bIns="50800" anchor="ctr">
            <a:noAutofit/>
          </a:bodyPr>
          <a:lstStyle/>
          <a:p>
            <a:endParaRPr/>
          </a:p>
        </p:txBody>
      </p:sp>
      <p:sp>
        <p:nvSpPr>
          <p:cNvPr id="63" name="Rang"/>
          <p:cNvSpPr/>
          <p:nvPr/>
        </p:nvSpPr>
        <p:spPr>
          <a:xfrm>
            <a:off x="8382000" y="3468181"/>
            <a:ext cx="1270000" cy="114300"/>
          </a:xfrm>
          <a:prstGeom prst="rect">
            <a:avLst/>
          </a:prstGeom>
          <a:solidFill>
            <a:srgbClr val="C4C4C4"/>
          </a:solidFill>
          <a:ln>
            <a:noFill/>
          </a:ln>
        </p:spPr>
        <p:txBody>
          <a:bodyPr wrap="square" lIns="127000" tIns="50800" rIns="127000" bIns="50800" anchor="ctr">
            <a:noAutofit/>
          </a:bodyPr>
          <a:lstStyle/>
          <a:p>
            <a:endParaRPr/>
          </a:p>
        </p:txBody>
      </p:sp>
      <p:sp>
        <p:nvSpPr>
          <p:cNvPr id="64" name="Rang"/>
          <p:cNvSpPr/>
          <p:nvPr/>
        </p:nvSpPr>
        <p:spPr>
          <a:xfrm>
            <a:off x="8382000" y="3607881"/>
            <a:ext cx="1143000" cy="114300"/>
          </a:xfrm>
          <a:prstGeom prst="rect">
            <a:avLst/>
          </a:prstGeom>
          <a:solidFill>
            <a:srgbClr val="C4C4C4"/>
          </a:solidFill>
          <a:ln>
            <a:noFill/>
          </a:ln>
        </p:spPr>
        <p:txBody>
          <a:bodyPr wrap="square" lIns="127000" tIns="50800" rIns="127000" bIns="50800" anchor="ctr">
            <a:noAutofit/>
          </a:bodyPr>
          <a:lstStyle/>
          <a:p>
            <a:endParaRPr/>
          </a:p>
        </p:txBody>
      </p:sp>
      <p:sp>
        <p:nvSpPr>
          <p:cNvPr id="65" name="Rang"/>
          <p:cNvSpPr/>
          <p:nvPr/>
        </p:nvSpPr>
        <p:spPr>
          <a:xfrm>
            <a:off x="8382000" y="3747581"/>
            <a:ext cx="889000" cy="114300"/>
          </a:xfrm>
          <a:prstGeom prst="rect">
            <a:avLst/>
          </a:prstGeom>
          <a:solidFill>
            <a:srgbClr val="C4C4C4"/>
          </a:solidFill>
          <a:ln>
            <a:noFill/>
          </a:ln>
        </p:spPr>
        <p:txBody>
          <a:bodyPr wrap="square" lIns="127000" tIns="50800" rIns="127000" bIns="50800" anchor="ctr">
            <a:noAutofit/>
          </a:bodyPr>
          <a:lstStyle/>
          <a:p>
            <a:endParaRPr/>
          </a:p>
        </p:txBody>
      </p:sp>
      <p:sp>
        <p:nvSpPr>
          <p:cNvPr id="66" name="Rang"/>
          <p:cNvSpPr/>
          <p:nvPr/>
        </p:nvSpPr>
        <p:spPr>
          <a:xfrm>
            <a:off x="8382000" y="3887281"/>
            <a:ext cx="762000" cy="114300"/>
          </a:xfrm>
          <a:prstGeom prst="rect">
            <a:avLst/>
          </a:prstGeom>
          <a:solidFill>
            <a:srgbClr val="C4C4C4"/>
          </a:solidFill>
          <a:ln>
            <a:noFill/>
          </a:ln>
        </p:spPr>
        <p:txBody>
          <a:bodyPr wrap="square" lIns="127000" tIns="50800" rIns="127000" bIns="50800" anchor="ctr">
            <a:noAutofit/>
          </a:bodyPr>
          <a:lstStyle/>
          <a:p>
            <a:endParaRPr/>
          </a:p>
        </p:txBody>
      </p:sp>
      <p:sp>
        <p:nvSpPr>
          <p:cNvPr id="67" name="Rang"/>
          <p:cNvSpPr/>
          <p:nvPr/>
        </p:nvSpPr>
        <p:spPr>
          <a:xfrm>
            <a:off x="8382000" y="4026981"/>
            <a:ext cx="571500" cy="114300"/>
          </a:xfrm>
          <a:prstGeom prst="rect">
            <a:avLst/>
          </a:prstGeom>
          <a:solidFill>
            <a:srgbClr val="C4C4C4"/>
          </a:solidFill>
          <a:ln>
            <a:noFill/>
          </a:ln>
        </p:spPr>
        <p:txBody>
          <a:bodyPr wrap="square" lIns="127000" tIns="50800" rIns="127000" bIns="50800" anchor="ctr">
            <a:noAutofit/>
          </a:bodyPr>
          <a:lstStyle/>
          <a:p>
            <a:endParaRPr/>
          </a:p>
        </p:txBody>
      </p:sp>
      <p:sp>
        <p:nvSpPr>
          <p:cNvPr id="68" name="Rang"/>
          <p:cNvSpPr/>
          <p:nvPr/>
        </p:nvSpPr>
        <p:spPr>
          <a:xfrm>
            <a:off x="8382000" y="4166681"/>
            <a:ext cx="444500" cy="114300"/>
          </a:xfrm>
          <a:prstGeom prst="rect">
            <a:avLst/>
          </a:prstGeom>
          <a:solidFill>
            <a:srgbClr val="C4C4C4"/>
          </a:solidFill>
          <a:ln>
            <a:noFill/>
          </a:ln>
        </p:spPr>
        <p:txBody>
          <a:bodyPr wrap="square" lIns="127000" tIns="50800" rIns="127000" bIns="50800" anchor="ctr">
            <a:noAutofit/>
          </a:bodyPr>
          <a:lstStyle/>
          <a:p>
            <a:endParaRPr/>
          </a:p>
        </p:txBody>
      </p:sp>
      <p:sp>
        <p:nvSpPr>
          <p:cNvPr id="69" name="Rang"/>
          <p:cNvSpPr/>
          <p:nvPr/>
        </p:nvSpPr>
        <p:spPr>
          <a:xfrm>
            <a:off x="8382000" y="4306381"/>
            <a:ext cx="317500" cy="114300"/>
          </a:xfrm>
          <a:prstGeom prst="rect">
            <a:avLst/>
          </a:prstGeom>
          <a:solidFill>
            <a:srgbClr val="C4C4C4"/>
          </a:solidFill>
          <a:ln>
            <a:noFill/>
          </a:ln>
        </p:spPr>
        <p:txBody>
          <a:bodyPr wrap="square" lIns="127000" tIns="50800" rIns="127000" bIns="50800" anchor="ctr">
            <a:noAutofit/>
          </a:bodyPr>
          <a:lstStyle/>
          <a:p>
            <a:endParaRPr/>
          </a:p>
        </p:txBody>
      </p:sp>
      <p:sp>
        <p:nvSpPr>
          <p:cNvPr id="70" name="Behalten"/>
          <p:cNvSpPr/>
          <p:nvPr/>
        </p:nvSpPr>
        <p:spPr>
          <a:xfrm>
            <a:off x="11049000" y="2744281"/>
            <a:ext cx="1587500" cy="711200"/>
          </a:xfrm>
          <a:prstGeom prst="rect">
            <a:avLst/>
          </a:prstGeom>
          <a:noFill/>
          <a:ln>
            <a:noFill/>
          </a:ln>
        </p:spPr>
        <p:txBody>
          <a:bodyPr wrap="square" lIns="0" tIns="0" rIns="0" bIns="0" anchor="t">
            <a:noAutofit/>
          </a:bodyPr>
          <a:lstStyle/>
          <a:p>
            <a:pPr algn="l">
              <a:lnSpc>
                <a:spcPct val="95000"/>
              </a:lnSpc>
            </a:pPr>
            <a:r>
              <a:rPr lang="de-DE" sz="1300" b="1">
                <a:solidFill>
                  <a:srgbClr val="003E6E"/>
                </a:solidFill>
                <a:latin typeface="Segoe UI"/>
              </a:rPr>
              <a:t>Rang 1 bis 5</a:t>
            </a:r>
          </a:p>
          <a:p>
            <a:pPr algn="l">
              <a:lnSpc>
                <a:spcPct val="95000"/>
              </a:lnSpc>
            </a:pPr>
            <a:r>
              <a:rPr lang="de-DE" sz="1300" b="1">
                <a:solidFill>
                  <a:srgbClr val="003E6E"/>
                </a:solidFill>
                <a:latin typeface="Segoe UI"/>
              </a:rPr>
              <a:t>zum Kontextfilter</a:t>
            </a:r>
          </a:p>
        </p:txBody>
      </p:sp>
      <p:sp>
        <p:nvSpPr>
          <p:cNvPr id="71" name="Verworfen"/>
          <p:cNvSpPr/>
          <p:nvPr/>
        </p:nvSpPr>
        <p:spPr>
          <a:xfrm>
            <a:off x="11049000" y="3569781"/>
            <a:ext cx="1587500" cy="711200"/>
          </a:xfrm>
          <a:prstGeom prst="rect">
            <a:avLst/>
          </a:prstGeom>
          <a:noFill/>
          <a:ln>
            <a:noFill/>
          </a:ln>
        </p:spPr>
        <p:txBody>
          <a:bodyPr wrap="square" lIns="0" tIns="0" rIns="0" bIns="0" anchor="t">
            <a:noAutofit/>
          </a:bodyPr>
          <a:lstStyle/>
          <a:p>
            <a:pPr algn="l">
              <a:lnSpc>
                <a:spcPct val="95000"/>
              </a:lnSpc>
            </a:pPr>
            <a:r>
              <a:rPr lang="de-DE" sz="1300" b="1">
                <a:solidFill>
                  <a:srgbClr val="555148"/>
                </a:solidFill>
                <a:latin typeface="Segoe UI"/>
              </a:rPr>
              <a:t>Weitere Ränge</a:t>
            </a:r>
          </a:p>
          <a:p>
            <a:pPr algn="l">
              <a:lnSpc>
                <a:spcPct val="95000"/>
              </a:lnSpc>
            </a:pPr>
            <a:r>
              <a:rPr lang="de-DE" sz="1300" b="1">
                <a:solidFill>
                  <a:srgbClr val="555148"/>
                </a:solidFill>
                <a:latin typeface="Segoe UI"/>
              </a:rPr>
              <a:t>verworfen</a:t>
            </a:r>
          </a:p>
        </p:txBody>
      </p:sp>
      <p:sp>
        <p:nvSpPr>
          <p:cNvPr id="72" name="Hinweis"/>
          <p:cNvSpPr/>
          <p:nvPr/>
        </p:nvSpPr>
        <p:spPr>
          <a:xfrm>
            <a:off x="8382000" y="4496881"/>
            <a:ext cx="4254500" cy="254000"/>
          </a:xfrm>
          <a:prstGeom prst="rect">
            <a:avLst/>
          </a:prstGeom>
          <a:noFill/>
          <a:ln>
            <a:noFill/>
          </a:ln>
        </p:spPr>
        <p:txBody>
          <a:bodyPr wrap="square" lIns="0" tIns="0" rIns="0" bIns="0" anchor="t">
            <a:noAutofit/>
          </a:bodyPr>
          <a:lstStyle/>
          <a:p>
            <a:pPr algn="l">
              <a:lnSpc>
                <a:spcPct val="95000"/>
              </a:lnSpc>
            </a:pPr>
            <a:r>
              <a:rPr lang="de-DE" sz="1300" b="0">
                <a:solidFill>
                  <a:srgbClr val="555148"/>
                </a:solidFill>
                <a:latin typeface="Segoe UI"/>
              </a:rPr>
              <a:t>Zwölf Balken als Beispiel. Kandidatenzahl und Scores sind schematisch.</a:t>
            </a:r>
          </a:p>
        </p:txBody>
      </p:sp>
    </p:spTree>
    <p:extLst>
      <p:ext uri="{BB962C8B-B14F-4D97-AF65-F5344CB8AC3E}">
        <p14:creationId xmlns:p14="http://schemas.microsoft.com/office/powerpoint/2010/main" val="78483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Die Sigmoid-Funktion macht aus einem Logit einen Score zwischen 0 und 1</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488950" y="6429600"/>
            <a:ext cx="12131294" cy="180750"/>
          </a:xfrm>
        </p:spPr>
        <p:txBody>
          <a:bodyPr/>
          <a:lstStyle/>
          <a:p>
            <a:r>
              <a:rPr lang="de-DE"/>
              <a:t>Quelle: Modellkarte bge-reranker-v2-m3 (normalize=True wendet Sigmoid an); rag_engine.py; Logistische Funktion, Standardmathematik</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Der Cross-Encoder liefert einen Logit. Die Sigmoid-Funktion σ(x) = 1 / (1 + e^(−x)) bildet ihn monoton auf (0, 1) ab. 0 wird zu 0,5, stark negative Werte nähern sich 0 und stark positive 1. Höhere Werte bedeuten eine höhere Modellbewertung der Relevanz. Weder das Vorzeichen noch ein Score von 0,5 beweisen eine fachliche Zuordnung oder Antwortkorrektheit.</a:t>
            </a:r>
          </a:p>
        </p:txBody>
      </p:sp>
      <p:sp>
        <p:nvSpPr>
          <p:cNvPr id="6" name="Rectangle 5"/>
          <p:cNvSpPr/>
          <p:nvPr/>
        </p:nvSpPr>
        <p:spPr>
          <a:xfrm>
            <a:off x="1153160" y="2488119"/>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l"/>
            <a:r>
              <a:rPr sz="2200" b="1">
                <a:solidFill>
                  <a:srgbClr val="003E6E"/>
                </a:solidFill>
                <a:latin typeface="Consolas"/>
              </a:rPr>
              <a:t>σ(x)  =  1 / (1 + e^(−x))</a:t>
            </a:r>
            <a:r>
              <a:rPr sz="1300">
                <a:solidFill>
                  <a:srgbClr val="555148"/>
                </a:solidFill>
                <a:latin typeface="Segoe UI"/>
              </a:rPr>
              <a:t>        Logit x beliebig  →  Score in (0, 1)</a:t>
            </a:r>
          </a:p>
        </p:txBody>
      </p:sp>
      <p:graphicFrame>
        <p:nvGraphicFramePr>
          <p:cNvPr id="7" name="Table 6"/>
          <p:cNvGraphicFramePr>
            <a:graphicFrameLocks noGrp="1"/>
          </p:cNvGraphicFramePr>
          <p:nvPr/>
        </p:nvGraphicFramePr>
        <p:xfrm>
          <a:off x="1153160" y="3453319"/>
          <a:ext cx="6096000" cy="2286000"/>
        </p:xfrm>
        <a:graphic>
          <a:graphicData uri="http://schemas.openxmlformats.org/drawingml/2006/table">
            <a:tbl>
              <a:tblPr firstRow="1">
                <a:tableStyleId>{2D5ABB26-0587-4C30-8999-92F81FD0307C}</a:tableStyleId>
              </a:tblPr>
              <a:tblGrid>
                <a:gridCol w="1397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381000">
                <a:tc>
                  <a:txBody>
                    <a:bodyPr/>
                    <a:lstStyle/>
                    <a:p>
                      <a:pPr algn="r"/>
                      <a:r>
                        <a:rPr lang="de-DE" sz="1400" b="1">
                          <a:solidFill>
                            <a:srgbClr val="FFFFFF"/>
                          </a:solidFill>
                          <a:latin typeface="Segoe UI"/>
                        </a:rPr>
                        <a:t>Logit x</a:t>
                      </a:r>
                    </a:p>
                  </a:txBody>
                  <a:tcPr marL="101600" marR="101600" marT="50800" marB="50800" anchor="ctr">
                    <a:solidFill>
                      <a:srgbClr val="003E6E"/>
                    </a:solidFill>
                  </a:tcPr>
                </a:tc>
                <a:tc>
                  <a:txBody>
                    <a:bodyPr/>
                    <a:lstStyle/>
                    <a:p>
                      <a:pPr algn="r"/>
                      <a:r>
                        <a:rPr lang="de-DE" sz="1400" b="1">
                          <a:solidFill>
                            <a:srgbClr val="FFFFFF"/>
                          </a:solidFill>
                          <a:latin typeface="Segoe UI"/>
                        </a:rPr>
                        <a:t>Score σ(x)</a:t>
                      </a:r>
                    </a:p>
                  </a:txBody>
                  <a:tcPr marL="101600" marR="101600" marT="50800" marB="50800" anchor="ctr">
                    <a:solidFill>
                      <a:srgbClr val="003E6E"/>
                    </a:solidFill>
                  </a:tcPr>
                </a:tc>
                <a:tc>
                  <a:txBody>
                    <a:bodyPr/>
                    <a:lstStyle/>
                    <a:p>
                      <a:pPr algn="l"/>
                      <a:r>
                        <a:rPr lang="de-DE" sz="1400" b="1">
                          <a:solidFill>
                            <a:srgbClr val="FFFFFF"/>
                          </a:solidFill>
                          <a:latin typeface="Segoe UI"/>
                        </a:rPr>
                        <a:t>Lesart</a:t>
                      </a:r>
                    </a:p>
                  </a:txBody>
                  <a:tcPr marL="101600" marR="101600" marT="50800" marB="50800" anchor="ctr">
                    <a:solidFill>
                      <a:srgbClr val="003E6E"/>
                    </a:solidFill>
                  </a:tcPr>
                </a:tc>
                <a:extLst>
                  <a:ext uri="{0D108BD9-81ED-4DB2-BD59-A6C34878D82A}">
                    <a16:rowId xmlns:a16="http://schemas.microsoft.com/office/drawing/2014/main" val="10000"/>
                  </a:ext>
                </a:extLst>
              </a:tr>
              <a:tr h="381000">
                <a:tc>
                  <a:txBody>
                    <a:bodyPr/>
                    <a:lstStyle/>
                    <a:p>
                      <a:pPr algn="r"/>
                      <a:r>
                        <a:rPr lang="de-DE" sz="1400" b="0">
                          <a:solidFill>
                            <a:srgbClr val="404040"/>
                          </a:solidFill>
                          <a:latin typeface="Consolas"/>
                        </a:rPr>
                        <a:t>−5</a:t>
                      </a:r>
                    </a:p>
                  </a:txBody>
                  <a:tcPr marL="101600" marR="101600" marT="50800" marB="50800" anchor="ctr">
                    <a:solidFill>
                      <a:srgbClr val="FFFFFF"/>
                    </a:solidFill>
                  </a:tcPr>
                </a:tc>
                <a:tc>
                  <a:txBody>
                    <a:bodyPr/>
                    <a:lstStyle/>
                    <a:p>
                      <a:pPr algn="r"/>
                      <a:r>
                        <a:rPr lang="de-DE" sz="1400" b="0">
                          <a:solidFill>
                            <a:srgbClr val="404040"/>
                          </a:solidFill>
                          <a:latin typeface="Consolas"/>
                        </a:rPr>
                        <a:t>0,007</a:t>
                      </a:r>
                    </a:p>
                  </a:txBody>
                  <a:tcPr marL="101600" marR="101600" marT="50800" marB="50800" anchor="ctr">
                    <a:solidFill>
                      <a:srgbClr val="FFFFFF"/>
                    </a:solidFill>
                  </a:tcPr>
                </a:tc>
                <a:tc>
                  <a:txBody>
                    <a:bodyPr/>
                    <a:lstStyle/>
                    <a:p>
                      <a:pPr algn="l"/>
                      <a:r>
                        <a:rPr lang="de-DE" sz="1400" b="0">
                          <a:solidFill>
                            <a:srgbClr val="404040"/>
                          </a:solidFill>
                          <a:latin typeface="Segoe UI"/>
                        </a:rPr>
                        <a:t>unter der absoluten Schwelle</a:t>
                      </a:r>
                    </a:p>
                  </a:txBody>
                  <a:tcPr marL="101600" marR="101600" marT="50800" marB="50800" anchor="ctr">
                    <a:solidFill>
                      <a:srgbClr val="FFFFFF"/>
                    </a:solidFill>
                  </a:tcPr>
                </a:tc>
                <a:extLst>
                  <a:ext uri="{0D108BD9-81ED-4DB2-BD59-A6C34878D82A}">
                    <a16:rowId xmlns:a16="http://schemas.microsoft.com/office/drawing/2014/main" val="10001"/>
                  </a:ext>
                </a:extLst>
              </a:tr>
              <a:tr h="381000">
                <a:tc>
                  <a:txBody>
                    <a:bodyPr/>
                    <a:lstStyle/>
                    <a:p>
                      <a:pPr algn="r"/>
                      <a:r>
                        <a:rPr lang="de-DE" sz="1400" b="0">
                          <a:solidFill>
                            <a:srgbClr val="404040"/>
                          </a:solidFill>
                          <a:latin typeface="Consolas"/>
                        </a:rPr>
                        <a:t>−2</a:t>
                      </a:r>
                    </a:p>
                  </a:txBody>
                  <a:tcPr marL="101600" marR="101600" marT="50800" marB="50800" anchor="ctr">
                    <a:solidFill>
                      <a:srgbClr val="F7F5EF"/>
                    </a:solidFill>
                  </a:tcPr>
                </a:tc>
                <a:tc>
                  <a:txBody>
                    <a:bodyPr/>
                    <a:lstStyle/>
                    <a:p>
                      <a:pPr algn="r"/>
                      <a:r>
                        <a:rPr lang="de-DE" sz="1400" b="0">
                          <a:solidFill>
                            <a:srgbClr val="404040"/>
                          </a:solidFill>
                          <a:latin typeface="Consolas"/>
                        </a:rPr>
                        <a:t>0,119</a:t>
                      </a:r>
                    </a:p>
                  </a:txBody>
                  <a:tcPr marL="101600" marR="101600" marT="50800" marB="50800" anchor="ctr">
                    <a:solidFill>
                      <a:srgbClr val="F7F5EF"/>
                    </a:solidFill>
                  </a:tcPr>
                </a:tc>
                <a:tc>
                  <a:txBody>
                    <a:bodyPr/>
                    <a:lstStyle/>
                    <a:p>
                      <a:pPr algn="l"/>
                      <a:r>
                        <a:rPr lang="de-DE" sz="1400" b="0">
                          <a:solidFill>
                            <a:srgbClr val="404040"/>
                          </a:solidFill>
                          <a:latin typeface="Segoe UI"/>
                        </a:rPr>
                        <a:t>unter der absoluten Schwelle</a:t>
                      </a:r>
                    </a:p>
                  </a:txBody>
                  <a:tcPr marL="101600" marR="101600" marT="50800" marB="50800" anchor="ctr">
                    <a:solidFill>
                      <a:srgbClr val="F7F5EF"/>
                    </a:solidFill>
                  </a:tcPr>
                </a:tc>
                <a:extLst>
                  <a:ext uri="{0D108BD9-81ED-4DB2-BD59-A6C34878D82A}">
                    <a16:rowId xmlns:a16="http://schemas.microsoft.com/office/drawing/2014/main" val="10002"/>
                  </a:ext>
                </a:extLst>
              </a:tr>
              <a:tr h="381000">
                <a:tc>
                  <a:txBody>
                    <a:bodyPr/>
                    <a:lstStyle/>
                    <a:p>
                      <a:pPr algn="r"/>
                      <a:r>
                        <a:rPr lang="de-DE" sz="1400" b="0">
                          <a:solidFill>
                            <a:srgbClr val="404040"/>
                          </a:solidFill>
                          <a:latin typeface="Consolas"/>
                        </a:rPr>
                        <a:t>0</a:t>
                      </a:r>
                    </a:p>
                  </a:txBody>
                  <a:tcPr marL="101600" marR="101600" marT="50800" marB="50800" anchor="ctr">
                    <a:solidFill>
                      <a:srgbClr val="FFFFFF"/>
                    </a:solidFill>
                  </a:tcPr>
                </a:tc>
                <a:tc>
                  <a:txBody>
                    <a:bodyPr/>
                    <a:lstStyle/>
                    <a:p>
                      <a:pPr algn="r"/>
                      <a:r>
                        <a:rPr lang="de-DE" sz="1400" b="0">
                          <a:solidFill>
                            <a:srgbClr val="404040"/>
                          </a:solidFill>
                          <a:latin typeface="Consolas"/>
                        </a:rPr>
                        <a:t>0,500</a:t>
                      </a:r>
                    </a:p>
                  </a:txBody>
                  <a:tcPr marL="101600" marR="101600" marT="50800" marB="50800" anchor="ctr">
                    <a:solidFill>
                      <a:srgbClr val="FFFFFF"/>
                    </a:solidFill>
                  </a:tcPr>
                </a:tc>
                <a:tc>
                  <a:txBody>
                    <a:bodyPr/>
                    <a:lstStyle/>
                    <a:p>
                      <a:pPr algn="l"/>
                      <a:r>
                        <a:rPr lang="de-DE" sz="1400" b="0">
                          <a:solidFill>
                            <a:srgbClr val="404040"/>
                          </a:solidFill>
                          <a:latin typeface="Segoe UI"/>
                        </a:rPr>
                        <a:t>mittlerer Skalenwert</a:t>
                      </a:r>
                    </a:p>
                  </a:txBody>
                  <a:tcPr marL="101600" marR="101600" marT="50800" marB="50800" anchor="ctr">
                    <a:solidFill>
                      <a:srgbClr val="FFFFFF"/>
                    </a:solidFill>
                  </a:tcPr>
                </a:tc>
                <a:extLst>
                  <a:ext uri="{0D108BD9-81ED-4DB2-BD59-A6C34878D82A}">
                    <a16:rowId xmlns:a16="http://schemas.microsoft.com/office/drawing/2014/main" val="10003"/>
                  </a:ext>
                </a:extLst>
              </a:tr>
              <a:tr h="381000">
                <a:tc>
                  <a:txBody>
                    <a:bodyPr/>
                    <a:lstStyle/>
                    <a:p>
                      <a:pPr algn="r"/>
                      <a:r>
                        <a:rPr lang="de-DE" sz="1400" b="0">
                          <a:solidFill>
                            <a:srgbClr val="404040"/>
                          </a:solidFill>
                          <a:latin typeface="Consolas"/>
                        </a:rPr>
                        <a:t>2</a:t>
                      </a:r>
                    </a:p>
                  </a:txBody>
                  <a:tcPr marL="101600" marR="101600" marT="50800" marB="50800" anchor="ctr">
                    <a:solidFill>
                      <a:srgbClr val="F7F5EF"/>
                    </a:solidFill>
                  </a:tcPr>
                </a:tc>
                <a:tc>
                  <a:txBody>
                    <a:bodyPr/>
                    <a:lstStyle/>
                    <a:p>
                      <a:pPr algn="r"/>
                      <a:r>
                        <a:rPr lang="de-DE" sz="1400" b="0">
                          <a:solidFill>
                            <a:srgbClr val="404040"/>
                          </a:solidFill>
                          <a:latin typeface="Consolas"/>
                        </a:rPr>
                        <a:t>0,881</a:t>
                      </a:r>
                    </a:p>
                  </a:txBody>
                  <a:tcPr marL="101600" marR="101600" marT="50800" marB="50800" anchor="ctr">
                    <a:solidFill>
                      <a:srgbClr val="F7F5EF"/>
                    </a:solidFill>
                  </a:tcPr>
                </a:tc>
                <a:tc>
                  <a:txBody>
                    <a:bodyPr/>
                    <a:lstStyle/>
                    <a:p>
                      <a:pPr algn="l"/>
                      <a:r>
                        <a:rPr lang="de-DE" sz="1400" b="0">
                          <a:solidFill>
                            <a:srgbClr val="404040"/>
                          </a:solidFill>
                          <a:latin typeface="Segoe UI"/>
                        </a:rPr>
                        <a:t>höhere Modellbewertung</a:t>
                      </a:r>
                    </a:p>
                  </a:txBody>
                  <a:tcPr marL="101600" marR="101600" marT="50800" marB="50800" anchor="ctr">
                    <a:solidFill>
                      <a:srgbClr val="F7F5EF"/>
                    </a:solidFill>
                  </a:tcPr>
                </a:tc>
                <a:extLst>
                  <a:ext uri="{0D108BD9-81ED-4DB2-BD59-A6C34878D82A}">
                    <a16:rowId xmlns:a16="http://schemas.microsoft.com/office/drawing/2014/main" val="10004"/>
                  </a:ext>
                </a:extLst>
              </a:tr>
              <a:tr h="381000">
                <a:tc>
                  <a:txBody>
                    <a:bodyPr/>
                    <a:lstStyle/>
                    <a:p>
                      <a:pPr algn="r"/>
                      <a:r>
                        <a:rPr lang="de-DE" sz="1400" b="0">
                          <a:solidFill>
                            <a:srgbClr val="404040"/>
                          </a:solidFill>
                          <a:latin typeface="Consolas"/>
                        </a:rPr>
                        <a:t>5</a:t>
                      </a:r>
                    </a:p>
                  </a:txBody>
                  <a:tcPr marL="101600" marR="101600" marT="50800" marB="50800" anchor="ctr">
                    <a:solidFill>
                      <a:srgbClr val="FFFFFF"/>
                    </a:solidFill>
                  </a:tcPr>
                </a:tc>
                <a:tc>
                  <a:txBody>
                    <a:bodyPr/>
                    <a:lstStyle/>
                    <a:p>
                      <a:pPr algn="r"/>
                      <a:r>
                        <a:rPr lang="de-DE" sz="1400" b="0">
                          <a:solidFill>
                            <a:srgbClr val="404040"/>
                          </a:solidFill>
                          <a:latin typeface="Consolas"/>
                        </a:rPr>
                        <a:t>0,993</a:t>
                      </a:r>
                    </a:p>
                  </a:txBody>
                  <a:tcPr marL="101600" marR="101600" marT="50800" marB="50800" anchor="ctr">
                    <a:solidFill>
                      <a:srgbClr val="FFFFFF"/>
                    </a:solidFill>
                  </a:tcPr>
                </a:tc>
                <a:tc>
                  <a:txBody>
                    <a:bodyPr/>
                    <a:lstStyle/>
                    <a:p>
                      <a:pPr algn="l"/>
                      <a:r>
                        <a:rPr lang="de-DE" sz="1400" b="0">
                          <a:solidFill>
                            <a:srgbClr val="404040"/>
                          </a:solidFill>
                          <a:latin typeface="Segoe UI"/>
                        </a:rPr>
                        <a:t>sehr hohe Modellbewertung</a:t>
                      </a:r>
                    </a:p>
                  </a:txBody>
                  <a:tcPr marL="101600" marR="101600" marT="50800" marB="50800" anchor="ctr">
                    <a:solidFill>
                      <a:srgbClr val="FFFFFF"/>
                    </a:solidFill>
                  </a:tcPr>
                </a:tc>
                <a:extLst>
                  <a:ext uri="{0D108BD9-81ED-4DB2-BD59-A6C34878D82A}">
                    <a16:rowId xmlns:a16="http://schemas.microsoft.com/office/drawing/2014/main" val="10005"/>
                  </a:ext>
                </a:extLst>
              </a:tr>
            </a:tbl>
          </a:graphicData>
        </a:graphic>
      </p:graphicFrame>
      <p:sp>
        <p:nvSpPr>
          <p:cNvPr id="8" name="Rectangle 7"/>
          <p:cNvSpPr/>
          <p:nvPr/>
        </p:nvSpPr>
        <p:spPr>
          <a:xfrm>
            <a:off x="7503160" y="3453319"/>
            <a:ext cx="5124450" cy="2286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503160" y="3453319"/>
            <a:ext cx="50800" cy="2286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19060" y="3580319"/>
            <a:ext cx="471805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Warum die Schwelle trotzdem Handarbeit ist</a:t>
            </a:r>
          </a:p>
        </p:txBody>
      </p:sp>
      <p:sp>
        <p:nvSpPr>
          <p:cNvPr id="11" name="TextBox 10"/>
          <p:cNvSpPr txBox="1"/>
          <p:nvPr/>
        </p:nvSpPr>
        <p:spPr>
          <a:xfrm>
            <a:off x="7719060" y="4113719"/>
            <a:ext cx="4718050" cy="1498600"/>
          </a:xfrm>
          <a:prstGeom prst="rect">
            <a:avLst/>
          </a:prstGeom>
          <a:noFill/>
        </p:spPr>
        <p:txBody>
          <a:bodyPr wrap="square" lIns="0" tIns="0" rIns="0" bIns="0">
            <a:spAutoFit/>
          </a:bodyPr>
          <a:lstStyle/>
          <a:p>
            <a:pPr>
              <a:lnSpc>
                <a:spcPct val="95000"/>
              </a:lnSpc>
            </a:pPr>
            <a:r>
              <a:rPr lang="de-DE" sz="1400" b="0">
                <a:solidFill>
                  <a:srgbClr val="003E6E"/>
                </a:solidFill>
                <a:latin typeface="Segoe UI"/>
              </a:rPr>
              <a:t>Projektregel: Score ≥ max(0,15; 0,5 × bester Score).</a:t>
            </a:r>
          </a:p>
          <a:p>
            <a:pPr>
              <a:lnSpc>
                <a:spcPct val="95000"/>
              </a:lnSpc>
            </a:pPr>
            <a:r>
              <a:rPr lang="de-DE" sz="1400" b="0">
                <a:solidFill>
                  <a:srgbClr val="003E6E"/>
                </a:solidFill>
                <a:latin typeface="Segoe UI"/>
              </a:rPr>
              <a:t>Die Werte sind Heuristiken. Ihre Eignung braucht fachlich annotierte Fälle. Ein Score von 0,88 bedeutet nicht „88 % richtige Antwort“.</a:t>
            </a:r>
          </a:p>
        </p:txBody>
      </p:sp>
    </p:spTree>
    <p:extLst>
      <p:ext uri="{BB962C8B-B14F-4D97-AF65-F5344CB8AC3E}">
        <p14:creationId xmlns:p14="http://schemas.microsoft.com/office/powerpoint/2010/main" val="2528419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absoluter und ein relativer Filter begrenzen den Kontext</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a:t>Quelle: Eigene Darstellung nach rag_engine.py und server.py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a:t>Nach dem Reranking betrachtet die App die besten fünf Kandidaten. Ein Beleg bleibt nur, wenn sein Score mindestens max(0,15; 0,5 × bester Score) erreicht. Gefragte Fehlercodes müssen im verbleibenden Kontext vorkommen. Ohne ausreichende Belege entfällt der Antwortaufruf. Ohne Reranker akzeptiert der Fallback ausschließlich exakte Code-Treffer.</a:t>
            </a:r>
          </a:p>
        </p:txBody>
      </p:sp>
      <p:sp>
        <p:nvSpPr>
          <p:cNvPr id="6" name="Rectangle 5"/>
          <p:cNvSpPr/>
          <p:nvPr/>
        </p:nvSpPr>
        <p:spPr>
          <a:xfrm>
            <a:off x="1153160" y="3505200"/>
            <a:ext cx="2540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lang="de-DE" sz="1300" b="1">
                <a:solidFill>
                  <a:srgbClr val="003E6E"/>
                </a:solidFill>
                <a:latin typeface="Segoe UI"/>
              </a:rPr>
              <a:t>Top 5</a:t>
            </a:r>
          </a:p>
          <a:p>
            <a:pPr algn="ctr">
              <a:lnSpc>
                <a:spcPct val="95000"/>
              </a:lnSpc>
            </a:pPr>
            <a:r>
              <a:rPr lang="de-DE" sz="1300" b="1">
                <a:solidFill>
                  <a:srgbClr val="003E6E"/>
                </a:solidFill>
                <a:latin typeface="Segoe UI"/>
              </a:rPr>
              <a:t>nach Reranking</a:t>
            </a:r>
          </a:p>
        </p:txBody>
      </p:sp>
      <p:sp>
        <p:nvSpPr>
          <p:cNvPr id="7" name="Diamond 6"/>
          <p:cNvSpPr/>
          <p:nvPr/>
        </p:nvSpPr>
        <p:spPr>
          <a:xfrm>
            <a:off x="4328160" y="3225800"/>
            <a:ext cx="2921000" cy="1397000"/>
          </a:xfrm>
          <a:prstGeom prst="diamond">
            <a:avLst/>
          </a:prstGeom>
          <a:solidFill>
            <a:srgbClr val="F7F5E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lang="de-DE" sz="1400" b="1">
                <a:solidFill>
                  <a:srgbClr val="003E6E"/>
                </a:solidFill>
                <a:latin typeface="Segoe UI"/>
              </a:rPr>
              <a:t>Belege nach</a:t>
            </a:r>
          </a:p>
          <a:p>
            <a:pPr algn="ctr">
              <a:lnSpc>
                <a:spcPct val="95000"/>
              </a:lnSpc>
            </a:pPr>
            <a:r>
              <a:rPr lang="de-DE" sz="1400" b="1">
                <a:solidFill>
                  <a:srgbClr val="003E6E"/>
                </a:solidFill>
                <a:latin typeface="Segoe UI"/>
              </a:rPr>
              <a:t>Score- und Codeprüfung?</a:t>
            </a:r>
          </a:p>
        </p:txBody>
      </p:sp>
      <p:sp>
        <p:nvSpPr>
          <p:cNvPr id="8" name="Rectangle 7"/>
          <p:cNvSpPr/>
          <p:nvPr/>
        </p:nvSpPr>
        <p:spPr>
          <a:xfrm>
            <a:off x="8519160" y="2362200"/>
            <a:ext cx="4108450" cy="838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lang="de-DE" sz="1300" b="1">
                <a:solidFill>
                  <a:srgbClr val="FFFFFF"/>
                </a:solidFill>
                <a:latin typeface="Segoe UI"/>
              </a:rPr>
              <a:t>Antwort aus Handbuchkontext</a:t>
            </a:r>
          </a:p>
          <a:p>
            <a:pPr algn="ctr">
              <a:lnSpc>
                <a:spcPct val="95000"/>
              </a:lnSpc>
            </a:pPr>
            <a:r>
              <a:rPr lang="de-DE" sz="1300" b="1">
                <a:solidFill>
                  <a:srgbClr val="FFFFFF"/>
                </a:solidFill>
                <a:latin typeface="Segoe UI"/>
              </a:rPr>
              <a:t>Gefilterte und erweiterte Belege</a:t>
            </a:r>
          </a:p>
        </p:txBody>
      </p:sp>
      <p:sp>
        <p:nvSpPr>
          <p:cNvPr id="9" name="Rectangle 8"/>
          <p:cNvSpPr/>
          <p:nvPr/>
        </p:nvSpPr>
        <p:spPr>
          <a:xfrm>
            <a:off x="8519160" y="4648200"/>
            <a:ext cx="4108450" cy="8382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Keine ausreichende Handbuchinformation</a:t>
            </a:r>
          </a:p>
          <a:p>
            <a:pPr algn="ctr">
              <a:lnSpc>
                <a:spcPct val="95000"/>
              </a:lnSpc>
            </a:pPr>
            <a:r>
              <a:rPr sz="1300" b="0">
                <a:solidFill>
                  <a:srgbClr val="FFFFFF"/>
                </a:solidFill>
                <a:latin typeface="Segoe UI"/>
              </a:rPr>
              <a:t>Ablehnung ohne Modellaufruf</a:t>
            </a:r>
          </a:p>
        </p:txBody>
      </p:sp>
      <p:cxnSp>
        <p:nvCxnSpPr>
          <p:cNvPr id="10" name="Connector 9"/>
          <p:cNvCxnSpPr/>
          <p:nvPr/>
        </p:nvCxnSpPr>
        <p:spPr>
          <a:xfrm>
            <a:off x="3693160" y="3924300"/>
            <a:ext cx="6350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249160" y="2781300"/>
            <a:ext cx="1270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49160" y="3924300"/>
            <a:ext cx="1270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03160" y="2895600"/>
            <a:ext cx="762000" cy="228600"/>
          </a:xfrm>
          <a:prstGeom prst="rect">
            <a:avLst/>
          </a:prstGeom>
          <a:noFill/>
        </p:spPr>
        <p:txBody>
          <a:bodyPr wrap="square" lIns="0" tIns="0" rIns="0" bIns="0">
            <a:spAutoFit/>
          </a:bodyPr>
          <a:lstStyle/>
          <a:p>
            <a:pPr>
              <a:lnSpc>
                <a:spcPct val="95000"/>
              </a:lnSpc>
            </a:pPr>
            <a:r>
              <a:rPr sz="1300" b="1">
                <a:solidFill>
                  <a:srgbClr val="2E7D32"/>
                </a:solidFill>
                <a:latin typeface="Segoe UI"/>
              </a:rPr>
              <a:t>Ja</a:t>
            </a:r>
          </a:p>
        </p:txBody>
      </p:sp>
      <p:sp>
        <p:nvSpPr>
          <p:cNvPr id="14" name="TextBox 13"/>
          <p:cNvSpPr txBox="1"/>
          <p:nvPr/>
        </p:nvSpPr>
        <p:spPr>
          <a:xfrm>
            <a:off x="7503160" y="4902200"/>
            <a:ext cx="762000" cy="228600"/>
          </a:xfrm>
          <a:prstGeom prst="rect">
            <a:avLst/>
          </a:prstGeom>
          <a:noFill/>
        </p:spPr>
        <p:txBody>
          <a:bodyPr wrap="square" lIns="0" tIns="0" rIns="0" bIns="0">
            <a:spAutoFit/>
          </a:bodyPr>
          <a:lstStyle/>
          <a:p>
            <a:pPr>
              <a:lnSpc>
                <a:spcPct val="95000"/>
              </a:lnSpc>
            </a:pPr>
            <a:r>
              <a:rPr sz="1300" b="1">
                <a:solidFill>
                  <a:srgbClr val="A32638"/>
                </a:solidFill>
                <a:latin typeface="Segoe UI"/>
              </a:rPr>
              <a:t>Nein</a:t>
            </a:r>
          </a:p>
        </p:txBody>
      </p:sp>
      <p:sp>
        <p:nvSpPr>
          <p:cNvPr id="15" name="TextBox 14"/>
          <p:cNvSpPr txBox="1"/>
          <p:nvPr/>
        </p:nvSpPr>
        <p:spPr>
          <a:xfrm>
            <a:off x="1153160" y="5918200"/>
            <a:ext cx="11474450" cy="457200"/>
          </a:xfrm>
          <a:prstGeom prst="rect">
            <a:avLst/>
          </a:prstGeom>
          <a:noFill/>
        </p:spPr>
        <p:txBody>
          <a:bodyPr wrap="square" lIns="0" tIns="0" rIns="0" bIns="0">
            <a:spAutoFit/>
          </a:bodyPr>
          <a:lstStyle/>
          <a:p>
            <a:pPr>
              <a:lnSpc>
                <a:spcPct val="95000"/>
              </a:lnSpc>
            </a:pPr>
            <a:r>
              <a:rPr lang="de-DE" sz="1300" b="0">
                <a:solidFill>
                  <a:srgbClr val="555148"/>
                </a:solidFill>
                <a:latin typeface="Segoe UI"/>
              </a:rPr>
              <a:t>Auch relevante Belege können unvollständig sein. Vier kuratierte Verfahrensgruppen ergänzen zusammengehörige Warnungen und Arbeitsschritte.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Warnhinweise und Arbeitsschritte bleiben im selben Kontext</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a:t>Quelle: manual_context.py, rag_engine.py, server.py und docs/evaluation/LIVE.md</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dirty="0"/>
              <a:t>Ein einzelner Treffer kann einen Arbeitsschritt enthalten, aber die davor stehende Warnung verlieren. Das Modul manual_context.py ordnet Fragmente vier geprüften Verfahrensgruppen zu. Vor der Antwortgenerierung ersetzt die App solche Treffer durch den vollständigen Originalabschnitt und entfernt Dubletten. Diese handbuchspezifische Erweiterung ergänzt den </a:t>
            </a:r>
            <a:r>
              <a:rPr lang="de-DE" dirty="0" err="1"/>
              <a:t>Scorefilter</a:t>
            </a:r>
            <a:r>
              <a:rPr lang="de-DE" dirty="0"/>
              <a:t>.</a:t>
            </a:r>
          </a:p>
        </p:txBody>
      </p:sp>
      <p:sp>
        <p:nvSpPr>
          <p:cNvPr id="1012" name="Rechteck 1011">
            <a:extLst>
              <a:ext uri="{FF2B5EF4-FFF2-40B4-BE49-F238E27FC236}">
                <a16:creationId xmlns:a16="http://schemas.microsoft.com/office/drawing/2014/main" id="{333C4133-8247-4B8F-B7BD-D6E84411E763}"/>
              </a:ext>
            </a:extLst>
          </p:cNvPr>
          <p:cNvSpPr>
            <a:spLocks noGrp="1"/>
          </p:cNvSpPr>
          <p:nvPr/>
        </p:nvSpPr>
        <p:spPr>
          <a:xfrm>
            <a:off x="11620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Gefundener Chunk</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„Service-Klappe …“</a:t>
            </a:r>
          </a:p>
        </p:txBody>
      </p:sp>
      <p:sp>
        <p:nvSpPr>
          <p:cNvPr id="1002" name="Rechteck 1001">
            <a:extLst>
              <a:ext uri="{FF2B5EF4-FFF2-40B4-BE49-F238E27FC236}">
                <a16:creationId xmlns:a16="http://schemas.microsoft.com/office/drawing/2014/main" id="{8389982C-ECC4-421D-98B0-8BD951BEAC31}"/>
              </a:ext>
            </a:extLst>
          </p:cNvPr>
          <p:cNvSpPr>
            <a:spLocks noGrp="1"/>
          </p:cNvSpPr>
          <p:nvPr/>
        </p:nvSpPr>
        <p:spPr>
          <a:xfrm>
            <a:off x="40957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Kontextgruppe</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pump</a:t>
            </a:r>
          </a:p>
        </p:txBody>
      </p:sp>
      <p:sp>
        <p:nvSpPr>
          <p:cNvPr id="1003" name="Rechteck 1002">
            <a:extLst>
              <a:ext uri="{FF2B5EF4-FFF2-40B4-BE49-F238E27FC236}">
                <a16:creationId xmlns:a16="http://schemas.microsoft.com/office/drawing/2014/main" id="{CC00902B-14F8-4D75-B199-27CA2C097741}"/>
              </a:ext>
            </a:extLst>
          </p:cNvPr>
          <p:cNvSpPr>
            <a:spLocks noGrp="1"/>
          </p:cNvSpPr>
          <p:nvPr/>
        </p:nvSpPr>
        <p:spPr>
          <a:xfrm>
            <a:off x="7029450" y="2714625"/>
            <a:ext cx="2667000" cy="1190625"/>
          </a:xfrm>
          <a:prstGeom prst="rect">
            <a:avLst/>
          </a:prstGeom>
          <a:solidFill>
            <a:srgbClr val="003E6E"/>
          </a:solidFill>
          <a:ln w="9525">
            <a:solidFill>
              <a:srgbClr val="003E6E"/>
            </a:solidFill>
          </a:ln>
        </p:spPr>
        <p:txBody>
          <a:bodyPr lIns="123825" tIns="133350" rIns="123825" bIns="133350" anchor="ctr">
            <a:noAutofit/>
          </a:bodyPr>
          <a:lstStyle/>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Originalverfahren</a:t>
            </a:r>
          </a:p>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Warnung und Schritte</a:t>
            </a:r>
          </a:p>
        </p:txBody>
      </p:sp>
      <p:sp>
        <p:nvSpPr>
          <p:cNvPr id="1004" name="Rechteck 1003">
            <a:extLst>
              <a:ext uri="{FF2B5EF4-FFF2-40B4-BE49-F238E27FC236}">
                <a16:creationId xmlns:a16="http://schemas.microsoft.com/office/drawing/2014/main" id="{C13D9205-0953-435F-81A8-17A558161889}"/>
              </a:ext>
            </a:extLst>
          </p:cNvPr>
          <p:cNvSpPr>
            <a:spLocks noGrp="1"/>
          </p:cNvSpPr>
          <p:nvPr/>
        </p:nvSpPr>
        <p:spPr>
          <a:xfrm>
            <a:off x="99631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LLM-Antwort</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mit vollständigem Beleg</a:t>
            </a:r>
          </a:p>
        </p:txBody>
      </p:sp>
      <p:cxnSp>
        <p:nvCxnSpPr>
          <p:cNvPr id="1016" name="Gerade Verbindung mit Pfeil 1015"/>
          <p:cNvCxnSpPr>
            <a:stCxn id="1012" idx="3"/>
            <a:endCxn id="1002" idx="1"/>
          </p:cNvCxnSpPr>
          <p:nvPr/>
        </p:nvCxnSpPr>
        <p:spPr>
          <a:xfrm>
            <a:off x="3829050" y="3309938"/>
            <a:ext cx="266700" cy="0"/>
          </a:xfrm>
          <a:prstGeom prst="straightConnector1">
            <a:avLst/>
          </a:prstGeom>
          <a:ln w="19050">
            <a:solidFill>
              <a:srgbClr val="003E6E"/>
            </a:solidFill>
            <a:tailEnd type="triangle" w="med" len="med"/>
          </a:ln>
        </p:spPr>
      </p:cxnSp>
      <p:cxnSp>
        <p:nvCxnSpPr>
          <p:cNvPr id="1017" name="Gerade Verbindung mit Pfeil 1016"/>
          <p:cNvCxnSpPr>
            <a:stCxn id="1002" idx="3"/>
            <a:endCxn id="1003" idx="1"/>
          </p:cNvCxnSpPr>
          <p:nvPr/>
        </p:nvCxnSpPr>
        <p:spPr>
          <a:xfrm>
            <a:off x="6762750" y="3309938"/>
            <a:ext cx="266700" cy="0"/>
          </a:xfrm>
          <a:prstGeom prst="straightConnector1">
            <a:avLst/>
          </a:prstGeom>
          <a:ln w="19050">
            <a:solidFill>
              <a:srgbClr val="003E6E"/>
            </a:solidFill>
            <a:tailEnd type="triangle" w="med" len="med"/>
          </a:ln>
        </p:spPr>
      </p:cxnSp>
      <p:cxnSp>
        <p:nvCxnSpPr>
          <p:cNvPr id="1018" name="Gerade Verbindung mit Pfeil 1017"/>
          <p:cNvCxnSpPr>
            <a:stCxn id="1003" idx="3"/>
            <a:endCxn id="1004" idx="1"/>
          </p:cNvCxnSpPr>
          <p:nvPr/>
        </p:nvCxnSpPr>
        <p:spPr>
          <a:xfrm>
            <a:off x="9696450" y="3309938"/>
            <a:ext cx="266700" cy="0"/>
          </a:xfrm>
          <a:prstGeom prst="straightConnector1">
            <a:avLst/>
          </a:prstGeom>
          <a:ln w="19050">
            <a:solidFill>
              <a:srgbClr val="003E6E"/>
            </a:solidFill>
            <a:tailEnd type="triangle" w="med" len="med"/>
          </a:ln>
        </p:spPr>
      </p:cxnSp>
      <p:sp>
        <p:nvSpPr>
          <p:cNvPr id="1008" name="Rechteck 1007">
            <a:extLst>
              <a:ext uri="{FF2B5EF4-FFF2-40B4-BE49-F238E27FC236}">
                <a16:creationId xmlns:a16="http://schemas.microsoft.com/office/drawing/2014/main" id="{ED0E23EF-9886-4CC9-8D91-C4B1AACBA59D}"/>
              </a:ext>
            </a:extLst>
          </p:cNvPr>
          <p:cNvSpPr>
            <a:spLocks noGrp="1"/>
          </p:cNvSpPr>
          <p:nvPr/>
        </p:nvSpPr>
        <p:spPr>
          <a:xfrm>
            <a:off x="1162050" y="4333875"/>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Vier kuratierte Gruppen</a:t>
            </a:r>
          </a:p>
        </p:txBody>
      </p:sp>
      <p:sp>
        <p:nvSpPr>
          <p:cNvPr id="1009" name="Rechteck 1008">
            <a:extLst>
              <a:ext uri="{FF2B5EF4-FFF2-40B4-BE49-F238E27FC236}">
                <a16:creationId xmlns:a16="http://schemas.microsoft.com/office/drawing/2014/main" id="{18278E5B-AB85-430E-B2DA-EBA2A3D16EC5}"/>
              </a:ext>
            </a:extLst>
          </p:cNvPr>
          <p:cNvSpPr>
            <a:spLocks noGrp="1"/>
          </p:cNvSpPr>
          <p:nvPr/>
        </p:nvSpPr>
        <p:spPr>
          <a:xfrm>
            <a:off x="4143375" y="4333875"/>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Pumpe, Notentriegelung, erstes Waschen und Transport. Die Zuordnung gilt für genau diese Handbuchfassung.</a:t>
            </a:r>
          </a:p>
        </p:txBody>
      </p:sp>
      <p:sp>
        <p:nvSpPr>
          <p:cNvPr id="1010" name="Rechteck 1009">
            <a:extLst>
              <a:ext uri="{FF2B5EF4-FFF2-40B4-BE49-F238E27FC236}">
                <a16:creationId xmlns:a16="http://schemas.microsoft.com/office/drawing/2014/main" id="{5B140CB8-55A5-4B10-B3C7-5C28465499F4}"/>
              </a:ext>
            </a:extLst>
          </p:cNvPr>
          <p:cNvSpPr>
            <a:spLocks noGrp="1"/>
          </p:cNvSpPr>
          <p:nvPr/>
        </p:nvSpPr>
        <p:spPr>
          <a:xfrm>
            <a:off x="1162050" y="5257800"/>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Suche und Antwortkontext</a:t>
            </a:r>
          </a:p>
        </p:txBody>
      </p:sp>
      <p:sp>
        <p:nvSpPr>
          <p:cNvPr id="1011" name="Rechteck 1010">
            <a:extLst>
              <a:ext uri="{FF2B5EF4-FFF2-40B4-BE49-F238E27FC236}">
                <a16:creationId xmlns:a16="http://schemas.microsoft.com/office/drawing/2014/main" id="{933209D2-3814-4CEC-BF55-3392A5E7827F}"/>
              </a:ext>
            </a:extLst>
          </p:cNvPr>
          <p:cNvSpPr>
            <a:spLocks noGrp="1"/>
          </p:cNvSpPr>
          <p:nvPr/>
        </p:nvSpPr>
        <p:spPr>
          <a:xfrm>
            <a:off x="4143375" y="5257800"/>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Kurze Chunks bleiben suchbar. Vor der Generierung ersetzt die vollständige Originalanleitung die zugehörigen Fragmente.</a:t>
            </a:r>
          </a:p>
        </p:txBody>
      </p:sp>
    </p:spTree>
    <p:extLst>
      <p:ext uri="{BB962C8B-B14F-4D97-AF65-F5344CB8AC3E}">
        <p14:creationId xmlns:p14="http://schemas.microsoft.com/office/powerpoint/2010/main" val="1610986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B4D6D1A7-938D-D629-214C-E7D0D21B8A00}"/>
              </a:ext>
            </a:extLst>
          </p:cNvPr>
          <p:cNvSpPr txBox="1"/>
          <p:nvPr/>
        </p:nvSpPr>
        <p:spPr>
          <a:xfrm rot="16200000">
            <a:off x="1428186" y="3427769"/>
            <a:ext cx="2417402" cy="598251"/>
          </a:xfrm>
          <a:prstGeom prst="roundRect">
            <a:avLst/>
          </a:prstGeom>
          <a:solidFill>
            <a:schemeClr val="accent1">
              <a:lumMod val="20000"/>
              <a:lumOff val="80000"/>
            </a:schemeClr>
          </a:solidFill>
          <a:ln>
            <a:solidFill>
              <a:schemeClr val="accent1"/>
            </a:solidFill>
          </a:ln>
        </p:spPr>
        <p:txBody>
          <a:bodyPr wrap="square" rtlCol="0">
            <a:noAutofit/>
          </a:bodyPr>
          <a:lstStyle/>
          <a:p>
            <a:pPr algn="ctr"/>
            <a:r>
              <a:rPr lang="de-DE" sz="1200" b="1"/>
              <a:t>Originalseite des Handbuchs</a:t>
            </a:r>
          </a:p>
        </p:txBody>
      </p:sp>
      <p:pic>
        <p:nvPicPr>
          <p:cNvPr id="6" name="Picture 5" descr="seite33.png"/>
          <p:cNvPicPr>
            <a:picLocks noChangeAspect="1"/>
          </p:cNvPicPr>
          <p:nvPr/>
        </p:nvPicPr>
        <p:blipFill>
          <a:blip r:embed="rId3"/>
          <a:srcRect l="3427" r="1"/>
          <a:stretch>
            <a:fillRect/>
          </a:stretch>
        </p:blipFill>
        <p:spPr>
          <a:xfrm>
            <a:off x="2690538" y="1994171"/>
            <a:ext cx="3291595" cy="4834646"/>
          </a:xfrm>
          <a:prstGeom prst="rect">
            <a:avLst/>
          </a:prstGeom>
        </p:spPr>
      </p:pic>
      <p:sp>
        <p:nvSpPr>
          <p:cNvPr id="2" name="Title 1"/>
          <p:cNvSpPr>
            <a:spLocks noGrp="1"/>
          </p:cNvSpPr>
          <p:nvPr>
            <p:ph type="title"/>
          </p:nvPr>
        </p:nvSpPr>
        <p:spPr>
          <a:xfrm>
            <a:off x="488951" y="544107"/>
            <a:ext cx="12131271" cy="340206"/>
          </a:xfrm>
        </p:spPr>
        <p:txBody>
          <a:bodyPr/>
          <a:lstStyle/>
          <a:p>
            <a:r>
              <a:rPr lang="de-DE"/>
              <a:t>Seite 33 ist die Fundseite, 30, 31 und 36 sind Querverweise</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488950" y="6429600"/>
            <a:ext cx="12131294" cy="180750"/>
          </a:xfrm>
        </p:spPr>
        <p:txBody>
          <a:bodyPr/>
          <a:lstStyle/>
          <a:p>
            <a:r>
              <a:rPr lang="de-DE"/>
              <a:t>Quelle: siemens-handbuch.pdf, Seite 33, Tabelle "Hinweise im Anzeigefeld"; docs/AUDIT.md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Fehlercodetabelle steht auf physischer PDF-Seite 33. Ihre Verweise 30, 31 und 36 führen zu anderen Abschnitten. Das aktive ältere Markdown besitzt jedoch noch keine verlässlichen PDF-Seitenmetadaten. Die App bezeichnet darin enthaltene Seiten-zahlen deshalb als Querverweise. Erst geprüfte neue Parser-Ausgaben erlauben eine automatisch belegte Fundseite.</a:t>
            </a:r>
          </a:p>
        </p:txBody>
      </p:sp>
      <p:sp>
        <p:nvSpPr>
          <p:cNvPr id="7" name="Rounded Rectangle 6"/>
          <p:cNvSpPr/>
          <p:nvPr/>
        </p:nvSpPr>
        <p:spPr>
          <a:xfrm>
            <a:off x="6104106" y="2362200"/>
            <a:ext cx="6523504" cy="889000"/>
          </a:xfrm>
          <a:prstGeom prst="roundRect">
            <a:avLst>
              <a:gd name="adj" fmla="val 10102"/>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181531" y="2679700"/>
            <a:ext cx="254000" cy="254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FFFFFF"/>
                </a:solidFill>
                <a:latin typeface="Segoe UI"/>
              </a:rPr>
              <a:t>1</a:t>
            </a:r>
          </a:p>
        </p:txBody>
      </p:sp>
      <p:sp>
        <p:nvSpPr>
          <p:cNvPr id="9" name="TextBox 8"/>
          <p:cNvSpPr txBox="1"/>
          <p:nvPr/>
        </p:nvSpPr>
        <p:spPr>
          <a:xfrm>
            <a:off x="6648854" y="2629348"/>
            <a:ext cx="5851755" cy="380104"/>
          </a:xfrm>
          <a:prstGeom prst="rect">
            <a:avLst/>
          </a:prstGeom>
          <a:noFill/>
        </p:spPr>
        <p:txBody>
          <a:bodyPr wrap="square" lIns="0" tIns="0" rIns="0" bIns="0" anchor="ctr">
            <a:spAutoFit/>
          </a:bodyPr>
          <a:lstStyle/>
          <a:p>
            <a:pPr>
              <a:lnSpc>
                <a:spcPct val="95000"/>
              </a:lnSpc>
            </a:pPr>
            <a:r>
              <a:rPr lang="de-DE" sz="1300" b="0">
                <a:solidFill>
                  <a:srgbClr val="003E6E"/>
                </a:solidFill>
                <a:latin typeface="Segoe UI"/>
              </a:rPr>
              <a:t>Physische PDF-Seite 33: im Original nachgeprüft. Im aktiven Markdown fehlt diese Information als Metadatum.</a:t>
            </a:r>
          </a:p>
        </p:txBody>
      </p:sp>
      <p:sp>
        <p:nvSpPr>
          <p:cNvPr id="10" name="Rounded Rectangle 9"/>
          <p:cNvSpPr/>
          <p:nvPr/>
        </p:nvSpPr>
        <p:spPr>
          <a:xfrm>
            <a:off x="6104106" y="3632200"/>
            <a:ext cx="6523504" cy="889000"/>
          </a:xfrm>
          <a:prstGeom prst="roundRect">
            <a:avLst>
              <a:gd name="adj" fmla="val 10102"/>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181531" y="3949700"/>
            <a:ext cx="254000" cy="254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dirty="0">
                <a:solidFill>
                  <a:srgbClr val="FFFFFF"/>
                </a:solidFill>
                <a:latin typeface="Segoe UI"/>
              </a:rPr>
              <a:t>2</a:t>
            </a:r>
          </a:p>
        </p:txBody>
      </p:sp>
      <p:sp>
        <p:nvSpPr>
          <p:cNvPr id="12" name="TextBox 11"/>
          <p:cNvSpPr txBox="1"/>
          <p:nvPr/>
        </p:nvSpPr>
        <p:spPr>
          <a:xfrm>
            <a:off x="6648854" y="3899348"/>
            <a:ext cx="5851755" cy="380104"/>
          </a:xfrm>
          <a:prstGeom prst="rect">
            <a:avLst/>
          </a:prstGeom>
          <a:noFill/>
        </p:spPr>
        <p:txBody>
          <a:bodyPr wrap="square" lIns="0" tIns="0" rIns="0" bIns="0" anchor="ctr">
            <a:spAutoFit/>
          </a:bodyPr>
          <a:lstStyle/>
          <a:p>
            <a:pPr>
              <a:lnSpc>
                <a:spcPct val="95000"/>
              </a:lnSpc>
            </a:pPr>
            <a:r>
              <a:rPr sz="1300" b="1">
                <a:solidFill>
                  <a:srgbClr val="003E6E"/>
                </a:solidFill>
                <a:latin typeface="Segoe UI"/>
              </a:rPr>
              <a:t>E:18 → Seiten 30 und 31: </a:t>
            </a:r>
            <a:r>
              <a:rPr sz="1300" b="0">
                <a:solidFill>
                  <a:srgbClr val="404040"/>
                </a:solidFill>
                <a:latin typeface="Segoe UI"/>
              </a:rPr>
              <a:t>Reinigungsanweisungen für Laugenpumpe und Ablauf — Querverweis, keine Fundseite.</a:t>
            </a:r>
          </a:p>
        </p:txBody>
      </p:sp>
      <p:sp>
        <p:nvSpPr>
          <p:cNvPr id="13" name="Rounded Rectangle 12"/>
          <p:cNvSpPr/>
          <p:nvPr/>
        </p:nvSpPr>
        <p:spPr>
          <a:xfrm>
            <a:off x="6104106" y="4902200"/>
            <a:ext cx="6523504" cy="889000"/>
          </a:xfrm>
          <a:prstGeom prst="roundRect">
            <a:avLst>
              <a:gd name="adj" fmla="val 10102"/>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181531" y="5219700"/>
            <a:ext cx="254000" cy="254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FFFFFF"/>
                </a:solidFill>
                <a:latin typeface="Segoe UI"/>
              </a:rPr>
              <a:t>3</a:t>
            </a:r>
          </a:p>
        </p:txBody>
      </p:sp>
      <p:sp>
        <p:nvSpPr>
          <p:cNvPr id="15" name="TextBox 14"/>
          <p:cNvSpPr txBox="1"/>
          <p:nvPr/>
        </p:nvSpPr>
        <p:spPr>
          <a:xfrm>
            <a:off x="6648854" y="5169348"/>
            <a:ext cx="5851755" cy="380104"/>
          </a:xfrm>
          <a:prstGeom prst="rect">
            <a:avLst/>
          </a:prstGeom>
          <a:noFill/>
        </p:spPr>
        <p:txBody>
          <a:bodyPr wrap="square" lIns="0" tIns="0" rIns="0" bIns="0" anchor="ctr">
            <a:spAutoFit/>
          </a:bodyPr>
          <a:lstStyle/>
          <a:p>
            <a:pPr>
              <a:lnSpc>
                <a:spcPct val="95000"/>
              </a:lnSpc>
            </a:pPr>
            <a:r>
              <a:rPr lang="de-DE" sz="1300" b="0">
                <a:solidFill>
                  <a:srgbClr val="003E6E"/>
                </a:solidFill>
                <a:latin typeface="Segoe UI"/>
              </a:rPr>
              <a:t>E:23 verweist auf Seite 36 zum Kundendienst. Dieser Querverweis bezeichnet nicht die Fundseite der Fehlercodetabelle.</a:t>
            </a:r>
          </a:p>
        </p:txBody>
      </p:sp>
      <p:sp>
        <p:nvSpPr>
          <p:cNvPr id="21" name="Rechteck 20">
            <a:extLst>
              <a:ext uri="{FF2B5EF4-FFF2-40B4-BE49-F238E27FC236}">
                <a16:creationId xmlns:a16="http://schemas.microsoft.com/office/drawing/2014/main" id="{1F365B1A-6BBB-FA64-7D41-555F8ECE503A}"/>
              </a:ext>
            </a:extLst>
          </p:cNvPr>
          <p:cNvSpPr/>
          <p:nvPr/>
        </p:nvSpPr>
        <p:spPr>
          <a:xfrm>
            <a:off x="2690538" y="2101684"/>
            <a:ext cx="3183644" cy="4572000"/>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2C23D27D-3E7C-5091-F5BE-64867536F256}"/>
              </a:ext>
            </a:extLst>
          </p:cNvPr>
          <p:cNvPicPr>
            <a:picLocks noChangeAspect="1"/>
          </p:cNvPicPr>
          <p:nvPr/>
        </p:nvPicPr>
        <p:blipFill>
          <a:blip r:embed="rId3">
            <a:extLst>
              <a:ext uri="{28A0092B-C50C-407E-A947-70E740481C1C}">
                <a14:useLocalDpi xmlns:a14="http://schemas.microsoft.com/office/drawing/2010/main" val="0"/>
              </a:ext>
            </a:extLst>
          </a:blip>
          <a:srcRect b="6353"/>
          <a:stretch>
            <a:fillRect/>
          </a:stretch>
        </p:blipFill>
        <p:spPr>
          <a:xfrm>
            <a:off x="488950" y="1006814"/>
            <a:ext cx="8661091" cy="6308386"/>
          </a:xfrm>
          <a:prstGeom prst="rect">
            <a:avLst/>
          </a:prstGeom>
        </p:spPr>
      </p:pic>
      <p:sp>
        <p:nvSpPr>
          <p:cNvPr id="2" name="Title 1"/>
          <p:cNvSpPr>
            <a:spLocks noGrp="1"/>
          </p:cNvSpPr>
          <p:nvPr>
            <p:ph type="title"/>
          </p:nvPr>
        </p:nvSpPr>
        <p:spPr/>
        <p:txBody>
          <a:bodyPr/>
          <a:lstStyle/>
          <a:p>
            <a:r>
              <a:rPr dirty="0"/>
              <a:t>Zwei </a:t>
            </a:r>
            <a:r>
              <a:rPr dirty="0" err="1"/>
              <a:t>Antwortmodelle</a:t>
            </a:r>
            <a:r>
              <a:rPr dirty="0"/>
              <a:t>, </a:t>
            </a:r>
            <a:r>
              <a:rPr dirty="0" err="1"/>
              <a:t>ein</a:t>
            </a:r>
            <a:r>
              <a:rPr dirty="0"/>
              <a:t> Retrieval-Kern</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Server, ein Retrieval-Kern und zwei Modell-Clients</a:t>
            </a:r>
          </a:p>
        </p:txBody>
      </p:sp>
      <p:sp>
        <p:nvSpPr>
          <p:cNvPr id="3" name="Text Placeholder 2"/>
          <p:cNvSpPr>
            <a:spLocks noGrp="1"/>
          </p:cNvSpPr>
          <p:nvPr>
            <p:ph type="body" sz="quarter" idx="12"/>
          </p:nvPr>
        </p:nvSpPr>
        <p:spPr>
          <a:xfrm>
            <a:off x="488951" y="277342"/>
            <a:ext cx="12131269" cy="249523"/>
          </a:xfrm>
        </p:spPr>
        <p:txBody>
          <a:bodyPr/>
          <a:lstStyle/>
          <a:p>
            <a:r>
              <a:rPr lang="de-DE"/>
              <a:t>Zwei Antwortmodelle</a:t>
            </a:r>
          </a:p>
        </p:txBody>
      </p:sp>
      <p:sp>
        <p:nvSpPr>
          <p:cNvPr id="4" name="Text Placeholder 3"/>
          <p:cNvSpPr>
            <a:spLocks noGrp="1"/>
          </p:cNvSpPr>
          <p:nvPr>
            <p:ph type="body" sz="quarter" idx="13"/>
          </p:nvPr>
        </p:nvSpPr>
        <p:spPr>
          <a:xfrm>
            <a:off x="522288" y="6429600"/>
            <a:ext cx="12097932" cy="180750"/>
          </a:xfrm>
        </p:spPr>
        <p:txBody>
          <a:bodyPr/>
          <a:lstStyle/>
          <a:p>
            <a:r>
              <a:rPr lang="de-DE"/>
              <a:t>Quelle: Eigene Darstellung nach server.py und llm_client.py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a:t>Das Skript server.py startet die lokale Flask-App auf Port 3001. Der Anbieter wird je Anfrage explizit gewählt. Die Klassen LocalLLM und OpenAILLM teilen denselben Antwortvertrag. Embeddings, Vektorspeicher und Reranking bleiben lokal. Im Hybrid-Modus erhält das Antwortmodell Frage und Handbuchauszüge. Im PageIndex-Modus erhält es zusätzlich Titel und Zusammenfassungen für die Abschnittsauswahl.</a:t>
            </a:r>
          </a:p>
        </p:txBody>
      </p:sp>
      <p:sp>
        <p:nvSpPr>
          <p:cNvPr id="6" name="Rectangle 5"/>
          <p:cNvSpPr/>
          <p:nvPr/>
        </p:nvSpPr>
        <p:spPr>
          <a:xfrm>
            <a:off x="1153160" y="3505200"/>
            <a:ext cx="2540000" cy="8890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Browser</a:t>
            </a:r>
          </a:p>
          <a:p>
            <a:pPr algn="ctr">
              <a:lnSpc>
                <a:spcPct val="95000"/>
              </a:lnSpc>
            </a:pPr>
            <a:r>
              <a:rPr sz="1300" b="0">
                <a:solidFill>
                  <a:srgbClr val="555148"/>
                </a:solidFill>
                <a:latin typeface="Segoe UI"/>
              </a:rPr>
              <a:t>GUI auf Port 3001, Anbieter-Toggle</a:t>
            </a:r>
          </a:p>
        </p:txBody>
      </p:sp>
      <p:sp>
        <p:nvSpPr>
          <p:cNvPr id="7" name="Rectangle 6"/>
          <p:cNvSpPr/>
          <p:nvPr/>
        </p:nvSpPr>
        <p:spPr>
          <a:xfrm>
            <a:off x="4328160" y="3378200"/>
            <a:ext cx="3302000" cy="114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Flask-App</a:t>
            </a:r>
          </a:p>
          <a:p>
            <a:pPr algn="ctr">
              <a:lnSpc>
                <a:spcPct val="95000"/>
              </a:lnSpc>
            </a:pPr>
            <a:r>
              <a:rPr sz="1300" b="0">
                <a:solidFill>
                  <a:srgbClr val="FFFFFF"/>
                </a:solidFill>
                <a:latin typeface="Segoe UI"/>
              </a:rPr>
              <a:t>Hybrid-Retrieval, Reranking, Kontextbudget, SSE — alles lokal</a:t>
            </a:r>
          </a:p>
        </p:txBody>
      </p:sp>
      <p:sp>
        <p:nvSpPr>
          <p:cNvPr id="8" name="Rectangle 7"/>
          <p:cNvSpPr/>
          <p:nvPr/>
        </p:nvSpPr>
        <p:spPr>
          <a:xfrm>
            <a:off x="8773160" y="2362200"/>
            <a:ext cx="3854450" cy="8890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LM Studio</a:t>
            </a:r>
          </a:p>
          <a:p>
            <a:pPr algn="ctr">
              <a:lnSpc>
                <a:spcPct val="95000"/>
              </a:lnSpc>
            </a:pPr>
            <a:r>
              <a:rPr sz="1300" b="0">
                <a:solidFill>
                  <a:srgbClr val="555148"/>
                </a:solidFill>
                <a:latin typeface="Segoe UI"/>
              </a:rPr>
              <a:t>LocalLLM · 127.0.0.1:1234/v1</a:t>
            </a:r>
          </a:p>
        </p:txBody>
      </p:sp>
      <p:sp>
        <p:nvSpPr>
          <p:cNvPr id="9" name="Rectangle 8"/>
          <p:cNvSpPr/>
          <p:nvPr/>
        </p:nvSpPr>
        <p:spPr>
          <a:xfrm>
            <a:off x="8773160" y="4648200"/>
            <a:ext cx="3854450" cy="889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OpenAI API</a:t>
            </a:r>
          </a:p>
          <a:p>
            <a:pPr algn="ctr">
              <a:lnSpc>
                <a:spcPct val="95000"/>
              </a:lnSpc>
            </a:pPr>
            <a:r>
              <a:rPr sz="1300" b="0">
                <a:solidFill>
                  <a:srgbClr val="555148"/>
                </a:solidFill>
                <a:latin typeface="Segoe UI"/>
              </a:rPr>
              <a:t>OpenAILLM · HTTPS, Modell gpt-4.1-mini</a:t>
            </a:r>
          </a:p>
        </p:txBody>
      </p:sp>
      <p:cxnSp>
        <p:nvCxnSpPr>
          <p:cNvPr id="10" name="Connector 9"/>
          <p:cNvCxnSpPr/>
          <p:nvPr/>
        </p:nvCxnSpPr>
        <p:spPr>
          <a:xfrm>
            <a:off x="3693160" y="3949700"/>
            <a:ext cx="6350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630160" y="2806700"/>
            <a:ext cx="1143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30160" y="3949700"/>
            <a:ext cx="1143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20660" y="2997200"/>
            <a:ext cx="1016000" cy="228600"/>
          </a:xfrm>
          <a:prstGeom prst="rect">
            <a:avLst/>
          </a:prstGeom>
          <a:noFill/>
        </p:spPr>
        <p:txBody>
          <a:bodyPr wrap="square" lIns="0" tIns="0" rIns="0" bIns="0">
            <a:spAutoFit/>
          </a:bodyPr>
          <a:lstStyle/>
          <a:p>
            <a:pPr>
              <a:lnSpc>
                <a:spcPct val="95000"/>
              </a:lnSpc>
            </a:pPr>
            <a:r>
              <a:rPr sz="1300" b="1">
                <a:solidFill>
                  <a:srgbClr val="003E6E"/>
                </a:solidFill>
                <a:latin typeface="Segoe UI"/>
              </a:rPr>
              <a:t>lokal</a:t>
            </a:r>
          </a:p>
        </p:txBody>
      </p:sp>
      <p:sp>
        <p:nvSpPr>
          <p:cNvPr id="14" name="TextBox 13"/>
          <p:cNvSpPr txBox="1"/>
          <p:nvPr/>
        </p:nvSpPr>
        <p:spPr>
          <a:xfrm>
            <a:off x="7820660" y="4838700"/>
            <a:ext cx="1016000" cy="228600"/>
          </a:xfrm>
          <a:prstGeom prst="rect">
            <a:avLst/>
          </a:prstGeom>
          <a:noFill/>
        </p:spPr>
        <p:txBody>
          <a:bodyPr wrap="square" lIns="0" tIns="0" rIns="0" bIns="0">
            <a:spAutoFit/>
          </a:bodyPr>
          <a:lstStyle/>
          <a:p>
            <a:pPr>
              <a:lnSpc>
                <a:spcPct val="95000"/>
              </a:lnSpc>
            </a:pPr>
            <a:r>
              <a:rPr sz="1300" b="1">
                <a:solidFill>
                  <a:srgbClr val="003E6E"/>
                </a:solidFill>
                <a:latin typeface="Segoe UI"/>
              </a:rPr>
              <a:t>extern</a:t>
            </a:r>
          </a:p>
        </p:txBody>
      </p:sp>
      <p:sp>
        <p:nvSpPr>
          <p:cNvPr id="15" name="TextBox 14"/>
          <p:cNvSpPr txBox="1"/>
          <p:nvPr/>
        </p:nvSpPr>
        <p:spPr>
          <a:xfrm>
            <a:off x="1153160" y="5918200"/>
            <a:ext cx="11474450" cy="380104"/>
          </a:xfrm>
          <a:prstGeom prst="rect">
            <a:avLst/>
          </a:prstGeom>
          <a:noFill/>
        </p:spPr>
        <p:txBody>
          <a:bodyPr wrap="square" lIns="0" tIns="0" rIns="0" bIns="0">
            <a:spAutoFit/>
          </a:bodyPr>
          <a:lstStyle/>
          <a:p>
            <a:pPr>
              <a:lnSpc>
                <a:spcPct val="95000"/>
              </a:lnSpc>
            </a:pPr>
            <a:r>
              <a:rPr lang="de-DE" sz="1300" b="0">
                <a:solidFill>
                  <a:srgbClr val="555148"/>
                </a:solidFill>
                <a:latin typeface="Segoe UI"/>
              </a:rPr>
              <a:t>Der Index bleibt lokal. Der Anbieter OpenAI erhält im Hybrid-Modus Frage und Auszüge, bei PageIndex zusätzlich Abschnittsübersichten. Modellvorgabe: gpt-4.1-mini.</a:t>
            </a:r>
          </a:p>
        </p:txBody>
      </p:sp>
    </p:spTree>
    <p:extLst>
      <p:ext uri="{BB962C8B-B14F-4D97-AF65-F5344CB8AC3E}">
        <p14:creationId xmlns:p14="http://schemas.microsoft.com/office/powerpoint/2010/main" val="1129069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Die Adresse 127.0.0.1 verbindet App und LM Studio auf demselben Rechner</a:t>
            </a:r>
          </a:p>
        </p:txBody>
      </p:sp>
      <p:sp>
        <p:nvSpPr>
          <p:cNvPr id="3" name="Text Placeholder 2"/>
          <p:cNvSpPr>
            <a:spLocks noGrp="1"/>
          </p:cNvSpPr>
          <p:nvPr>
            <p:ph type="body" sz="quarter" idx="12"/>
          </p:nvPr>
        </p:nvSpPr>
        <p:spPr>
          <a:xfrm>
            <a:off x="488951" y="277342"/>
            <a:ext cx="12131269" cy="249523"/>
          </a:xfrm>
        </p:spPr>
        <p:txBody>
          <a:bodyPr/>
          <a:lstStyle/>
          <a:p>
            <a:r>
              <a:rPr lang="de-DE"/>
              <a:t>Zwei Antwortmodelle</a:t>
            </a:r>
          </a:p>
        </p:txBody>
      </p:sp>
      <p:sp>
        <p:nvSpPr>
          <p:cNvPr id="4" name="Text Placeholder 3"/>
          <p:cNvSpPr>
            <a:spLocks noGrp="1"/>
          </p:cNvSpPr>
          <p:nvPr>
            <p:ph type="body" sz="quarter" idx="13"/>
          </p:nvPr>
        </p:nvSpPr>
        <p:spPr>
          <a:xfrm>
            <a:off x="488950" y="6429600"/>
            <a:ext cx="12131294" cy="180750"/>
          </a:xfrm>
        </p:spPr>
        <p:txBody>
          <a:bodyPr/>
          <a:lstStyle/>
          <a:p>
            <a:r>
              <a:rPr lang="de-DE"/>
              <a:t>Quelle: lmstudio.ai/docs/developer/openai-compat; README.md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Desktop-Anwendung LM Studio stellt einen OpenAI-kompatiblen Server bereit, standardmäßig auf Port 1234, über den die App das geladene </a:t>
            </a:r>
            <a:r>
              <a:rPr lang="de-DE" dirty="0" err="1"/>
              <a:t>Instruct</a:t>
            </a:r>
            <a:r>
              <a:rPr lang="de-DE" dirty="0"/>
              <a:t>-Modell anspricht. Die Adresse 127.0.0.1 bezeichnet immer den Rechner, auf dem die Python-App läuft: auf dem Mac (hier als Umgebung) 	erreicht sie LM Studio dort, unter Windows zeigt dieselbe Adresse auf Windows. Die Modell-ID wird exakt aus LM Studio übernommen; automatische Auswahl gibt es nur bei genau einem geladenen Chatmodell.</a:t>
            </a:r>
          </a:p>
        </p:txBody>
      </p:sp>
      <p:sp>
        <p:nvSpPr>
          <p:cNvPr id="10" name="Rectangle 9"/>
          <p:cNvSpPr/>
          <p:nvPr/>
        </p:nvSpPr>
        <p:spPr>
          <a:xfrm>
            <a:off x="1153160" y="4597134"/>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153160" y="4597134"/>
            <a:ext cx="50800" cy="1397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69060" y="4724134"/>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127.0.0.1 ist relativ</a:t>
            </a:r>
          </a:p>
        </p:txBody>
      </p:sp>
      <p:sp>
        <p:nvSpPr>
          <p:cNvPr id="13" name="TextBox 12"/>
          <p:cNvSpPr txBox="1"/>
          <p:nvPr/>
        </p:nvSpPr>
        <p:spPr>
          <a:xfrm>
            <a:off x="1369060" y="5016234"/>
            <a:ext cx="511810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Die Adresse zeigt auf den Rechner der Python-App. Eine App unter Windows erreicht LM Studio auf dem Mac so nicht; dafür braucht es dessen Netzwerk-Endpoint und Serverkonfiguration.</a:t>
            </a:r>
          </a:p>
        </p:txBody>
      </p:sp>
      <p:sp>
        <p:nvSpPr>
          <p:cNvPr id="14" name="Rectangle 13"/>
          <p:cNvSpPr/>
          <p:nvPr/>
        </p:nvSpPr>
        <p:spPr>
          <a:xfrm>
            <a:off x="7096760" y="4597134"/>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096760" y="4597134"/>
            <a:ext cx="50800" cy="1397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2660" y="4724134"/>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Modell passend zur Hardware</a:t>
            </a:r>
          </a:p>
        </p:txBody>
      </p:sp>
      <p:sp>
        <p:nvSpPr>
          <p:cNvPr id="17" name="TextBox 16"/>
          <p:cNvSpPr txBox="1"/>
          <p:nvPr/>
        </p:nvSpPr>
        <p:spPr>
          <a:xfrm>
            <a:off x="7312660" y="5016234"/>
            <a:ext cx="511810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Instruct-Modell und Kontextfenster in LM Studio nach RAM wählen. MLX-Modelle laufen nur auf Apple Silicon und taugen nicht als universelles Default.</a:t>
            </a:r>
          </a:p>
        </p:txBody>
      </p:sp>
      <p:sp>
        <p:nvSpPr>
          <p:cNvPr id="40" name="Rechner"/>
          <p:cNvSpPr/>
          <p:nvPr/>
        </p:nvSpPr>
        <p:spPr>
          <a:xfrm>
            <a:off x="1153160" y="2488934"/>
            <a:ext cx="7620000" cy="1905000"/>
          </a:xfrm>
          <a:prstGeom prst="rect">
            <a:avLst/>
          </a:prstGeom>
          <a:solidFill>
            <a:srgbClr val="F7F5EF"/>
          </a:solidFill>
          <a:ln w="9525">
            <a:solidFill>
              <a:srgbClr val="C9C3B4"/>
            </a:solidFill>
          </a:ln>
        </p:spPr>
        <p:txBody>
          <a:bodyPr wrap="square" lIns="127000" tIns="50800" rIns="127000" bIns="50800" anchor="ctr">
            <a:noAutofit/>
          </a:bodyPr>
          <a:lstStyle/>
          <a:p>
            <a:endParaRPr/>
          </a:p>
        </p:txBody>
      </p:sp>
      <p:sp>
        <p:nvSpPr>
          <p:cNvPr id="41" name="Rechner-Label"/>
          <p:cNvSpPr/>
          <p:nvPr/>
        </p:nvSpPr>
        <p:spPr>
          <a:xfrm>
            <a:off x="1153160" y="2488934"/>
            <a:ext cx="7620000" cy="279400"/>
          </a:xfrm>
          <a:prstGeom prst="rect">
            <a:avLst/>
          </a:prstGeom>
          <a:noFill/>
          <a:ln>
            <a:noFill/>
          </a:ln>
        </p:spPr>
        <p:txBody>
          <a:bodyPr wrap="square" lIns="127000" tIns="0" rIns="0" bIns="0" anchor="ctr">
            <a:noAutofit/>
          </a:bodyPr>
          <a:lstStyle/>
          <a:p>
            <a:pPr algn="l">
              <a:lnSpc>
                <a:spcPct val="95000"/>
              </a:lnSpc>
            </a:pPr>
            <a:r>
              <a:rPr lang="de-DE" sz="1300" b="1" dirty="0">
                <a:solidFill>
                  <a:srgbClr val="003E6E"/>
                </a:solidFill>
                <a:latin typeface="Segoe UI"/>
              </a:rPr>
              <a:t>Ein Rechner — 127.0.0.1 zeigt auf ihn selbst</a:t>
            </a:r>
          </a:p>
        </p:txBody>
      </p:sp>
      <p:sp>
        <p:nvSpPr>
          <p:cNvPr id="42" name="Box"/>
          <p:cNvSpPr/>
          <p:nvPr/>
        </p:nvSpPr>
        <p:spPr>
          <a:xfrm>
            <a:off x="1371600" y="2946134"/>
            <a:ext cx="1905000" cy="1219200"/>
          </a:xfrm>
          <a:prstGeom prst="rect">
            <a:avLst/>
          </a:prstGeom>
          <a:solidFill>
            <a:srgbClr val="FFFFFF"/>
          </a:solidFill>
          <a:ln w="9525">
            <a:solidFill>
              <a:srgbClr val="003E6E"/>
            </a:solidFill>
          </a:ln>
        </p:spPr>
        <p:txBody>
          <a:bodyPr wrap="square" lIns="101600" tIns="50800" rIns="101600" bIns="50800" anchor="ctr">
            <a:noAutofit/>
          </a:bodyPr>
          <a:lstStyle/>
          <a:p>
            <a:pPr algn="ctr">
              <a:lnSpc>
                <a:spcPct val="95000"/>
              </a:lnSpc>
            </a:pPr>
            <a:r>
              <a:rPr lang="de-DE" sz="1400" b="1" dirty="0">
                <a:solidFill>
                  <a:srgbClr val="003E6E"/>
                </a:solidFill>
                <a:latin typeface="Segoe UI"/>
              </a:rPr>
              <a:t>Browser</a:t>
            </a:r>
          </a:p>
          <a:p>
            <a:pPr algn="ctr">
              <a:lnSpc>
                <a:spcPct val="95000"/>
              </a:lnSpc>
            </a:pPr>
            <a:r>
              <a:rPr lang="de-DE" sz="1300" b="0" dirty="0">
                <a:solidFill>
                  <a:srgbClr val="404040"/>
                </a:solidFill>
                <a:latin typeface="Segoe UI"/>
              </a:rPr>
              <a:t>http://127.0.0.1:3001</a:t>
            </a:r>
          </a:p>
        </p:txBody>
      </p:sp>
      <p:sp>
        <p:nvSpPr>
          <p:cNvPr id="43" name="Box"/>
          <p:cNvSpPr/>
          <p:nvPr/>
        </p:nvSpPr>
        <p:spPr>
          <a:xfrm>
            <a:off x="3810000" y="2946134"/>
            <a:ext cx="2286000" cy="1219200"/>
          </a:xfrm>
          <a:prstGeom prst="rect">
            <a:avLst/>
          </a:prstGeom>
          <a:solidFill>
            <a:srgbClr val="003E6E"/>
          </a:solidFill>
          <a:ln>
            <a:noFill/>
          </a:ln>
        </p:spPr>
        <p:txBody>
          <a:bodyPr wrap="square" lIns="101600" tIns="50800" rIns="101600" bIns="50800" anchor="ctr">
            <a:noAutofit/>
          </a:bodyPr>
          <a:lstStyle/>
          <a:p>
            <a:pPr algn="ctr">
              <a:lnSpc>
                <a:spcPct val="95000"/>
              </a:lnSpc>
            </a:pPr>
            <a:r>
              <a:rPr lang="de-DE" sz="1400" b="1" dirty="0">
                <a:solidFill>
                  <a:srgbClr val="FFFFFF"/>
                </a:solidFill>
                <a:latin typeface="Segoe UI"/>
              </a:rPr>
              <a:t>Flask-App</a:t>
            </a:r>
          </a:p>
          <a:p>
            <a:pPr algn="ctr">
              <a:lnSpc>
                <a:spcPct val="95000"/>
              </a:lnSpc>
            </a:pPr>
            <a:r>
              <a:rPr lang="de-DE" sz="1300" b="0" dirty="0">
                <a:solidFill>
                  <a:srgbClr val="FFFFFF"/>
                </a:solidFill>
                <a:latin typeface="Segoe UI"/>
              </a:rPr>
              <a:t>Retrieval, Reranking, Prompt — lokal</a:t>
            </a:r>
          </a:p>
        </p:txBody>
      </p:sp>
      <p:sp>
        <p:nvSpPr>
          <p:cNvPr id="44" name="Box"/>
          <p:cNvSpPr/>
          <p:nvPr/>
        </p:nvSpPr>
        <p:spPr>
          <a:xfrm>
            <a:off x="6629400" y="2946134"/>
            <a:ext cx="1905000" cy="1219200"/>
          </a:xfrm>
          <a:prstGeom prst="rect">
            <a:avLst/>
          </a:prstGeom>
          <a:solidFill>
            <a:srgbClr val="FFFFFF"/>
          </a:solidFill>
          <a:ln w="9525">
            <a:solidFill>
              <a:srgbClr val="003E6E"/>
            </a:solidFill>
          </a:ln>
        </p:spPr>
        <p:txBody>
          <a:bodyPr wrap="square" lIns="101600" tIns="50800" rIns="101600" bIns="50800" anchor="ctr">
            <a:noAutofit/>
          </a:bodyPr>
          <a:lstStyle/>
          <a:p>
            <a:pPr algn="ctr">
              <a:lnSpc>
                <a:spcPct val="95000"/>
              </a:lnSpc>
            </a:pPr>
            <a:r>
              <a:rPr lang="de-DE" sz="1400" b="1" dirty="0">
                <a:solidFill>
                  <a:srgbClr val="003E6E"/>
                </a:solidFill>
                <a:latin typeface="Segoe UI"/>
              </a:rPr>
              <a:t>LM Studio</a:t>
            </a:r>
          </a:p>
          <a:p>
            <a:pPr algn="ctr">
              <a:lnSpc>
                <a:spcPct val="95000"/>
              </a:lnSpc>
            </a:pPr>
            <a:r>
              <a:rPr lang="de-DE" sz="1300" b="0" dirty="0">
                <a:solidFill>
                  <a:srgbClr val="404040"/>
                </a:solidFill>
                <a:latin typeface="Segoe UI"/>
              </a:rPr>
              <a:t>OpenAI-kompatibler Server :1234, geladenes Instruct-Modell</a:t>
            </a:r>
          </a:p>
        </p:txBody>
      </p:sp>
      <p:cxnSp>
        <p:nvCxnSpPr>
          <p:cNvPr id="45" name="Pfeil 45"/>
          <p:cNvCxnSpPr/>
          <p:nvPr/>
        </p:nvCxnSpPr>
        <p:spPr>
          <a:xfrm>
            <a:off x="3276600" y="3555734"/>
            <a:ext cx="533400" cy="0"/>
          </a:xfrm>
          <a:prstGeom prst="straightConnector1">
            <a:avLst/>
          </a:prstGeom>
          <a:ln w="12700">
            <a:solidFill>
              <a:srgbClr val="003E6E"/>
            </a:solidFill>
            <a:headEnd type="triangle"/>
            <a:tailEnd type="triangle"/>
          </a:ln>
        </p:spPr>
      </p:cxnSp>
      <p:cxnSp>
        <p:nvCxnSpPr>
          <p:cNvPr id="46" name="Pfeil 46"/>
          <p:cNvCxnSpPr/>
          <p:nvPr/>
        </p:nvCxnSpPr>
        <p:spPr>
          <a:xfrm>
            <a:off x="6096000" y="3555734"/>
            <a:ext cx="533400" cy="0"/>
          </a:xfrm>
          <a:prstGeom prst="straightConnector1">
            <a:avLst/>
          </a:prstGeom>
          <a:ln w="12700">
            <a:solidFill>
              <a:srgbClr val="003E6E"/>
            </a:solidFill>
            <a:headEnd type="triangle"/>
            <a:tailEnd type="triangle"/>
          </a:ln>
        </p:spPr>
      </p:cxnSp>
      <p:sp>
        <p:nvSpPr>
          <p:cNvPr id="47" name="Fremd"/>
          <p:cNvSpPr/>
          <p:nvPr/>
        </p:nvSpPr>
        <p:spPr>
          <a:xfrm>
            <a:off x="9080500" y="2488934"/>
            <a:ext cx="3543300" cy="1905000"/>
          </a:xfrm>
          <a:prstGeom prst="rect">
            <a:avLst/>
          </a:prstGeom>
          <a:solidFill>
            <a:srgbClr val="FFFFFF"/>
          </a:solidFill>
          <a:ln w="9525">
            <a:solidFill>
              <a:srgbClr val="C9C3B4"/>
            </a:solidFill>
            <a:prstDash val="dash"/>
          </a:ln>
        </p:spPr>
        <p:txBody>
          <a:bodyPr wrap="square" lIns="203200" tIns="76200" rIns="127000" bIns="76200" anchor="ctr">
            <a:noAutofit/>
          </a:bodyPr>
          <a:lstStyle/>
          <a:p>
            <a:pPr algn="l">
              <a:lnSpc>
                <a:spcPct val="95000"/>
              </a:lnSpc>
            </a:pPr>
            <a:r>
              <a:rPr lang="de-DE" sz="1400" b="1" dirty="0">
                <a:solidFill>
                  <a:srgbClr val="003E6E"/>
                </a:solidFill>
                <a:latin typeface="Segoe UI"/>
              </a:rPr>
              <a:t>Anderer Rechner, z. B. Windows</a:t>
            </a:r>
          </a:p>
          <a:p>
            <a:pPr algn="l">
              <a:lnSpc>
                <a:spcPct val="95000"/>
              </a:lnSpc>
            </a:pPr>
            <a:r>
              <a:rPr lang="de-DE" sz="1300" b="0" dirty="0">
                <a:solidFill>
                  <a:srgbClr val="404040"/>
                </a:solidFill>
                <a:latin typeface="Segoe UI"/>
              </a:rPr>
              <a:t>Läuft die App hier, meint 127.0.0.1:1234 diesen Rechner. Die Anwendung LM Studio auf dem Mac ist so nicht erreichbar — dafür braucht es dessen Netzwerk-Endpoint und Serverkonfiguration.</a:t>
            </a:r>
          </a:p>
        </p:txBody>
      </p:sp>
      <p:sp>
        <p:nvSpPr>
          <p:cNvPr id="48" name="Leiste rot"/>
          <p:cNvSpPr/>
          <p:nvPr/>
        </p:nvSpPr>
        <p:spPr>
          <a:xfrm>
            <a:off x="9080500" y="2488934"/>
            <a:ext cx="50800" cy="1905000"/>
          </a:xfrm>
          <a:prstGeom prst="rect">
            <a:avLst/>
          </a:prstGeom>
          <a:solidFill>
            <a:srgbClr val="A32638"/>
          </a:solidFill>
          <a:ln>
            <a:noFill/>
          </a:ln>
        </p:spPr>
        <p:txBody>
          <a:bodyPr wrap="square" lIns="127000" tIns="50800" rIns="127000" bIns="50800" anchor="ctr">
            <a:noAutofit/>
          </a:bodyPr>
          <a:lstStyle/>
          <a:p>
            <a:endParaRPr/>
          </a:p>
        </p:txBody>
      </p:sp>
    </p:spTree>
    <p:extLst>
      <p:ext uri="{BB962C8B-B14F-4D97-AF65-F5344CB8AC3E}">
        <p14:creationId xmlns:p14="http://schemas.microsoft.com/office/powerpoint/2010/main" val="3430640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Hybrid sucht lokal, PageIndex nutzt den gewählten Modellanbieter</a:t>
            </a:r>
          </a:p>
        </p:txBody>
      </p:sp>
      <p:sp>
        <p:nvSpPr>
          <p:cNvPr id="3" name="Text Placeholder 2"/>
          <p:cNvSpPr>
            <a:spLocks noGrp="1"/>
          </p:cNvSpPr>
          <p:nvPr>
            <p:ph type="body" sz="quarter" idx="12"/>
          </p:nvPr>
        </p:nvSpPr>
        <p:spPr>
          <a:xfrm>
            <a:off x="488951" y="277342"/>
            <a:ext cx="12131269" cy="249523"/>
          </a:xfrm>
        </p:spPr>
        <p:txBody>
          <a:bodyPr/>
          <a:lstStyle/>
          <a:p>
            <a:r>
              <a:rPr lang="de-DE"/>
              <a:t>Zwei Antwortmodelle</a:t>
            </a:r>
          </a:p>
        </p:txBody>
      </p:sp>
      <p:sp>
        <p:nvSpPr>
          <p:cNvPr id="4" name="Text Placeholder 3"/>
          <p:cNvSpPr>
            <a:spLocks noGrp="1"/>
          </p:cNvSpPr>
          <p:nvPr>
            <p:ph type="body" sz="quarter" idx="13"/>
          </p:nvPr>
        </p:nvSpPr>
        <p:spPr>
          <a:xfrm>
            <a:off x="522288" y="6429600"/>
            <a:ext cx="12097932" cy="180750"/>
          </a:xfrm>
        </p:spPr>
        <p:txBody>
          <a:bodyPr/>
          <a:lstStyle/>
          <a:p>
            <a:r>
              <a:rPr lang="de-DE"/>
              <a:t>Quelle: github.com/swrobuts/SiemensWashingMachineTroubleShooting_LocalLLM; lmstudio.ai/docs/developer/openai-compat; developers.openai.com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dirty="0"/>
              <a:t>Im Hybrid-Modus bleiben </a:t>
            </a:r>
            <a:r>
              <a:rPr lang="de-DE" dirty="0" err="1"/>
              <a:t>Embeddings</a:t>
            </a:r>
            <a:r>
              <a:rPr lang="de-DE" dirty="0"/>
              <a:t>, Index und </a:t>
            </a:r>
            <a:r>
              <a:rPr lang="de-DE" dirty="0" err="1"/>
              <a:t>Reranking</a:t>
            </a:r>
            <a:r>
              <a:rPr lang="de-DE" dirty="0"/>
              <a:t> auf dem App-Rechner. Nur die Antwortberechnung nutzt den </a:t>
            </a:r>
            <a:r>
              <a:rPr lang="de-DE" dirty="0" err="1"/>
              <a:t>ge</a:t>
            </a:r>
            <a:r>
              <a:rPr lang="de-DE" dirty="0"/>
              <a:t>-wählten LLM-</a:t>
            </a:r>
            <a:r>
              <a:rPr lang="de-DE" dirty="0" err="1"/>
              <a:t>Endpoint</a:t>
            </a:r>
            <a:r>
              <a:rPr lang="de-DE" dirty="0"/>
              <a:t>. </a:t>
            </a:r>
            <a:r>
              <a:rPr lang="de-DE" dirty="0" err="1"/>
              <a:t>Der Ansatz PageIndex beauftragt denselben</a:t>
            </a:r>
            <a:r>
              <a:rPr lang="de-DE" dirty="0"/>
              <a:t> Anbieter zusätzlich mit der Abschnittsauswahl. An OpenAI gehen dann auch Titel und Zusammenfassungen. Betrieb und Datenübertragung hängen somit sowohl vom Anbieter als auch vom Retrieval-Modus ab.</a:t>
            </a:r>
          </a:p>
        </p:txBody>
      </p:sp>
      <p:graphicFrame>
        <p:nvGraphicFramePr>
          <p:cNvPr id="6" name="Table 5"/>
          <p:cNvGraphicFramePr>
            <a:graphicFrameLocks noGrp="1"/>
          </p:cNvGraphicFramePr>
          <p:nvPr/>
        </p:nvGraphicFramePr>
        <p:xfrm>
          <a:off x="1153160" y="2503488"/>
          <a:ext cx="11474450" cy="2738120"/>
        </p:xfrm>
        <a:graphic>
          <a:graphicData uri="http://schemas.openxmlformats.org/drawingml/2006/table">
            <a:tbl>
              <a:tblPr firstRow="1">
                <a:tableStyleId>{2D5ABB26-0587-4C30-8999-92F81FD0307C}</a:tableStyleId>
              </a:tblPr>
              <a:tblGrid>
                <a:gridCol w="3048000">
                  <a:extLst>
                    <a:ext uri="{9D8B030D-6E8A-4147-A177-3AD203B41FA5}">
                      <a16:colId xmlns:a16="http://schemas.microsoft.com/office/drawing/2014/main" val="20000"/>
                    </a:ext>
                  </a:extLst>
                </a:gridCol>
                <a:gridCol w="4318000">
                  <a:extLst>
                    <a:ext uri="{9D8B030D-6E8A-4147-A177-3AD203B41FA5}">
                      <a16:colId xmlns:a16="http://schemas.microsoft.com/office/drawing/2014/main" val="20001"/>
                    </a:ext>
                  </a:extLst>
                </a:gridCol>
                <a:gridCol w="4108450">
                  <a:extLst>
                    <a:ext uri="{9D8B030D-6E8A-4147-A177-3AD203B41FA5}">
                      <a16:colId xmlns:a16="http://schemas.microsoft.com/office/drawing/2014/main" val="20002"/>
                    </a:ext>
                  </a:extLst>
                </a:gridCol>
              </a:tblGrid>
              <a:tr h="381000">
                <a:tc>
                  <a:txBody>
                    <a:bodyPr/>
                    <a:lstStyle/>
                    <a:p>
                      <a:pPr algn="l"/>
                      <a:r>
                        <a:rPr lang="de-DE" sz="1400" b="1">
                          <a:solidFill>
                            <a:srgbClr val="FFFFFF"/>
                          </a:solidFill>
                          <a:latin typeface="Segoe UI"/>
                        </a:rPr>
                        <a:t>Eigenschaft</a:t>
                      </a:r>
                    </a:p>
                  </a:txBody>
                  <a:tcPr marL="101600" marR="101600" marT="50800" marB="50800" anchor="ctr">
                    <a:solidFill>
                      <a:srgbClr val="003E6E"/>
                    </a:solidFill>
                  </a:tcPr>
                </a:tc>
                <a:tc>
                  <a:txBody>
                    <a:bodyPr/>
                    <a:lstStyle/>
                    <a:p>
                      <a:pPr algn="l"/>
                      <a:r>
                        <a:rPr lang="de-DE" sz="1400" b="1">
                          <a:solidFill>
                            <a:srgbClr val="FFFFFF"/>
                          </a:solidFill>
                          <a:latin typeface="Segoe UI"/>
                        </a:rPr>
                        <a:t>OpenAI API</a:t>
                      </a:r>
                    </a:p>
                  </a:txBody>
                  <a:tcPr marL="101600" marR="101600" marT="50800" marB="50800" anchor="ctr">
                    <a:solidFill>
                      <a:srgbClr val="003E6E"/>
                    </a:solidFill>
                  </a:tcPr>
                </a:tc>
                <a:tc>
                  <a:txBody>
                    <a:bodyPr/>
                    <a:lstStyle/>
                    <a:p>
                      <a:pPr algn="l"/>
                      <a:r>
                        <a:rPr lang="de-DE" sz="1400" b="1">
                          <a:solidFill>
                            <a:srgbClr val="FFFFFF"/>
                          </a:solidFill>
                          <a:latin typeface="Segoe UI"/>
                        </a:rPr>
                        <a:t>LM Studio</a:t>
                      </a:r>
                    </a:p>
                  </a:txBody>
                  <a:tcPr marL="101600" marR="101600" marT="50800" marB="50800" anchor="ctr">
                    <a:solidFill>
                      <a:srgbClr val="003E6E"/>
                    </a:solidFill>
                  </a:tcPr>
                </a:tc>
                <a:extLst>
                  <a:ext uri="{0D108BD9-81ED-4DB2-BD59-A6C34878D82A}">
                    <a16:rowId xmlns:a16="http://schemas.microsoft.com/office/drawing/2014/main" val="10000"/>
                  </a:ext>
                </a:extLst>
              </a:tr>
              <a:tr h="457200">
                <a:tc>
                  <a:txBody>
                    <a:bodyPr/>
                    <a:lstStyle/>
                    <a:p>
                      <a:pPr algn="l"/>
                      <a:r>
                        <a:rPr lang="de-DE" sz="1400" b="0">
                          <a:solidFill>
                            <a:srgbClr val="404040"/>
                          </a:solidFill>
                          <a:latin typeface="Segoe UI"/>
                        </a:rPr>
                        <a:t>Antwortberechnung</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Beim API-Anbieter</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Auf dem Modellrechner</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r>
                        <a:rPr lang="de-DE" sz="1400" b="0">
                          <a:solidFill>
                            <a:srgbClr val="404040"/>
                          </a:solidFill>
                          <a:latin typeface="Segoe UI"/>
                        </a:rPr>
                        <a:t>Hybrid-Suche und Embeddings</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lang="de-DE" sz="1400" b="0">
                          <a:solidFill>
                            <a:srgbClr val="404040"/>
                          </a:solidFill>
                          <a:latin typeface="Segoe UI"/>
                        </a:rPr>
                        <a:t>Lokal auf dem App-Rechner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lang="de-DE" sz="1400" b="0">
                          <a:solidFill>
                            <a:srgbClr val="404040"/>
                          </a:solidFill>
                          <a:latin typeface="Segoe UI"/>
                        </a:rPr>
                        <a:t>Lokal auf dem App-Rechner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57200">
                <a:tc>
                  <a:txBody>
                    <a:bodyPr/>
                    <a:lstStyle/>
                    <a:p>
                      <a:pPr algn="l"/>
                      <a:r>
                        <a:rPr lang="de-DE" sz="1400" b="0">
                          <a:solidFill>
                            <a:srgbClr val="404040"/>
                          </a:solidFill>
                          <a:latin typeface="Segoe UI"/>
                        </a:rPr>
                        <a:t>Übertragene Inhalte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Frage und Auszüge, bei PageIndex</a:t>
                      </a:r>
                    </a:p>
                    <a:p>
                      <a:pPr algn="l"/>
                      <a:r>
                        <a:rPr lang="de-DE" sz="1400" b="0">
                          <a:solidFill>
                            <a:srgbClr val="404040"/>
                          </a:solidFill>
                          <a:latin typeface="Segoe UI"/>
                        </a:rPr>
                        <a:t>auch Abschnittsübersichten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Dieselben Inhalte an den</a:t>
                      </a:r>
                    </a:p>
                    <a:p>
                      <a:pPr algn="l"/>
                      <a:r>
                        <a:rPr lang="de-DE" sz="1400" b="0">
                          <a:solidFill>
                            <a:srgbClr val="404040"/>
                          </a:solidFill>
                          <a:latin typeface="Segoe UI"/>
                        </a:rPr>
                        <a:t>konfigurierten Endpoint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r>
                        <a:rPr lang="de-DE" sz="1400" b="0">
                          <a:solidFill>
                            <a:srgbClr val="404040"/>
                          </a:solidFill>
                          <a:latin typeface="Segoe UI"/>
                        </a:rPr>
                        <a:t>Betriebsaufwand</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lang="de-DE" sz="1400" b="0">
                          <a:solidFill>
                            <a:srgbClr val="404040"/>
                          </a:solidFill>
                          <a:latin typeface="Segoe UI"/>
                        </a:rPr>
                        <a:t>API-Schlüssel, Netzwerk, Kosten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lang="de-DE" sz="1400" b="0">
                          <a:solidFill>
                            <a:srgbClr val="404040"/>
                          </a:solidFill>
                          <a:latin typeface="Segoe UI"/>
                        </a:rPr>
                        <a:t>Modell, RAM / GPU, Energie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r h="457200">
                <a:tc>
                  <a:txBody>
                    <a:bodyPr/>
                    <a:lstStyle/>
                    <a:p>
                      <a:pPr algn="l"/>
                      <a:r>
                        <a:rPr lang="de-DE" sz="1400" b="0">
                          <a:solidFill>
                            <a:srgbClr val="404040"/>
                          </a:solidFill>
                          <a:latin typeface="Segoe UI"/>
                        </a:rPr>
                        <a:t>Modellwechsel</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OPENAI_MODEL: gpt-4.1-mini</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LOCAL_LLM_MODEL: exakte ID</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17629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PageIndex</a:t>
            </a:r>
            <a:r>
              <a:rPr dirty="0"/>
              <a:t>, Cache und Streaming</a:t>
            </a:r>
          </a:p>
        </p:txBody>
      </p:sp>
      <p:pic>
        <p:nvPicPr>
          <p:cNvPr id="4" name="Grafik 3">
            <a:extLst>
              <a:ext uri="{FF2B5EF4-FFF2-40B4-BE49-F238E27FC236}">
                <a16:creationId xmlns:a16="http://schemas.microsoft.com/office/drawing/2014/main" id="{C0C1862B-ADE4-8C49-06BF-53E337E075CE}"/>
              </a:ext>
            </a:extLst>
          </p:cNvPr>
          <p:cNvPicPr>
            <a:picLocks noChangeAspect="1"/>
          </p:cNvPicPr>
          <p:nvPr/>
        </p:nvPicPr>
        <p:blipFill>
          <a:blip r:embed="rId3">
            <a:extLst>
              <a:ext uri="{28A0092B-C50C-407E-A947-70E740481C1C}">
                <a14:useLocalDpi xmlns:a14="http://schemas.microsoft.com/office/drawing/2010/main" val="0"/>
              </a:ext>
            </a:extLst>
          </a:blip>
          <a:srcRect t="8565" b="6278"/>
          <a:stretch>
            <a:fillRect/>
          </a:stretch>
        </p:blipFill>
        <p:spPr>
          <a:xfrm>
            <a:off x="5481536" y="908670"/>
            <a:ext cx="7523264" cy="6406530"/>
          </a:xfrm>
          <a:prstGeom prst="rect">
            <a:avLst/>
          </a:prstGeom>
        </p:spPr>
      </p:pic>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Ansatz PageIndex lässt das LLM Abschnitte auswählen, ohne Vektoren</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522288" y="6429600"/>
            <a:ext cx="12097932" cy="180750"/>
          </a:xfrm>
        </p:spPr>
        <p:txBody>
          <a:bodyPr/>
          <a:lstStyle/>
          <a:p>
            <a:r>
              <a:rPr lang="de-DE"/>
              <a:t>Quelle: github.com/VectifyAI/PageIndex (README); pageindex_engine.py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a:t>Der Retrieval-Ansatz PageIndex arbeitet vectorless und reasoning-basiert: Statt Vektoren zu vergleichen, liest das gewählte LLM Abschnittstitel und Zusammenfassungen und wählt gültige Node-IDs aus — so, wie ein Mensch ein Inhaltsverzeichnis nutzt. Der gespeicherte Baum enthält 187 Abschnitte mit Titel, Summary, Volltext und ID. Die Fallstudie implementiert eine vereinfachte Auswahl über flache Batches, nicht die agentische Tiefensuche des SDK. Jeder Auswahlaufruf kostet Zeit und bei OpenAI Geld.</a:t>
            </a:r>
          </a:p>
        </p:txBody>
      </p:sp>
      <p:sp>
        <p:nvSpPr>
          <p:cNvPr id="10" name="Rectangle 9"/>
          <p:cNvSpPr/>
          <p:nvPr/>
        </p:nvSpPr>
        <p:spPr>
          <a:xfrm>
            <a:off x="1155700" y="5680823"/>
            <a:ext cx="1148080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782423"/>
            <a:ext cx="11023600" cy="409343"/>
          </a:xfrm>
          <a:prstGeom prst="rect">
            <a:avLst/>
          </a:prstGeom>
          <a:noFill/>
        </p:spPr>
        <p:txBody>
          <a:bodyPr wrap="square" lIns="0" tIns="0" rIns="0" bIns="0">
            <a:spAutoFit/>
          </a:bodyPr>
          <a:lstStyle/>
          <a:p>
            <a:pPr>
              <a:lnSpc>
                <a:spcPct val="95000"/>
              </a:lnSpc>
            </a:pPr>
            <a:r>
              <a:rPr sz="1400" b="1">
                <a:solidFill>
                  <a:srgbClr val="003E6E"/>
                </a:solidFill>
                <a:latin typeface="Segoe UI"/>
              </a:rPr>
              <a:t>Eine Auswahl ist noch keine bestätigte Antwort: </a:t>
            </a:r>
            <a:r>
              <a:rPr sz="1400" b="0">
                <a:solidFill>
                  <a:srgbClr val="404040"/>
                </a:solidFill>
                <a:latin typeface="Segoe UI"/>
              </a:rPr>
              <a:t>Nichtleere ausgewählte Texte sind kein semantischer Relevanznachweis. Der Ansatz PageIndex bleibt experimentell.</a:t>
            </a:r>
          </a:p>
        </p:txBody>
      </p:sp>
      <p:sp>
        <p:nvSpPr>
          <p:cNvPr id="40" name="Kopf"/>
          <p:cNvSpPr/>
          <p:nvPr/>
        </p:nvSpPr>
        <p:spPr>
          <a:xfrm>
            <a:off x="1153160" y="2378823"/>
            <a:ext cx="5524500" cy="381000"/>
          </a:xfrm>
          <a:prstGeom prst="rect">
            <a:avLst/>
          </a:prstGeom>
          <a:solidFill>
            <a:srgbClr val="003E6E"/>
          </a:solidFill>
          <a:ln>
            <a:noFill/>
          </a:ln>
        </p:spPr>
        <p:txBody>
          <a:bodyPr wrap="square" lIns="152400" tIns="25400" rIns="152400" bIns="25400" anchor="ctr">
            <a:noAutofit/>
          </a:bodyPr>
          <a:lstStyle/>
          <a:p>
            <a:pPr algn="l">
              <a:lnSpc>
                <a:spcPct val="95000"/>
              </a:lnSpc>
            </a:pPr>
            <a:r>
              <a:rPr lang="de-DE" sz="1400" b="1" dirty="0">
                <a:solidFill>
                  <a:srgbClr val="FFFFFF"/>
                </a:solidFill>
                <a:latin typeface="Segoe UI"/>
              </a:rPr>
              <a:t>Hybrid-Retrieval — Standardweg</a:t>
            </a:r>
          </a:p>
        </p:txBody>
      </p:sp>
      <p:sp>
        <p:nvSpPr>
          <p:cNvPr id="41" name="Zeile"/>
          <p:cNvSpPr/>
          <p:nvPr/>
        </p:nvSpPr>
        <p:spPr>
          <a:xfrm>
            <a:off x="1153160" y="28360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Frage wird Vektor</a:t>
            </a:r>
            <a:r>
              <a:rPr lang="de-DE" sz="1300" b="0" dirty="0">
                <a:solidFill>
                  <a:srgbClr val="404040"/>
                </a:solidFill>
                <a:latin typeface="Segoe UI"/>
              </a:rPr>
              <a:t>  E5-Encoder, 384 Zahlen, Präfix query:</a:t>
            </a:r>
          </a:p>
        </p:txBody>
      </p:sp>
      <p:sp>
        <p:nvSpPr>
          <p:cNvPr id="42" name="Badge"/>
          <p:cNvSpPr/>
          <p:nvPr/>
        </p:nvSpPr>
        <p:spPr>
          <a:xfrm>
            <a:off x="1280160" y="29757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1</a:t>
            </a:r>
          </a:p>
        </p:txBody>
      </p:sp>
      <p:sp>
        <p:nvSpPr>
          <p:cNvPr id="43" name="Zeile"/>
          <p:cNvSpPr/>
          <p:nvPr/>
        </p:nvSpPr>
        <p:spPr>
          <a:xfrm>
            <a:off x="1153160" y="35218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Kandidaten suchen</a:t>
            </a:r>
            <a:r>
              <a:rPr lang="de-DE" sz="1300" b="0" dirty="0">
                <a:solidFill>
                  <a:srgbClr val="404040"/>
                </a:solidFill>
                <a:latin typeface="Segoe UI"/>
              </a:rPr>
              <a:t>  Kosinus Top 12 plus exakter Fehlercode-Lookup</a:t>
            </a:r>
          </a:p>
        </p:txBody>
      </p:sp>
      <p:sp>
        <p:nvSpPr>
          <p:cNvPr id="44" name="Badge"/>
          <p:cNvSpPr/>
          <p:nvPr/>
        </p:nvSpPr>
        <p:spPr>
          <a:xfrm>
            <a:off x="1280160" y="36615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2</a:t>
            </a:r>
          </a:p>
        </p:txBody>
      </p:sp>
      <p:sp>
        <p:nvSpPr>
          <p:cNvPr id="45" name="Zeile"/>
          <p:cNvSpPr/>
          <p:nvPr/>
        </p:nvSpPr>
        <p:spPr>
          <a:xfrm>
            <a:off x="1153160" y="42076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a:solidFill>
                  <a:srgbClr val="003E6E"/>
                </a:solidFill>
                <a:latin typeface="Segoe UI"/>
              </a:rPr>
              <a:t>Kandidaten ordnen</a:t>
            </a:r>
          </a:p>
          <a:p>
            <a:pPr algn="l">
              <a:lnSpc>
                <a:spcPct val="95000"/>
              </a:lnSpc>
            </a:pPr>
            <a:r>
              <a:rPr lang="de-DE" sz="1400" b="1">
                <a:solidFill>
                  <a:srgbClr val="003E6E"/>
                </a:solidFill>
                <a:latin typeface="Segoe UI"/>
              </a:rPr>
              <a:t>Cross-Encoder, Top 5 und Kontextfilter</a:t>
            </a:r>
          </a:p>
        </p:txBody>
      </p:sp>
      <p:sp>
        <p:nvSpPr>
          <p:cNvPr id="46" name="Badge"/>
          <p:cNvSpPr/>
          <p:nvPr/>
        </p:nvSpPr>
        <p:spPr>
          <a:xfrm>
            <a:off x="1280160" y="43473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3</a:t>
            </a:r>
          </a:p>
        </p:txBody>
      </p:sp>
      <p:sp>
        <p:nvSpPr>
          <p:cNvPr id="47" name="Zeile"/>
          <p:cNvSpPr/>
          <p:nvPr/>
        </p:nvSpPr>
        <p:spPr>
          <a:xfrm>
            <a:off x="1153160" y="48934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a:solidFill>
                  <a:srgbClr val="003E6E"/>
                </a:solidFill>
                <a:latin typeface="Segoe UI"/>
              </a:rPr>
              <a:t>Antwort-LLM</a:t>
            </a:r>
          </a:p>
          <a:p>
            <a:pPr algn="l">
              <a:lnSpc>
                <a:spcPct val="95000"/>
              </a:lnSpc>
            </a:pPr>
            <a:r>
              <a:rPr lang="de-DE" sz="1400" b="1">
                <a:solidFill>
                  <a:srgbClr val="003E6E"/>
                </a:solidFill>
                <a:latin typeface="Segoe UI"/>
              </a:rPr>
              <a:t>Gefilterter und erweiterter Handbuchtext</a:t>
            </a:r>
          </a:p>
        </p:txBody>
      </p:sp>
      <p:sp>
        <p:nvSpPr>
          <p:cNvPr id="48" name="Badge"/>
          <p:cNvSpPr/>
          <p:nvPr/>
        </p:nvSpPr>
        <p:spPr>
          <a:xfrm>
            <a:off x="1280160" y="50331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4</a:t>
            </a:r>
          </a:p>
        </p:txBody>
      </p:sp>
      <p:sp>
        <p:nvSpPr>
          <p:cNvPr id="49" name="Kopf"/>
          <p:cNvSpPr/>
          <p:nvPr/>
        </p:nvSpPr>
        <p:spPr>
          <a:xfrm>
            <a:off x="7096760" y="2378823"/>
            <a:ext cx="5524500" cy="381000"/>
          </a:xfrm>
          <a:prstGeom prst="rect">
            <a:avLst/>
          </a:prstGeom>
          <a:solidFill>
            <a:srgbClr val="1F7F8C"/>
          </a:solidFill>
          <a:ln>
            <a:noFill/>
          </a:ln>
        </p:spPr>
        <p:txBody>
          <a:bodyPr wrap="square" lIns="152400" tIns="25400" rIns="152400" bIns="25400" anchor="ctr">
            <a:noAutofit/>
          </a:bodyPr>
          <a:lstStyle/>
          <a:p>
            <a:pPr algn="l">
              <a:lnSpc>
                <a:spcPct val="95000"/>
              </a:lnSpc>
            </a:pPr>
            <a:r>
              <a:rPr lang="de-DE" sz="1400" b="1" dirty="0">
                <a:solidFill>
                  <a:srgbClr val="FFFFFF"/>
                </a:solidFill>
                <a:latin typeface="Segoe UI"/>
              </a:rPr>
              <a:t>PageIndex — experimentelle Alternative</a:t>
            </a:r>
          </a:p>
        </p:txBody>
      </p:sp>
      <p:sp>
        <p:nvSpPr>
          <p:cNvPr id="50" name="Zeile"/>
          <p:cNvSpPr/>
          <p:nvPr/>
        </p:nvSpPr>
        <p:spPr>
          <a:xfrm>
            <a:off x="7096760" y="28360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Frage bleibt Text</a:t>
            </a:r>
            <a:r>
              <a:rPr lang="de-DE" sz="1300" b="0" dirty="0">
                <a:solidFill>
                  <a:srgbClr val="404040"/>
                </a:solidFill>
                <a:latin typeface="Segoe UI"/>
              </a:rPr>
              <a:t>  Kein Embedding, kein Vektorraum</a:t>
            </a:r>
          </a:p>
        </p:txBody>
      </p:sp>
      <p:sp>
        <p:nvSpPr>
          <p:cNvPr id="51" name="Badge"/>
          <p:cNvSpPr/>
          <p:nvPr/>
        </p:nvSpPr>
        <p:spPr>
          <a:xfrm>
            <a:off x="7223760" y="29757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1</a:t>
            </a:r>
          </a:p>
        </p:txBody>
      </p:sp>
      <p:sp>
        <p:nvSpPr>
          <p:cNvPr id="52" name="Zeile"/>
          <p:cNvSpPr/>
          <p:nvPr/>
        </p:nvSpPr>
        <p:spPr>
          <a:xfrm>
            <a:off x="7096760" y="35218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LLM liest Inhaltsverzeichnis</a:t>
            </a:r>
            <a:r>
              <a:rPr lang="de-DE" sz="1300" b="0" dirty="0">
                <a:solidFill>
                  <a:srgbClr val="404040"/>
                </a:solidFill>
                <a:latin typeface="Segoe UI"/>
              </a:rPr>
              <a:t>  187 Abschnittstitel und Summaries in sieben Batches</a:t>
            </a:r>
          </a:p>
        </p:txBody>
      </p:sp>
      <p:sp>
        <p:nvSpPr>
          <p:cNvPr id="53" name="Badge"/>
          <p:cNvSpPr/>
          <p:nvPr/>
        </p:nvSpPr>
        <p:spPr>
          <a:xfrm>
            <a:off x="7223760" y="36615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2</a:t>
            </a:r>
          </a:p>
        </p:txBody>
      </p:sp>
      <p:sp>
        <p:nvSpPr>
          <p:cNvPr id="54" name="Zeile"/>
          <p:cNvSpPr/>
          <p:nvPr/>
        </p:nvSpPr>
        <p:spPr>
          <a:xfrm>
            <a:off x="7096760" y="42076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LLM wählt Node-IDs</a:t>
            </a:r>
            <a:r>
              <a:rPr lang="de-DE" sz="1300" b="0" dirty="0">
                <a:solidFill>
                  <a:srgbClr val="404040"/>
                </a:solidFill>
                <a:latin typeface="Segoe UI"/>
              </a:rPr>
              <a:t>  Nur gültige IDs, ungültiges JSON zählt als leer</a:t>
            </a:r>
          </a:p>
        </p:txBody>
      </p:sp>
      <p:sp>
        <p:nvSpPr>
          <p:cNvPr id="55" name="Badge"/>
          <p:cNvSpPr/>
          <p:nvPr/>
        </p:nvSpPr>
        <p:spPr>
          <a:xfrm>
            <a:off x="7223760" y="43473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3</a:t>
            </a:r>
          </a:p>
        </p:txBody>
      </p:sp>
      <p:sp>
        <p:nvSpPr>
          <p:cNvPr id="56" name="Zeile"/>
          <p:cNvSpPr/>
          <p:nvPr/>
        </p:nvSpPr>
        <p:spPr>
          <a:xfrm>
            <a:off x="7096760" y="48934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a:solidFill>
                  <a:srgbClr val="003E6E"/>
                </a:solidFill>
                <a:latin typeface="Segoe UI"/>
              </a:rPr>
              <a:t>Antwort-LLM</a:t>
            </a:r>
          </a:p>
          <a:p>
            <a:pPr algn="l">
              <a:lnSpc>
                <a:spcPct val="95000"/>
              </a:lnSpc>
            </a:pPr>
            <a:r>
              <a:rPr lang="de-DE" sz="1400" b="1">
                <a:solidFill>
                  <a:srgbClr val="003E6E"/>
                </a:solidFill>
                <a:latin typeface="Segoe UI"/>
              </a:rPr>
              <a:t>Vollständige Belege im Zeichenbudget</a:t>
            </a:r>
          </a:p>
        </p:txBody>
      </p:sp>
      <p:sp>
        <p:nvSpPr>
          <p:cNvPr id="57" name="Badge"/>
          <p:cNvSpPr/>
          <p:nvPr/>
        </p:nvSpPr>
        <p:spPr>
          <a:xfrm>
            <a:off x="7223760" y="50331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4</a:t>
            </a:r>
          </a:p>
        </p:txBody>
      </p:sp>
    </p:spTree>
    <p:extLst>
      <p:ext uri="{BB962C8B-B14F-4D97-AF65-F5344CB8AC3E}">
        <p14:creationId xmlns:p14="http://schemas.microsoft.com/office/powerpoint/2010/main" val="3871839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PageIndex wählt in sieben Batches und begrenzt den Kontext auf 14.000 Zeichen</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522288" y="6429600"/>
            <a:ext cx="12097932" cy="180750"/>
          </a:xfrm>
        </p:spPr>
        <p:txBody>
          <a:bodyPr/>
          <a:lstStyle/>
          <a:p>
            <a:r>
              <a:rPr lang="de-DE"/>
              <a:t>Quelle: pageindex_engine.py im github.com/swrobuts/SiemensWashingMachineTroubleShooting_LocalLLM; PAGEINDEX_BATCH = 30, PAGEINDEX_MAX_NODES = 5 (Abruf 19.09.2026)</a:t>
            </a:r>
          </a:p>
        </p:txBody>
      </p:sp>
      <p:sp>
        <p:nvSpPr>
          <p:cNvPr id="5" name="Text Placeholder 4"/>
          <p:cNvSpPr>
            <a:spLocks noGrp="1"/>
          </p:cNvSpPr>
          <p:nvPr>
            <p:ph type="body" sz="quarter" idx="14"/>
          </p:nvPr>
        </p:nvSpPr>
        <p:spPr>
          <a:xfrm>
            <a:off x="1060602" y="1146175"/>
            <a:ext cx="11560175" cy="652462"/>
          </a:xfrm>
        </p:spPr>
        <p:txBody>
          <a:bodyPr wrap="square">
            <a:noAutofit/>
          </a:bodyPr>
          <a:lstStyle/>
          <a:p>
            <a:r>
              <a:rPr lang="de-DE"/>
              <a:t>187 Abschnitte ergeben sechs Batches mit 30 und einen mit sieben Einträgen. Das LLM wählt gültige IDs als JSON. Bei mehr als fünf Kandidaten folgt eine globale Auswahl. Danach ergänzt die App Verfahrensgruppen und packt vollständige Abschnitte in höchstens 14.000 Zeichen. Zu große Abschnitte entfallen ungekürzt. Passt keiner, meldet die App einen Fehler.</a:t>
            </a:r>
          </a:p>
        </p:txBody>
      </p:sp>
      <p:sp>
        <p:nvSpPr>
          <p:cNvPr id="6" name="Rounded Rectangle 5"/>
          <p:cNvSpPr/>
          <p:nvPr/>
        </p:nvSpPr>
        <p:spPr>
          <a:xfrm>
            <a:off x="1153160"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305560" y="2625509"/>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Abschnitte im Baum</a:t>
            </a:r>
          </a:p>
        </p:txBody>
      </p:sp>
      <p:sp>
        <p:nvSpPr>
          <p:cNvPr id="8" name="TextBox 7"/>
          <p:cNvSpPr txBox="1"/>
          <p:nvPr/>
        </p:nvSpPr>
        <p:spPr>
          <a:xfrm>
            <a:off x="1305560"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187</a:t>
            </a:r>
          </a:p>
        </p:txBody>
      </p:sp>
      <p:sp>
        <p:nvSpPr>
          <p:cNvPr id="9" name="Rounded Rectangle 8"/>
          <p:cNvSpPr/>
          <p:nvPr/>
        </p:nvSpPr>
        <p:spPr>
          <a:xfrm>
            <a:off x="4066222"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18622" y="2625509"/>
            <a:ext cx="2430462" cy="228600"/>
          </a:xfrm>
          <a:prstGeom prst="rect">
            <a:avLst/>
          </a:prstGeom>
          <a:noFill/>
        </p:spPr>
        <p:txBody>
          <a:bodyPr wrap="square" lIns="0" tIns="0" rIns="0" bIns="0">
            <a:spAutoFit/>
          </a:bodyPr>
          <a:lstStyle/>
          <a:p>
            <a:pPr algn="ctr">
              <a:lnSpc>
                <a:spcPct val="95000"/>
              </a:lnSpc>
            </a:pPr>
            <a:r>
              <a:rPr lang="de-DE" sz="1300" b="0">
                <a:solidFill>
                  <a:srgbClr val="555148"/>
                </a:solidFill>
                <a:latin typeface="Segoe UI"/>
              </a:rPr>
              <a:t>Abschnitte je Batch, maximal</a:t>
            </a:r>
          </a:p>
        </p:txBody>
      </p:sp>
      <p:sp>
        <p:nvSpPr>
          <p:cNvPr id="11" name="TextBox 10"/>
          <p:cNvSpPr txBox="1"/>
          <p:nvPr/>
        </p:nvSpPr>
        <p:spPr>
          <a:xfrm>
            <a:off x="4218622"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30</a:t>
            </a:r>
          </a:p>
        </p:txBody>
      </p:sp>
      <p:sp>
        <p:nvSpPr>
          <p:cNvPr id="12" name="Rounded Rectangle 11"/>
          <p:cNvSpPr/>
          <p:nvPr/>
        </p:nvSpPr>
        <p:spPr>
          <a:xfrm>
            <a:off x="6979285"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131685" y="2625509"/>
            <a:ext cx="2430462" cy="228600"/>
          </a:xfrm>
          <a:prstGeom prst="rect">
            <a:avLst/>
          </a:prstGeom>
          <a:noFill/>
        </p:spPr>
        <p:txBody>
          <a:bodyPr wrap="square" lIns="0" tIns="0" rIns="0" bIns="0">
            <a:spAutoFit/>
          </a:bodyPr>
          <a:lstStyle/>
          <a:p>
            <a:pPr algn="ctr">
              <a:lnSpc>
                <a:spcPct val="95000"/>
              </a:lnSpc>
            </a:pPr>
            <a:r>
              <a:rPr lang="de-DE" sz="1300" b="0">
                <a:solidFill>
                  <a:srgbClr val="555148"/>
                </a:solidFill>
                <a:latin typeface="Segoe UI"/>
              </a:rPr>
              <a:t>Batch-Aufrufe</a:t>
            </a:r>
          </a:p>
        </p:txBody>
      </p:sp>
      <p:sp>
        <p:nvSpPr>
          <p:cNvPr id="14" name="TextBox 13"/>
          <p:cNvSpPr txBox="1"/>
          <p:nvPr/>
        </p:nvSpPr>
        <p:spPr>
          <a:xfrm>
            <a:off x="7131685"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7</a:t>
            </a:r>
          </a:p>
        </p:txBody>
      </p:sp>
      <p:sp>
        <p:nvSpPr>
          <p:cNvPr id="15" name="Rounded Rectangle 14"/>
          <p:cNvSpPr/>
          <p:nvPr/>
        </p:nvSpPr>
        <p:spPr>
          <a:xfrm>
            <a:off x="9892348"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44748" y="2625509"/>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Abschnitte höchstens</a:t>
            </a:r>
          </a:p>
        </p:txBody>
      </p:sp>
      <p:sp>
        <p:nvSpPr>
          <p:cNvPr id="17" name="TextBox 16"/>
          <p:cNvSpPr txBox="1"/>
          <p:nvPr/>
        </p:nvSpPr>
        <p:spPr>
          <a:xfrm>
            <a:off x="10044748"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5</a:t>
            </a:r>
          </a:p>
        </p:txBody>
      </p:sp>
      <p:sp>
        <p:nvSpPr>
          <p:cNvPr id="18" name="Rectangle 17"/>
          <p:cNvSpPr/>
          <p:nvPr/>
        </p:nvSpPr>
        <p:spPr>
          <a:xfrm>
            <a:off x="1153160" y="3768509"/>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1153160" y="3768509"/>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369060" y="3895509"/>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Batch-Auswahl</a:t>
            </a:r>
          </a:p>
        </p:txBody>
      </p:sp>
      <p:sp>
        <p:nvSpPr>
          <p:cNvPr id="21" name="TextBox 20"/>
          <p:cNvSpPr txBox="1"/>
          <p:nvPr/>
        </p:nvSpPr>
        <p:spPr>
          <a:xfrm>
            <a:off x="1369060" y="4187609"/>
            <a:ext cx="3139440" cy="774700"/>
          </a:xfrm>
          <a:prstGeom prst="rect">
            <a:avLst/>
          </a:prstGeom>
          <a:noFill/>
        </p:spPr>
        <p:txBody>
          <a:bodyPr wrap="square" lIns="0" tIns="0" rIns="0" bIns="0">
            <a:spAutoFit/>
          </a:bodyPr>
          <a:lstStyle/>
          <a:p>
            <a:pPr>
              <a:lnSpc>
                <a:spcPct val="95000"/>
              </a:lnSpc>
            </a:pPr>
            <a:r>
              <a:rPr sz="1400" b="0">
                <a:solidFill>
                  <a:srgbClr val="404040"/>
                </a:solidFill>
                <a:latin typeface="Segoe UI"/>
              </a:rPr>
              <a:t>Je Batch nur IDs aus diesem Batch; ungültiges JSON zählt als leere Auswahl.</a:t>
            </a:r>
          </a:p>
        </p:txBody>
      </p:sp>
      <p:sp>
        <p:nvSpPr>
          <p:cNvPr id="22" name="Rectangle 21"/>
          <p:cNvSpPr/>
          <p:nvPr/>
        </p:nvSpPr>
        <p:spPr>
          <a:xfrm>
            <a:off x="5113020" y="3768509"/>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113020" y="3768509"/>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328920" y="3895509"/>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Globale Auswahl</a:t>
            </a:r>
          </a:p>
        </p:txBody>
      </p:sp>
      <p:sp>
        <p:nvSpPr>
          <p:cNvPr id="25" name="TextBox 24"/>
          <p:cNvSpPr txBox="1"/>
          <p:nvPr/>
        </p:nvSpPr>
        <p:spPr>
          <a:xfrm>
            <a:off x="5328920" y="4187609"/>
            <a:ext cx="3139440" cy="774700"/>
          </a:xfrm>
          <a:prstGeom prst="rect">
            <a:avLst/>
          </a:prstGeom>
          <a:noFill/>
        </p:spPr>
        <p:txBody>
          <a:bodyPr wrap="square" lIns="0" tIns="0" rIns="0" bIns="0">
            <a:spAutoFit/>
          </a:bodyPr>
          <a:lstStyle/>
          <a:p>
            <a:pPr>
              <a:lnSpc>
                <a:spcPct val="95000"/>
              </a:lnSpc>
            </a:pPr>
            <a:r>
              <a:rPr sz="1400" b="0">
                <a:solidFill>
                  <a:srgbClr val="404040"/>
                </a:solidFill>
                <a:latin typeface="Segoe UI"/>
              </a:rPr>
              <a:t>Bei mehr als fünf Kandidaten ein weiterer Aufruf über alle Kandidaten.</a:t>
            </a:r>
          </a:p>
        </p:txBody>
      </p:sp>
      <p:sp>
        <p:nvSpPr>
          <p:cNvPr id="26" name="Rectangle 25"/>
          <p:cNvSpPr/>
          <p:nvPr/>
        </p:nvSpPr>
        <p:spPr>
          <a:xfrm>
            <a:off x="9081770" y="3768509"/>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9081770" y="3768509"/>
            <a:ext cx="50800" cy="1320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297670" y="3895509"/>
            <a:ext cx="3139440" cy="241300"/>
          </a:xfrm>
          <a:prstGeom prst="rect">
            <a:avLst/>
          </a:prstGeom>
          <a:noFill/>
        </p:spPr>
        <p:txBody>
          <a:bodyPr wrap="square" lIns="0" tIns="0" rIns="0" bIns="0">
            <a:spAutoFit/>
          </a:bodyPr>
          <a:lstStyle/>
          <a:p>
            <a:pPr>
              <a:lnSpc>
                <a:spcPct val="95000"/>
              </a:lnSpc>
            </a:pPr>
            <a:r>
              <a:rPr lang="de-DE" sz="1500" b="1">
                <a:solidFill>
                  <a:srgbClr val="003E6E"/>
                </a:solidFill>
                <a:latin typeface="Segoe UI"/>
              </a:rPr>
              <a:t>Vollständiger Kontext</a:t>
            </a:r>
          </a:p>
        </p:txBody>
      </p:sp>
      <p:sp>
        <p:nvSpPr>
          <p:cNvPr id="29" name="TextBox 28"/>
          <p:cNvSpPr txBox="1"/>
          <p:nvPr/>
        </p:nvSpPr>
        <p:spPr>
          <a:xfrm>
            <a:off x="9297670" y="4187609"/>
            <a:ext cx="3139440" cy="774700"/>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Nur vollständige Abschnitte innerhalb von 14.000 Zeichen. Kein Abschneiden mitten in einer Warnung.</a:t>
            </a:r>
          </a:p>
        </p:txBody>
      </p:sp>
    </p:spTree>
    <p:extLst>
      <p:ext uri="{BB962C8B-B14F-4D97-AF65-F5344CB8AC3E}">
        <p14:creationId xmlns:p14="http://schemas.microsoft.com/office/powerpoint/2010/main" val="2276117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Hash ist ein Fingerabdruck: gleicher Inhalt, gleicher Wert</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de-DE"/>
              <a:t>Quelle: NIST FIPS PUB 180-4, Secure Hash Standard (2015); Beispielwerte mit hashlib.sha256 berechnet, erste 16 von 64 Hexadezimalzeichen</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Hashfunktion SHA-256 bildet eine Bytefolge deterministisch auf 256 Bit ab, dargestellt durch 64 Hexadezimalzeichen. Kleine Änderungen er-zeugen praktisch unvorhersehbar andere Hashwerte. Gleiche Hashwerte sind ein starker Konsistenzhinweis, aber kein mathe-</a:t>
            </a:r>
            <a:r>
              <a:rPr lang="de-DE" dirty="0" err="1"/>
              <a:t>matischer</a:t>
            </a:r>
            <a:r>
              <a:rPr lang="de-DE" dirty="0"/>
              <a:t> Eindeutigkeitsbeweis. Der Cache vergleicht den aktuellen Fingerprint mit dem gespeicherten Wert, um veraltete In-halte zu erkennen.</a:t>
            </a:r>
          </a:p>
        </p:txBody>
      </p:sp>
      <p:graphicFrame>
        <p:nvGraphicFramePr>
          <p:cNvPr id="6" name="Table 5"/>
          <p:cNvGraphicFramePr>
            <a:graphicFrameLocks noGrp="1"/>
          </p:cNvGraphicFramePr>
          <p:nvPr/>
        </p:nvGraphicFramePr>
        <p:xfrm>
          <a:off x="1153160" y="2417122"/>
          <a:ext cx="11474450" cy="1676400"/>
        </p:xfrm>
        <a:graphic>
          <a:graphicData uri="http://schemas.openxmlformats.org/drawingml/2006/table">
            <a:tbl>
              <a:tblPr firstRow="1">
                <a:tableStyleId>{2D5ABB26-0587-4C30-8999-92F81FD0307C}</a:tableStyleId>
              </a:tblPr>
              <a:tblGrid>
                <a:gridCol w="3810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gridCol w="3600450">
                  <a:extLst>
                    <a:ext uri="{9D8B030D-6E8A-4147-A177-3AD203B41FA5}">
                      <a16:colId xmlns:a16="http://schemas.microsoft.com/office/drawing/2014/main" val="20002"/>
                    </a:ext>
                  </a:extLst>
                </a:gridCol>
              </a:tblGrid>
              <a:tr h="381000">
                <a:tc>
                  <a:txBody>
                    <a:bodyPr/>
                    <a:lstStyle/>
                    <a:p>
                      <a:pPr algn="l"/>
                      <a:r>
                        <a:rPr lang="de-DE" sz="1400" b="1">
                          <a:solidFill>
                            <a:srgbClr val="FFFFFF"/>
                          </a:solidFill>
                          <a:latin typeface="Segoe UI"/>
                        </a:rPr>
                        <a:t>Eingabe</a:t>
                      </a:r>
                    </a:p>
                  </a:txBody>
                  <a:tcPr marL="101600" marR="101600" marT="50800" marB="50800" anchor="ctr">
                    <a:solidFill>
                      <a:srgbClr val="003E6E"/>
                    </a:solidFill>
                  </a:tcPr>
                </a:tc>
                <a:tc>
                  <a:txBody>
                    <a:bodyPr/>
                    <a:lstStyle/>
                    <a:p>
                      <a:pPr algn="l"/>
                      <a:r>
                        <a:rPr lang="de-DE" sz="1400" b="1">
                          <a:solidFill>
                            <a:srgbClr val="FFFFFF"/>
                          </a:solidFill>
                          <a:latin typeface="Segoe UI"/>
                        </a:rPr>
                        <a:t>SHA-256 (erste 16 von 64 Zeichen)</a:t>
                      </a:r>
                    </a:p>
                  </a:txBody>
                  <a:tcPr marL="101600" marR="101600" marT="50800" marB="50800" anchor="ctr">
                    <a:solidFill>
                      <a:srgbClr val="003E6E"/>
                    </a:solidFill>
                  </a:tcPr>
                </a:tc>
                <a:tc>
                  <a:txBody>
                    <a:bodyPr/>
                    <a:lstStyle/>
                    <a:p>
                      <a:pPr algn="l"/>
                      <a:r>
                        <a:rPr lang="de-DE" sz="1400" b="1">
                          <a:solidFill>
                            <a:srgbClr val="FFFFFF"/>
                          </a:solidFill>
                          <a:latin typeface="Segoe UI"/>
                        </a:rPr>
                        <a:t>Beobachtung</a:t>
                      </a:r>
                    </a:p>
                  </a:txBody>
                  <a:tcPr marL="101600" marR="101600" marT="50800" marB="50800" anchor="ctr">
                    <a:solidFill>
                      <a:srgbClr val="003E6E"/>
                    </a:solidFill>
                  </a:tcPr>
                </a:tc>
                <a:extLst>
                  <a:ext uri="{0D108BD9-81ED-4DB2-BD59-A6C34878D82A}">
                    <a16:rowId xmlns:a16="http://schemas.microsoft.com/office/drawing/2014/main" val="10000"/>
                  </a:ext>
                </a:extLst>
              </a:tr>
              <a:tr h="431800">
                <a:tc>
                  <a:txBody>
                    <a:bodyPr/>
                    <a:lstStyle/>
                    <a:p>
                      <a:pPr algn="l"/>
                      <a:r>
                        <a:rPr lang="de-DE" sz="1400" b="0">
                          <a:solidFill>
                            <a:srgbClr val="404040"/>
                          </a:solidFill>
                          <a:latin typeface="Consolas"/>
                        </a:rPr>
                        <a:t>„E:18“</a:t>
                      </a:r>
                    </a:p>
                  </a:txBody>
                  <a:tcPr marL="101600" marR="101600" marT="50800" marB="50800" anchor="ctr">
                    <a:solidFill>
                      <a:srgbClr val="FFFFFF"/>
                    </a:solidFill>
                  </a:tcPr>
                </a:tc>
                <a:tc>
                  <a:txBody>
                    <a:bodyPr/>
                    <a:lstStyle/>
                    <a:p>
                      <a:pPr algn="l"/>
                      <a:r>
                        <a:rPr lang="de-DE" sz="1400" b="0">
                          <a:solidFill>
                            <a:srgbClr val="404040"/>
                          </a:solidFill>
                          <a:latin typeface="Consolas"/>
                        </a:rPr>
                        <a:t>9099da489dbcb126 …</a:t>
                      </a:r>
                    </a:p>
                  </a:txBody>
                  <a:tcPr marL="101600" marR="101600" marT="50800" marB="50800" anchor="ctr">
                    <a:solidFill>
                      <a:srgbClr val="FFFFFF"/>
                    </a:solidFill>
                  </a:tcPr>
                </a:tc>
                <a:tc>
                  <a:txBody>
                    <a:bodyPr/>
                    <a:lstStyle/>
                    <a:p>
                      <a:pPr algn="l"/>
                      <a:r>
                        <a:rPr lang="de-DE" sz="1400" b="0">
                          <a:solidFill>
                            <a:srgbClr val="404040"/>
                          </a:solidFill>
                          <a:latin typeface="Segoe UI"/>
                        </a:rPr>
                        <a:t>deterministischer Beispielwert</a:t>
                      </a:r>
                    </a:p>
                  </a:txBody>
                  <a:tcPr marL="101600" marR="101600" marT="50800" marB="50800" anchor="ctr">
                    <a:solidFill>
                      <a:srgbClr val="FFFFFF"/>
                    </a:solidFill>
                  </a:tcPr>
                </a:tc>
                <a:extLst>
                  <a:ext uri="{0D108BD9-81ED-4DB2-BD59-A6C34878D82A}">
                    <a16:rowId xmlns:a16="http://schemas.microsoft.com/office/drawing/2014/main" val="10001"/>
                  </a:ext>
                </a:extLst>
              </a:tr>
              <a:tr h="431800">
                <a:tc>
                  <a:txBody>
                    <a:bodyPr/>
                    <a:lstStyle/>
                    <a:p>
                      <a:pPr algn="l"/>
                      <a:r>
                        <a:rPr lang="de-DE" sz="1400" b="0">
                          <a:solidFill>
                            <a:srgbClr val="404040"/>
                          </a:solidFill>
                          <a:latin typeface="Consolas"/>
                        </a:rPr>
                        <a:t>„E:18“ erneut</a:t>
                      </a:r>
                    </a:p>
                  </a:txBody>
                  <a:tcPr marL="101600" marR="101600" marT="50800" marB="50800" anchor="ctr">
                    <a:solidFill>
                      <a:srgbClr val="F7F5EF"/>
                    </a:solidFill>
                  </a:tcPr>
                </a:tc>
                <a:tc>
                  <a:txBody>
                    <a:bodyPr/>
                    <a:lstStyle/>
                    <a:p>
                      <a:pPr algn="l"/>
                      <a:r>
                        <a:rPr lang="de-DE" sz="1400" b="0">
                          <a:solidFill>
                            <a:srgbClr val="404040"/>
                          </a:solidFill>
                          <a:latin typeface="Consolas"/>
                        </a:rPr>
                        <a:t>9099da489dbcb126 …</a:t>
                      </a:r>
                    </a:p>
                  </a:txBody>
                  <a:tcPr marL="101600" marR="101600" marT="50800" marB="50800" anchor="ctr">
                    <a:solidFill>
                      <a:srgbClr val="F7F5EF"/>
                    </a:solidFill>
                  </a:tcPr>
                </a:tc>
                <a:tc>
                  <a:txBody>
                    <a:bodyPr/>
                    <a:lstStyle/>
                    <a:p>
                      <a:pPr algn="l"/>
                      <a:r>
                        <a:rPr lang="de-DE" sz="1400" b="0">
                          <a:solidFill>
                            <a:srgbClr val="404040"/>
                          </a:solidFill>
                          <a:latin typeface="Segoe UI"/>
                        </a:rPr>
                        <a:t>identische Bytefolge, identischer Wert</a:t>
                      </a:r>
                    </a:p>
                  </a:txBody>
                  <a:tcPr marL="101600" marR="101600" marT="50800" marB="50800" anchor="ctr">
                    <a:solidFill>
                      <a:srgbClr val="F7F5EF"/>
                    </a:solidFill>
                  </a:tcPr>
                </a:tc>
                <a:extLst>
                  <a:ext uri="{0D108BD9-81ED-4DB2-BD59-A6C34878D82A}">
                    <a16:rowId xmlns:a16="http://schemas.microsoft.com/office/drawing/2014/main" val="10002"/>
                  </a:ext>
                </a:extLst>
              </a:tr>
              <a:tr h="431800">
                <a:tc>
                  <a:txBody>
                    <a:bodyPr/>
                    <a:lstStyle/>
                    <a:p>
                      <a:pPr algn="l"/>
                      <a:r>
                        <a:rPr lang="de-DE" sz="1400" b="0">
                          <a:solidFill>
                            <a:srgbClr val="404040"/>
                          </a:solidFill>
                          <a:latin typeface="Consolas"/>
                        </a:rPr>
                        <a:t>„E:19“</a:t>
                      </a:r>
                    </a:p>
                  </a:txBody>
                  <a:tcPr marL="101600" marR="101600" marT="50800" marB="50800" anchor="ctr">
                    <a:solidFill>
                      <a:srgbClr val="FFFFFF"/>
                    </a:solidFill>
                  </a:tcPr>
                </a:tc>
                <a:tc>
                  <a:txBody>
                    <a:bodyPr/>
                    <a:lstStyle/>
                    <a:p>
                      <a:pPr algn="l"/>
                      <a:r>
                        <a:rPr lang="de-DE" sz="1400" b="0">
                          <a:solidFill>
                            <a:srgbClr val="404040"/>
                          </a:solidFill>
                          <a:latin typeface="Consolas"/>
                        </a:rPr>
                        <a:t>cf7e5ef11bfa1272 …</a:t>
                      </a:r>
                    </a:p>
                  </a:txBody>
                  <a:tcPr marL="101600" marR="101600" marT="50800" marB="50800" anchor="ctr">
                    <a:solidFill>
                      <a:srgbClr val="FFFFFF"/>
                    </a:solidFill>
                  </a:tcPr>
                </a:tc>
                <a:tc>
                  <a:txBody>
                    <a:bodyPr/>
                    <a:lstStyle/>
                    <a:p>
                      <a:pPr algn="l"/>
                      <a:r>
                        <a:rPr lang="de-DE" sz="1400" b="0">
                          <a:solidFill>
                            <a:srgbClr val="404040"/>
                          </a:solidFill>
                          <a:latin typeface="Segoe UI"/>
                        </a:rPr>
                        <a:t>anderer Wert nach einer Änderung</a:t>
                      </a:r>
                    </a:p>
                  </a:txBody>
                  <a:tcPr marL="101600" marR="101600" marT="50800" marB="50800"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1153160" y="4449122"/>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153160" y="4449122"/>
            <a:ext cx="50800" cy="1270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69060" y="4576122"/>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Im Projekt</a:t>
            </a:r>
          </a:p>
        </p:txBody>
      </p:sp>
      <p:sp>
        <p:nvSpPr>
          <p:cNvPr id="10" name="TextBox 9"/>
          <p:cNvSpPr txBox="1"/>
          <p:nvPr/>
        </p:nvSpPr>
        <p:spPr>
          <a:xfrm>
            <a:off x="1369060" y="4868222"/>
            <a:ext cx="5118100" cy="614014"/>
          </a:xfrm>
          <a:prstGeom prst="rect">
            <a:avLst/>
          </a:prstGeom>
          <a:noFill/>
        </p:spPr>
        <p:txBody>
          <a:bodyPr wrap="square" lIns="0" tIns="0" rIns="0" bIns="0">
            <a:spAutoFit/>
          </a:bodyPr>
          <a:lstStyle/>
          <a:p>
            <a:pPr>
              <a:lnSpc>
                <a:spcPct val="95000"/>
              </a:lnSpc>
            </a:pPr>
            <a:r>
              <a:rPr sz="1400" b="0" dirty="0">
                <a:solidFill>
                  <a:srgbClr val="404040"/>
                </a:solidFill>
                <a:latin typeface="Segoe UI"/>
              </a:rPr>
              <a:t>Der Fingerprint des Vektor-Cache </a:t>
            </a:r>
            <a:r>
              <a:rPr sz="1400" b="0" dirty="0" err="1">
                <a:solidFill>
                  <a:srgbClr val="404040"/>
                </a:solidFill>
                <a:latin typeface="Segoe UI"/>
              </a:rPr>
              <a:t>umfasst</a:t>
            </a:r>
            <a:r>
              <a:rPr sz="1400" b="0" dirty="0">
                <a:solidFill>
                  <a:srgbClr val="404040"/>
                </a:solidFill>
                <a:latin typeface="Segoe UI"/>
              </a:rPr>
              <a:t> Markdown, Modell</a:t>
            </a:r>
            <a:r>
              <a:rPr lang="de-DE" sz="1400" b="0" dirty="0">
                <a:solidFill>
                  <a:srgbClr val="404040"/>
                </a:solidFill>
                <a:latin typeface="Segoe UI"/>
              </a:rPr>
              <a:t>-</a:t>
            </a:r>
            <a:r>
              <a:rPr sz="1400" b="0" dirty="0">
                <a:solidFill>
                  <a:srgbClr val="404040"/>
                </a:solidFill>
                <a:latin typeface="Segoe UI"/>
              </a:rPr>
              <a:t>name, Parser-Version, </a:t>
            </a:r>
            <a:r>
              <a:rPr sz="1400" b="0" dirty="0" err="1">
                <a:solidFill>
                  <a:srgbClr val="404040"/>
                </a:solidFill>
                <a:latin typeface="Segoe UI"/>
              </a:rPr>
              <a:t>Chunkgröße</a:t>
            </a:r>
            <a:r>
              <a:rPr sz="1400" b="0" dirty="0">
                <a:solidFill>
                  <a:srgbClr val="404040"/>
                </a:solidFill>
                <a:latin typeface="Segoe UI"/>
              </a:rPr>
              <a:t>, </a:t>
            </a:r>
            <a:r>
              <a:rPr sz="1400" b="0" dirty="0" err="1">
                <a:solidFill>
                  <a:srgbClr val="404040"/>
                </a:solidFill>
                <a:latin typeface="Segoe UI"/>
              </a:rPr>
              <a:t>Überlappung</a:t>
            </a:r>
            <a:r>
              <a:rPr sz="1400" b="0" dirty="0">
                <a:solidFill>
                  <a:srgbClr val="404040"/>
                </a:solidFill>
                <a:latin typeface="Segoe UI"/>
              </a:rPr>
              <a:t> und </a:t>
            </a:r>
            <a:r>
              <a:rPr sz="1400" b="0" dirty="0" err="1">
                <a:solidFill>
                  <a:srgbClr val="404040"/>
                </a:solidFill>
                <a:latin typeface="Segoe UI"/>
              </a:rPr>
              <a:t>Präfixlogik</a:t>
            </a:r>
            <a:r>
              <a:rPr sz="1400" b="0" dirty="0">
                <a:solidFill>
                  <a:srgbClr val="404040"/>
                </a:solidFill>
                <a:latin typeface="Segoe UI"/>
              </a:rPr>
              <a:t>; der </a:t>
            </a:r>
            <a:r>
              <a:rPr sz="1400" b="0" dirty="0" err="1">
                <a:solidFill>
                  <a:srgbClr val="404040"/>
                </a:solidFill>
                <a:latin typeface="Segoe UI"/>
              </a:rPr>
              <a:t>PageIndex</a:t>
            </a:r>
            <a:r>
              <a:rPr sz="1400" b="0" dirty="0">
                <a:solidFill>
                  <a:srgbClr val="404040"/>
                </a:solidFill>
                <a:latin typeface="Segoe UI"/>
              </a:rPr>
              <a:t>-Baum </a:t>
            </a:r>
            <a:r>
              <a:rPr sz="1400" b="0" dirty="0" err="1">
                <a:solidFill>
                  <a:srgbClr val="404040"/>
                </a:solidFill>
                <a:latin typeface="Segoe UI"/>
              </a:rPr>
              <a:t>trägt</a:t>
            </a:r>
            <a:r>
              <a:rPr sz="1400" b="0" dirty="0">
                <a:solidFill>
                  <a:srgbClr val="404040"/>
                </a:solidFill>
                <a:latin typeface="Segoe UI"/>
              </a:rPr>
              <a:t> den Hash des Markdown.</a:t>
            </a:r>
          </a:p>
        </p:txBody>
      </p:sp>
      <p:sp>
        <p:nvSpPr>
          <p:cNvPr id="11" name="Rectangle 10"/>
          <p:cNvSpPr/>
          <p:nvPr/>
        </p:nvSpPr>
        <p:spPr>
          <a:xfrm>
            <a:off x="7096760" y="4449122"/>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4449122"/>
            <a:ext cx="50800" cy="1270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2660" y="4576122"/>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Was der Hash nicht kann</a:t>
            </a:r>
          </a:p>
        </p:txBody>
      </p:sp>
      <p:sp>
        <p:nvSpPr>
          <p:cNvPr id="14" name="TextBox 13"/>
          <p:cNvSpPr txBox="1"/>
          <p:nvPr/>
        </p:nvSpPr>
        <p:spPr>
          <a:xfrm>
            <a:off x="7312659" y="4868222"/>
            <a:ext cx="5244781" cy="409343"/>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Ein Hash erklärt nicht die Änderung und ist keine Verschlüsselung. Der Vektorcache wird bei Abweichung erneuert. Ein veralteter PageIndex-Baum muss separat neu erstellt werden.</a:t>
            </a:r>
          </a:p>
        </p:txBody>
      </p:sp>
    </p:spTree>
    <p:extLst>
      <p:ext uri="{BB962C8B-B14F-4D97-AF65-F5344CB8AC3E}">
        <p14:creationId xmlns:p14="http://schemas.microsoft.com/office/powerpoint/2010/main" val="533743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SHA-256-Fingerprint bindet den Index an seine Quelle</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rag_engine.py und pageindex_engine.py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Der Fingerprint des Vektorindex berücksichtigt Markdown, Modellname, Parser-Version, </a:t>
            </a:r>
            <a:r>
              <a:rPr lang="de-DE" dirty="0" err="1"/>
              <a:t>Chunkgröße</a:t>
            </a:r>
            <a:r>
              <a:rPr lang="de-DE" dirty="0"/>
              <a:t>, Überlappung, Tabellen-</a:t>
            </a:r>
            <a:r>
              <a:rPr lang="de-DE" dirty="0" err="1"/>
              <a:t>grenze</a:t>
            </a:r>
            <a:r>
              <a:rPr lang="de-DE" dirty="0"/>
              <a:t> und Präfixlogik. Bei einer Abweichung baut die App den Vektorindex neu auf. Ein </a:t>
            </a:r>
            <a:r>
              <a:rPr lang="de-DE" dirty="0" err="1"/>
              <a:t>FileLock</a:t>
            </a:r>
            <a:r>
              <a:rPr lang="de-DE" dirty="0"/>
              <a:t> schützt diesen Aufbau. </a:t>
            </a:r>
            <a:r>
              <a:rPr lang="de-DE" dirty="0" err="1"/>
              <a:t>Der Ansatz PageIndex prüft getrennt den Markdown-Quellhash</a:t>
            </a:r>
            <a:r>
              <a:rPr lang="de-DE" dirty="0"/>
              <a:t> und lehnt einen veralteten Baum ab. Den Baum erzeugt ein eigener </a:t>
            </a:r>
            <a:r>
              <a:rPr lang="de-DE" dirty="0" err="1"/>
              <a:t>Build</a:t>
            </a:r>
            <a:r>
              <a:rPr lang="de-DE" dirty="0"/>
              <a:t>-Schritt neu.</a:t>
            </a:r>
          </a:p>
        </p:txBody>
      </p:sp>
      <p:sp>
        <p:nvSpPr>
          <p:cNvPr id="10" name="Rectangle 9"/>
          <p:cNvSpPr/>
          <p:nvPr/>
        </p:nvSpPr>
        <p:spPr>
          <a:xfrm>
            <a:off x="1155700" y="5537200"/>
            <a:ext cx="1148080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765064"/>
            <a:ext cx="11023600" cy="204671"/>
          </a:xfrm>
          <a:prstGeom prst="rect">
            <a:avLst/>
          </a:prstGeom>
          <a:noFill/>
        </p:spPr>
        <p:txBody>
          <a:bodyPr wrap="square" lIns="0" tIns="0" rIns="0" bIns="0" anchor="ctr">
            <a:spAutoFit/>
          </a:bodyPr>
          <a:lstStyle/>
          <a:p>
            <a:pPr>
              <a:lnSpc>
                <a:spcPct val="95000"/>
              </a:lnSpc>
            </a:pPr>
            <a:r>
              <a:rPr lang="de-DE" sz="1400" b="0">
                <a:solidFill>
                  <a:srgbClr val="003E6E"/>
                </a:solidFill>
                <a:latin typeface="Segoe UI"/>
              </a:rPr>
              <a:t>Der PageIndex-Baum prüft nur den Markdown-Quellhash, wird bei Quelländerung ungültig und benötigt einen separaten Neuaufbau.</a:t>
            </a:r>
          </a:p>
        </p:txBody>
      </p:sp>
      <p:sp>
        <p:nvSpPr>
          <p:cNvPr id="40" name="Quelle"/>
          <p:cNvSpPr/>
          <p:nvPr/>
        </p:nvSpPr>
        <p:spPr>
          <a:xfrm>
            <a:off x="1155700" y="2738147"/>
            <a:ext cx="2540000" cy="965200"/>
          </a:xfrm>
          <a:prstGeom prst="rect">
            <a:avLst/>
          </a:prstGeom>
          <a:solidFill>
            <a:srgbClr val="FFFFFF"/>
          </a:solidFill>
          <a:ln w="9525">
            <a:solidFill>
              <a:srgbClr val="C9C3B4"/>
            </a:solidFill>
          </a:ln>
        </p:spPr>
        <p:txBody>
          <a:bodyPr wrap="square" lIns="127000" tIns="50800" rIns="127000" bIns="50800" anchor="ctr">
            <a:noAutofit/>
          </a:bodyPr>
          <a:lstStyle/>
          <a:p>
            <a:pPr algn="ctr">
              <a:lnSpc>
                <a:spcPct val="95000"/>
              </a:lnSpc>
            </a:pPr>
            <a:r>
              <a:rPr lang="de-DE" sz="1400" b="1" dirty="0">
                <a:solidFill>
                  <a:srgbClr val="003E6E"/>
                </a:solidFill>
                <a:latin typeface="Segoe UI"/>
              </a:rPr>
              <a:t>Quelldatei und Konfiguration</a:t>
            </a:r>
          </a:p>
          <a:p>
            <a:pPr algn="ctr">
              <a:lnSpc>
                <a:spcPct val="95000"/>
              </a:lnSpc>
            </a:pPr>
            <a:r>
              <a:rPr lang="de-DE" sz="1300" b="0" dirty="0">
                <a:solidFill>
                  <a:srgbClr val="555148"/>
                </a:solidFill>
                <a:latin typeface="Segoe UI"/>
              </a:rPr>
              <a:t>Markdown, Modell, Parser-Version, Chunkgröße, Überlappung, Präfix</a:t>
            </a:r>
          </a:p>
        </p:txBody>
      </p:sp>
      <p:cxnSp>
        <p:nvCxnSpPr>
          <p:cNvPr id="41" name="Pfeil 41"/>
          <p:cNvCxnSpPr/>
          <p:nvPr/>
        </p:nvCxnSpPr>
        <p:spPr>
          <a:xfrm>
            <a:off x="3695700" y="3220747"/>
            <a:ext cx="444500" cy="0"/>
          </a:xfrm>
          <a:prstGeom prst="straightConnector1">
            <a:avLst/>
          </a:prstGeom>
          <a:ln w="12700">
            <a:solidFill>
              <a:srgbClr val="003E6E"/>
            </a:solidFill>
            <a:tailEnd type="triangle"/>
          </a:ln>
        </p:spPr>
      </p:cxnSp>
      <p:sp>
        <p:nvSpPr>
          <p:cNvPr id="42" name="Hash"/>
          <p:cNvSpPr/>
          <p:nvPr/>
        </p:nvSpPr>
        <p:spPr>
          <a:xfrm>
            <a:off x="4140200" y="2738147"/>
            <a:ext cx="2413000" cy="965200"/>
          </a:xfrm>
          <a:prstGeom prst="rect">
            <a:avLst/>
          </a:prstGeom>
          <a:solidFill>
            <a:srgbClr val="003E6E"/>
          </a:solidFill>
          <a:ln>
            <a:noFill/>
          </a:ln>
        </p:spPr>
        <p:txBody>
          <a:bodyPr wrap="square" lIns="127000" tIns="50800" rIns="127000" bIns="50800" anchor="ctr">
            <a:noAutofit/>
          </a:bodyPr>
          <a:lstStyle/>
          <a:p>
            <a:pPr algn="ctr">
              <a:lnSpc>
                <a:spcPct val="95000"/>
              </a:lnSpc>
            </a:pPr>
            <a:r>
              <a:rPr lang="de-DE" sz="1400" b="1" dirty="0">
                <a:solidFill>
                  <a:srgbClr val="FFFFFF"/>
                </a:solidFill>
                <a:latin typeface="Segoe UI"/>
              </a:rPr>
              <a:t>SHA-256-Fingerprint</a:t>
            </a:r>
          </a:p>
          <a:p>
            <a:pPr algn="ctr">
              <a:lnSpc>
                <a:spcPct val="95000"/>
              </a:lnSpc>
            </a:pPr>
            <a:r>
              <a:rPr lang="de-DE" sz="1300" b="0" dirty="0">
                <a:solidFill>
                  <a:srgbClr val="FFFFFF"/>
                </a:solidFill>
                <a:latin typeface="Segoe UI"/>
              </a:rPr>
              <a:t>256 Bit, 64 Hexadezimalzeichen</a:t>
            </a:r>
          </a:p>
        </p:txBody>
      </p:sp>
      <p:cxnSp>
        <p:nvCxnSpPr>
          <p:cNvPr id="43" name="Pfeil 43"/>
          <p:cNvCxnSpPr/>
          <p:nvPr/>
        </p:nvCxnSpPr>
        <p:spPr>
          <a:xfrm>
            <a:off x="6553200" y="3220747"/>
            <a:ext cx="444500" cy="0"/>
          </a:xfrm>
          <a:prstGeom prst="straightConnector1">
            <a:avLst/>
          </a:prstGeom>
          <a:ln w="12700">
            <a:solidFill>
              <a:srgbClr val="003E6E"/>
            </a:solidFill>
            <a:tailEnd type="triangle"/>
          </a:ln>
        </p:spPr>
      </p:cxnSp>
      <p:sp>
        <p:nvSpPr>
          <p:cNvPr id="44" name="Entscheidung"/>
          <p:cNvSpPr/>
          <p:nvPr/>
        </p:nvSpPr>
        <p:spPr>
          <a:xfrm>
            <a:off x="6997700" y="2484147"/>
            <a:ext cx="2286000" cy="1473200"/>
          </a:xfrm>
          <a:prstGeom prst="diamond">
            <a:avLst/>
          </a:prstGeom>
          <a:solidFill>
            <a:srgbClr val="FFFFFF"/>
          </a:solidFill>
          <a:ln w="12700">
            <a:solidFill>
              <a:srgbClr val="003E6E"/>
            </a:solidFill>
          </a:ln>
        </p:spPr>
        <p:txBody>
          <a:bodyPr wrap="square" lIns="0" tIns="50800" rIns="0" bIns="50800" anchor="ctr">
            <a:noAutofit/>
          </a:bodyPr>
          <a:lstStyle/>
          <a:p>
            <a:pPr algn="ctr">
              <a:lnSpc>
                <a:spcPct val="95000"/>
              </a:lnSpc>
            </a:pPr>
            <a:r>
              <a:rPr lang="de-DE" sz="1300" b="1" dirty="0">
                <a:solidFill>
                  <a:srgbClr val="003E6E"/>
                </a:solidFill>
                <a:latin typeface="Segoe UI"/>
              </a:rPr>
              <a:t>Hash gleich?</a:t>
            </a:r>
          </a:p>
        </p:txBody>
      </p:sp>
      <p:cxnSp>
        <p:nvCxnSpPr>
          <p:cNvPr id="45" name="Pfeil 45"/>
          <p:cNvCxnSpPr/>
          <p:nvPr/>
        </p:nvCxnSpPr>
        <p:spPr>
          <a:xfrm flipV="1">
            <a:off x="9283700" y="2966747"/>
            <a:ext cx="571500" cy="254000"/>
          </a:xfrm>
          <a:prstGeom prst="bentConnector3">
            <a:avLst/>
          </a:prstGeom>
          <a:ln w="12700">
            <a:solidFill>
              <a:srgbClr val="003E6E"/>
            </a:solidFill>
            <a:tailEnd type="triangle"/>
          </a:ln>
        </p:spPr>
      </p:cxnSp>
      <p:cxnSp>
        <p:nvCxnSpPr>
          <p:cNvPr id="46" name="Pfeil 46"/>
          <p:cNvCxnSpPr/>
          <p:nvPr/>
        </p:nvCxnSpPr>
        <p:spPr>
          <a:xfrm>
            <a:off x="9283700" y="3220747"/>
            <a:ext cx="571500" cy="1270000"/>
          </a:xfrm>
          <a:prstGeom prst="bentConnector3">
            <a:avLst/>
          </a:prstGeom>
          <a:ln w="12700">
            <a:solidFill>
              <a:srgbClr val="003E6E"/>
            </a:solidFill>
            <a:tailEnd type="triangle"/>
          </a:ln>
        </p:spPr>
      </p:cxnSp>
      <p:sp>
        <p:nvSpPr>
          <p:cNvPr id="47" name="Ja"/>
          <p:cNvSpPr/>
          <p:nvPr/>
        </p:nvSpPr>
        <p:spPr>
          <a:xfrm>
            <a:off x="9372600" y="2712747"/>
            <a:ext cx="508000" cy="228600"/>
          </a:xfrm>
          <a:prstGeom prst="rect">
            <a:avLst/>
          </a:prstGeom>
          <a:noFill/>
          <a:ln>
            <a:noFill/>
          </a:ln>
        </p:spPr>
        <p:txBody>
          <a:bodyPr wrap="square" lIns="0" tIns="0" rIns="0" bIns="0" anchor="ctr">
            <a:noAutofit/>
          </a:bodyPr>
          <a:lstStyle/>
          <a:p>
            <a:pPr algn="ctr">
              <a:lnSpc>
                <a:spcPct val="95000"/>
              </a:lnSpc>
            </a:pPr>
            <a:r>
              <a:rPr lang="de-DE" sz="1300" b="1" dirty="0">
                <a:solidFill>
                  <a:srgbClr val="2E7D32"/>
                </a:solidFill>
                <a:latin typeface="Segoe UI"/>
              </a:rPr>
              <a:t>Ja</a:t>
            </a:r>
          </a:p>
        </p:txBody>
      </p:sp>
      <p:sp>
        <p:nvSpPr>
          <p:cNvPr id="48" name="Nein"/>
          <p:cNvSpPr/>
          <p:nvPr/>
        </p:nvSpPr>
        <p:spPr>
          <a:xfrm>
            <a:off x="9372600" y="4526254"/>
            <a:ext cx="508000" cy="228600"/>
          </a:xfrm>
          <a:prstGeom prst="rect">
            <a:avLst/>
          </a:prstGeom>
          <a:noFill/>
          <a:ln>
            <a:noFill/>
          </a:ln>
        </p:spPr>
        <p:txBody>
          <a:bodyPr wrap="square" lIns="0" tIns="0" rIns="0" bIns="0" anchor="ctr">
            <a:noAutofit/>
          </a:bodyPr>
          <a:lstStyle/>
          <a:p>
            <a:pPr algn="ctr">
              <a:lnSpc>
                <a:spcPct val="95000"/>
              </a:lnSpc>
            </a:pPr>
            <a:r>
              <a:rPr lang="de-DE" sz="1300" b="1" dirty="0">
                <a:solidFill>
                  <a:srgbClr val="A32638"/>
                </a:solidFill>
                <a:latin typeface="Segoe UI"/>
              </a:rPr>
              <a:t>Nein</a:t>
            </a:r>
          </a:p>
        </p:txBody>
      </p:sp>
      <p:sp>
        <p:nvSpPr>
          <p:cNvPr id="49" name="Laden"/>
          <p:cNvSpPr/>
          <p:nvPr/>
        </p:nvSpPr>
        <p:spPr>
          <a:xfrm>
            <a:off x="9855200" y="2484147"/>
            <a:ext cx="2781300" cy="965200"/>
          </a:xfrm>
          <a:prstGeom prst="rect">
            <a:avLst/>
          </a:prstGeom>
          <a:solidFill>
            <a:srgbClr val="F7F5EF"/>
          </a:solidFill>
          <a:ln>
            <a:noFill/>
          </a:ln>
        </p:spPr>
        <p:txBody>
          <a:bodyPr wrap="square" lIns="177800" tIns="50800" rIns="101600" bIns="50800" anchor="ctr">
            <a:noAutofit/>
          </a:bodyPr>
          <a:lstStyle/>
          <a:p>
            <a:pPr algn="l">
              <a:lnSpc>
                <a:spcPct val="95000"/>
              </a:lnSpc>
            </a:pPr>
            <a:r>
              <a:rPr lang="de-DE" sz="1400" b="1" dirty="0">
                <a:solidFill>
                  <a:srgbClr val="003E6E"/>
                </a:solidFill>
                <a:latin typeface="Segoe UI"/>
              </a:rPr>
              <a:t>Index laden</a:t>
            </a:r>
          </a:p>
          <a:p>
            <a:pPr algn="l">
              <a:lnSpc>
                <a:spcPct val="95000"/>
              </a:lnSpc>
            </a:pPr>
            <a:r>
              <a:rPr lang="de-DE" sz="1300" b="0" dirty="0">
                <a:solidFill>
                  <a:srgbClr val="404040"/>
                </a:solidFill>
                <a:latin typeface="Segoe UI"/>
              </a:rPr>
              <a:t>Vektoren, Nodes und Metadaten aus storage/</a:t>
            </a:r>
          </a:p>
        </p:txBody>
      </p:sp>
      <p:sp>
        <p:nvSpPr>
          <p:cNvPr id="50" name="Leiste gruen"/>
          <p:cNvSpPr/>
          <p:nvPr/>
        </p:nvSpPr>
        <p:spPr>
          <a:xfrm>
            <a:off x="9855200" y="2484147"/>
            <a:ext cx="50800" cy="965200"/>
          </a:xfrm>
          <a:prstGeom prst="rect">
            <a:avLst/>
          </a:prstGeom>
          <a:solidFill>
            <a:srgbClr val="2E7D32"/>
          </a:solidFill>
          <a:ln>
            <a:noFill/>
          </a:ln>
        </p:spPr>
        <p:txBody>
          <a:bodyPr wrap="square" lIns="127000" tIns="50800" rIns="127000" bIns="50800" anchor="ctr">
            <a:noAutofit/>
          </a:bodyPr>
          <a:lstStyle/>
          <a:p>
            <a:endParaRPr/>
          </a:p>
        </p:txBody>
      </p:sp>
      <p:sp>
        <p:nvSpPr>
          <p:cNvPr id="51" name="Neu"/>
          <p:cNvSpPr/>
          <p:nvPr/>
        </p:nvSpPr>
        <p:spPr>
          <a:xfrm>
            <a:off x="9855200" y="4008147"/>
            <a:ext cx="2781300" cy="965200"/>
          </a:xfrm>
          <a:prstGeom prst="rect">
            <a:avLst/>
          </a:prstGeom>
          <a:solidFill>
            <a:srgbClr val="F7F5EF"/>
          </a:solidFill>
          <a:ln>
            <a:noFill/>
          </a:ln>
        </p:spPr>
        <p:txBody>
          <a:bodyPr wrap="square" lIns="177800" tIns="50800" rIns="101600" bIns="50800" anchor="ctr">
            <a:noAutofit/>
          </a:bodyPr>
          <a:lstStyle/>
          <a:p>
            <a:pPr algn="l">
              <a:lnSpc>
                <a:spcPct val="95000"/>
              </a:lnSpc>
            </a:pPr>
            <a:r>
              <a:rPr lang="de-DE" sz="1400" b="1">
                <a:solidFill>
                  <a:srgbClr val="003E6E"/>
                </a:solidFill>
                <a:latin typeface="Segoe UI"/>
              </a:rPr>
              <a:t>Vektorindex neu aufbauen</a:t>
            </a:r>
          </a:p>
          <a:p>
            <a:pPr algn="l">
              <a:lnSpc>
                <a:spcPct val="95000"/>
              </a:lnSpc>
            </a:pPr>
            <a:r>
              <a:rPr lang="de-DE" sz="1400" b="1">
                <a:solidFill>
                  <a:srgbClr val="003E6E"/>
                </a:solidFill>
                <a:latin typeface="Segoe UI"/>
              </a:rPr>
              <a:t>Chunks und Embeddings,</a:t>
            </a:r>
          </a:p>
          <a:p>
            <a:pPr algn="l">
              <a:lnSpc>
                <a:spcPct val="95000"/>
              </a:lnSpc>
            </a:pPr>
            <a:r>
              <a:rPr lang="de-DE" sz="1400" b="1">
                <a:solidFill>
                  <a:srgbClr val="003E6E"/>
                </a:solidFill>
                <a:latin typeface="Segoe UI"/>
              </a:rPr>
              <a:t>FileLock gegen Doppelaufbau</a:t>
            </a:r>
          </a:p>
        </p:txBody>
      </p:sp>
      <p:sp>
        <p:nvSpPr>
          <p:cNvPr id="52" name="Leiste rot"/>
          <p:cNvSpPr/>
          <p:nvPr/>
        </p:nvSpPr>
        <p:spPr>
          <a:xfrm>
            <a:off x="9855200" y="4008147"/>
            <a:ext cx="50800" cy="965200"/>
          </a:xfrm>
          <a:prstGeom prst="rect">
            <a:avLst/>
          </a:prstGeom>
          <a:solidFill>
            <a:srgbClr val="A32638"/>
          </a:solidFill>
          <a:ln>
            <a:noFill/>
          </a:ln>
        </p:spPr>
        <p:txBody>
          <a:bodyPr wrap="square" lIns="127000" tIns="50800" rIns="127000" bIns="50800" anchor="ctr">
            <a:noAutofit/>
          </a:bodyPr>
          <a:lstStyle/>
          <a:p>
            <a:endParaRPr/>
          </a:p>
        </p:txBody>
      </p:sp>
      <p:sp>
        <p:nvSpPr>
          <p:cNvPr id="53" name="Beispiel"/>
          <p:cNvSpPr/>
          <p:nvPr/>
        </p:nvSpPr>
        <p:spPr>
          <a:xfrm>
            <a:off x="1155700" y="4876800"/>
            <a:ext cx="8128000" cy="457200"/>
          </a:xfrm>
          <a:prstGeom prst="rect">
            <a:avLst/>
          </a:prstGeom>
          <a:noFill/>
          <a:ln>
            <a:noFill/>
          </a:ln>
        </p:spPr>
        <p:txBody>
          <a:bodyPr wrap="square" lIns="0" tIns="0" rIns="0" bIns="0" anchor="t">
            <a:noAutofit/>
          </a:bodyPr>
          <a:lstStyle/>
          <a:p>
            <a:pPr algn="l">
              <a:lnSpc>
                <a:spcPct val="95000"/>
              </a:lnSpc>
            </a:pPr>
            <a:r>
              <a:rPr lang="de-DE" sz="1300" b="0">
                <a:solidFill>
                  <a:srgbClr val="555148"/>
                </a:solidFill>
                <a:latin typeface="Segoe UI"/>
              </a:rPr>
              <a:t>Auch eine geänderte Chunking-Konfiguration invalidiert den Vektorcache. Nicht jede beliebige Codeänderung verändert den Fingerprint.</a:t>
            </a:r>
          </a:p>
        </p:txBody>
      </p:sp>
    </p:spTree>
    <p:extLst>
      <p:ext uri="{BB962C8B-B14F-4D97-AF65-F5344CB8AC3E}">
        <p14:creationId xmlns:p14="http://schemas.microsoft.com/office/powerpoint/2010/main" val="31328898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nb-NO"/>
              <a:t>Server-Sent Events sind Klartext: event, data, Leerzeile</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en-US"/>
              <a:t>Quelle: WHATWG HTML Standard, Server-sent events; MDN, Using server-sent events; server.py (_sse) im Repository</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Ein SSE-Stream ist eine HTTP-Antwort vom Typ text/event-stream, die offen bleibt. Der Server schreibt Ereignisse als Textblöcke: eine event-Zeile mit dem Typ, eine oder mehrere data-Zeilen mit dem Inhalt, dann eine Leerzeile als Trenner. Der Browser liest die Blöcke, sobald sie ankommen. Die Klasse EventSource kann solche Streams nur per GET öffnen; weil die App die Frage im Body sendet, nutzt sie POST mit fetch und liest den Stream selbst aus.</a:t>
            </a:r>
          </a:p>
        </p:txBody>
      </p:sp>
      <p:sp>
        <p:nvSpPr>
          <p:cNvPr id="6" name="Rectangle 5"/>
          <p:cNvSpPr/>
          <p:nvPr/>
        </p:nvSpPr>
        <p:spPr>
          <a:xfrm>
            <a:off x="1153160" y="2527234"/>
            <a:ext cx="6604000" cy="3302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27234"/>
            <a:ext cx="50800" cy="3302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56360" y="2628834"/>
            <a:ext cx="6248400" cy="228600"/>
          </a:xfrm>
          <a:prstGeom prst="rect">
            <a:avLst/>
          </a:prstGeom>
          <a:noFill/>
        </p:spPr>
        <p:txBody>
          <a:bodyPr wrap="square" lIns="0" tIns="0" rIns="0" bIns="0">
            <a:spAutoFit/>
          </a:bodyPr>
          <a:lstStyle/>
          <a:p>
            <a:pPr>
              <a:lnSpc>
                <a:spcPct val="95000"/>
              </a:lnSpc>
            </a:pPr>
            <a:r>
              <a:rPr sz="1400" b="1">
                <a:solidFill>
                  <a:srgbClr val="003E6E"/>
                </a:solidFill>
                <a:latin typeface="Segoe UI"/>
              </a:rPr>
              <a:t>Beispielstream (verkürzt)</a:t>
            </a:r>
          </a:p>
        </p:txBody>
      </p:sp>
      <p:sp>
        <p:nvSpPr>
          <p:cNvPr id="9" name="TextBox 8"/>
          <p:cNvSpPr txBox="1"/>
          <p:nvPr/>
        </p:nvSpPr>
        <p:spPr>
          <a:xfrm>
            <a:off x="1356360" y="2908234"/>
            <a:ext cx="6248400" cy="2844800"/>
          </a:xfrm>
          <a:prstGeom prst="rect">
            <a:avLst/>
          </a:prstGeom>
          <a:noFill/>
        </p:spPr>
        <p:txBody>
          <a:bodyPr wrap="square" lIns="0" tIns="0" rIns="0" bIns="0">
            <a:spAutoFit/>
          </a:bodyPr>
          <a:lstStyle/>
          <a:p>
            <a:pPr>
              <a:lnSpc>
                <a:spcPct val="100000"/>
              </a:lnSpc>
            </a:pPr>
            <a:r>
              <a:rPr lang="de-DE" sz="1350" b="0">
                <a:solidFill>
                  <a:srgbClr val="555148"/>
                </a:solidFill>
                <a:latin typeface="Consolas"/>
              </a:rPr>
              <a:t>HTTP/1.1 200 OK</a:t>
            </a:r>
          </a:p>
          <a:p>
            <a:pPr>
              <a:lnSpc>
                <a:spcPct val="100000"/>
              </a:lnSpc>
            </a:pPr>
            <a:r>
              <a:rPr lang="de-DE" sz="1350" b="0">
                <a:solidFill>
                  <a:srgbClr val="555148"/>
                </a:solidFill>
                <a:latin typeface="Consolas"/>
              </a:rPr>
              <a:t>Content-Type: text/event-stream</a:t>
            </a:r>
          </a:p>
          <a:p>
            <a:pPr>
              <a:lnSpc>
                <a:spcPct val="100000"/>
              </a:lnSpc>
            </a:pPr>
            <a:endParaRPr lang="de-DE" sz="1350" b="0">
              <a:solidFill>
                <a:srgbClr val="555148"/>
              </a:solidFill>
              <a:latin typeface="Consolas"/>
            </a:endParaRPr>
          </a:p>
          <a:p>
            <a:pPr>
              <a:lnSpc>
                <a:spcPct val="100000"/>
              </a:lnSpc>
            </a:pPr>
            <a:r>
              <a:rPr lang="de-DE" sz="1350" b="0">
                <a:solidFill>
                  <a:srgbClr val="555148"/>
                </a:solidFill>
                <a:latin typeface="Consolas"/>
              </a:rPr>
              <a:t>event: status</a:t>
            </a:r>
          </a:p>
          <a:p>
            <a:pPr>
              <a:lnSpc>
                <a:spcPct val="100000"/>
              </a:lnSpc>
            </a:pPr>
            <a:r>
              <a:rPr lang="de-DE" sz="1350" b="0">
                <a:solidFill>
                  <a:srgbClr val="555148"/>
                </a:solidFill>
                <a:latin typeface="Consolas"/>
              </a:rPr>
              <a:t>data: {"message":"Handbuch wird durchsucht"}</a:t>
            </a:r>
          </a:p>
          <a:p>
            <a:pPr>
              <a:lnSpc>
                <a:spcPct val="100000"/>
              </a:lnSpc>
            </a:pPr>
            <a:endParaRPr lang="de-DE" sz="1350" b="0">
              <a:solidFill>
                <a:srgbClr val="555148"/>
              </a:solidFill>
              <a:latin typeface="Consolas"/>
            </a:endParaRPr>
          </a:p>
          <a:p>
            <a:pPr>
              <a:lnSpc>
                <a:spcPct val="100000"/>
              </a:lnSpc>
            </a:pPr>
            <a:r>
              <a:rPr lang="de-DE" sz="1350" b="0">
                <a:solidFill>
                  <a:srgbClr val="555148"/>
                </a:solidFill>
                <a:latin typeface="Consolas"/>
              </a:rPr>
              <a:t>event: meta</a:t>
            </a:r>
          </a:p>
          <a:p>
            <a:pPr>
              <a:lnSpc>
                <a:spcPct val="100000"/>
              </a:lnSpc>
            </a:pPr>
            <a:r>
              <a:rPr lang="de-DE" sz="1350" b="0">
                <a:solidFill>
                  <a:srgbClr val="555148"/>
                </a:solidFill>
                <a:latin typeface="Consolas"/>
              </a:rPr>
              <a:t>data: {"reference":"Handbuch: Hinweise …"}</a:t>
            </a:r>
          </a:p>
          <a:p>
            <a:pPr>
              <a:lnSpc>
                <a:spcPct val="100000"/>
              </a:lnSpc>
            </a:pPr>
            <a:endParaRPr lang="de-DE" sz="1350" b="0">
              <a:solidFill>
                <a:srgbClr val="555148"/>
              </a:solidFill>
              <a:latin typeface="Consolas"/>
            </a:endParaRPr>
          </a:p>
          <a:p>
            <a:pPr>
              <a:lnSpc>
                <a:spcPct val="100000"/>
              </a:lnSpc>
            </a:pPr>
            <a:r>
              <a:rPr lang="de-DE" sz="1350" b="0">
                <a:solidFill>
                  <a:srgbClr val="555148"/>
                </a:solidFill>
                <a:latin typeface="Consolas"/>
              </a:rPr>
              <a:t>event: token</a:t>
            </a:r>
          </a:p>
          <a:p>
            <a:pPr>
              <a:lnSpc>
                <a:spcPct val="100000"/>
              </a:lnSpc>
            </a:pPr>
            <a:r>
              <a:rPr lang="de-DE" sz="1350" b="0">
                <a:solidFill>
                  <a:srgbClr val="555148"/>
                </a:solidFill>
                <a:latin typeface="Consolas"/>
              </a:rPr>
              <a:t>data: "Die Laugen"</a:t>
            </a:r>
          </a:p>
          <a:p>
            <a:pPr>
              <a:lnSpc>
                <a:spcPct val="100000"/>
              </a:lnSpc>
            </a:pPr>
            <a:endParaRPr lang="de-DE" sz="1350" b="0">
              <a:solidFill>
                <a:srgbClr val="555148"/>
              </a:solidFill>
              <a:latin typeface="Consolas"/>
            </a:endParaRPr>
          </a:p>
          <a:p>
            <a:pPr>
              <a:lnSpc>
                <a:spcPct val="100000"/>
              </a:lnSpc>
            </a:pPr>
            <a:r>
              <a:rPr lang="de-DE" sz="1350" b="0">
                <a:solidFill>
                  <a:srgbClr val="555148"/>
                </a:solidFill>
                <a:latin typeface="Consolas"/>
              </a:rPr>
              <a:t>event: token</a:t>
            </a:r>
          </a:p>
          <a:p>
            <a:pPr>
              <a:lnSpc>
                <a:spcPct val="100000"/>
              </a:lnSpc>
            </a:pPr>
            <a:r>
              <a:rPr lang="de-DE" sz="1350" b="0">
                <a:solidFill>
                  <a:srgbClr val="555148"/>
                </a:solidFill>
                <a:latin typeface="Consolas"/>
              </a:rPr>
              <a:t>data: "pumpe …"</a:t>
            </a:r>
          </a:p>
        </p:txBody>
      </p:sp>
      <p:sp>
        <p:nvSpPr>
          <p:cNvPr id="10" name="Rectangle 9"/>
          <p:cNvSpPr/>
          <p:nvPr/>
        </p:nvSpPr>
        <p:spPr>
          <a:xfrm>
            <a:off x="8011160" y="2527234"/>
            <a:ext cx="4616450" cy="152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011160" y="2527234"/>
            <a:ext cx="50800" cy="1524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227060" y="2654234"/>
            <a:ext cx="4210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Warum POST + fetch</a:t>
            </a:r>
          </a:p>
        </p:txBody>
      </p:sp>
      <p:sp>
        <p:nvSpPr>
          <p:cNvPr id="13" name="TextBox 12"/>
          <p:cNvSpPr txBox="1"/>
          <p:nvPr/>
        </p:nvSpPr>
        <p:spPr>
          <a:xfrm>
            <a:off x="8227060" y="2946334"/>
            <a:ext cx="4210050" cy="977900"/>
          </a:xfrm>
          <a:prstGeom prst="rect">
            <a:avLst/>
          </a:prstGeom>
          <a:noFill/>
        </p:spPr>
        <p:txBody>
          <a:bodyPr wrap="square" lIns="0" tIns="0" rIns="0" bIns="0">
            <a:spAutoFit/>
          </a:bodyPr>
          <a:lstStyle/>
          <a:p>
            <a:pPr>
              <a:lnSpc>
                <a:spcPct val="95000"/>
              </a:lnSpc>
            </a:pPr>
            <a:r>
              <a:rPr sz="1400" b="0">
                <a:solidFill>
                  <a:srgbClr val="404040"/>
                </a:solidFill>
                <a:latin typeface="Segoe UI"/>
              </a:rPr>
              <a:t>EventSource kennt nur GET ohne Body. Frage, Modus und Anbieter stehen aber im JSON-Body. Deshalb fetch(POST) und ein ReadableStream, den index.html selbst in Blöcke zerlegt.</a:t>
            </a:r>
          </a:p>
        </p:txBody>
      </p:sp>
      <p:sp>
        <p:nvSpPr>
          <p:cNvPr id="14" name="Rectangle 13"/>
          <p:cNvSpPr/>
          <p:nvPr/>
        </p:nvSpPr>
        <p:spPr>
          <a:xfrm>
            <a:off x="8011160" y="4305234"/>
            <a:ext cx="4616450" cy="152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011160" y="4305234"/>
            <a:ext cx="50800" cy="1524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7060" y="4432234"/>
            <a:ext cx="4210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Was ein Abbruch bedeutet</a:t>
            </a:r>
          </a:p>
        </p:txBody>
      </p:sp>
      <p:sp>
        <p:nvSpPr>
          <p:cNvPr id="17" name="TextBox 16"/>
          <p:cNvSpPr txBox="1"/>
          <p:nvPr/>
        </p:nvSpPr>
        <p:spPr>
          <a:xfrm>
            <a:off x="8227060" y="4724334"/>
            <a:ext cx="4210050" cy="977900"/>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Fehlt das result-Ereignis, zeigt die App einen Fehler. [DONE] beendet das Lesen. Der aktuelle Client verlangt [DONE] nach einem erhaltenen result nicht zusätzlich.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Stream zeigt die Quelle, bevor die Antwort fertig ist</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de-DE"/>
              <a:t>Quelle: server.py und index.html im github.com/swrobuts/SiemensWashingMachineTroubleShooting_LocalLLM; developers.openai.com, Streaming responses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App sendet den Stream über POST /</a:t>
            </a:r>
            <a:r>
              <a:rPr lang="de-DE" dirty="0" err="1"/>
              <a:t>api</a:t>
            </a:r>
            <a:r>
              <a:rPr lang="de-DE" dirty="0"/>
              <a:t>/</a:t>
            </a:r>
            <a:r>
              <a:rPr lang="de-DE" dirty="0" err="1"/>
              <a:t>ask_stream</a:t>
            </a:r>
            <a:r>
              <a:rPr lang="de-DE" dirty="0"/>
              <a:t>. Die Abfolge ist </a:t>
            </a:r>
            <a:r>
              <a:rPr lang="de-DE" dirty="0" err="1"/>
              <a:t>status</a:t>
            </a:r>
            <a:r>
              <a:rPr lang="de-DE" dirty="0"/>
              <a:t>, </a:t>
            </a:r>
            <a:r>
              <a:rPr lang="de-DE" dirty="0" err="1"/>
              <a:t>meta</a:t>
            </a:r>
            <a:r>
              <a:rPr lang="de-DE" dirty="0"/>
              <a:t>, </a:t>
            </a:r>
            <a:r>
              <a:rPr lang="de-DE" dirty="0" err="1"/>
              <a:t>token</a:t>
            </a:r>
            <a:r>
              <a:rPr lang="de-DE" dirty="0"/>
              <a:t>, </a:t>
            </a:r>
            <a:r>
              <a:rPr lang="de-DE" dirty="0" err="1"/>
              <a:t>result</a:t>
            </a:r>
            <a:r>
              <a:rPr lang="de-DE" dirty="0"/>
              <a:t> und [DONE]: Der Browser sieht den Quellenhinweis, während das Modell noch schreibt. Eine neue Frage oder ein Anbieterwechsel bricht die alte Anfrage ab; eine am </a:t>
            </a:r>
            <a:r>
              <a:rPr lang="de-DE" dirty="0" err="1"/>
              <a:t>Tokenlimit</a:t>
            </a:r>
            <a:r>
              <a:rPr lang="de-DE" dirty="0"/>
              <a:t> abgeschnittene oder abgebrochene Antwort gilt als Fehler, nicht als Ergebnis. Bereits begonnene Re-</a:t>
            </a:r>
            <a:r>
              <a:rPr lang="de-DE" dirty="0" err="1"/>
              <a:t>trieval</a:t>
            </a:r>
            <a:r>
              <a:rPr lang="de-DE" dirty="0"/>
              <a:t>- oder Anbieterberechnungen können trotzdem noch Kosten verursachen.</a:t>
            </a:r>
          </a:p>
        </p:txBody>
      </p:sp>
      <p:sp>
        <p:nvSpPr>
          <p:cNvPr id="6" name="Rectangle 5"/>
          <p:cNvSpPr/>
          <p:nvPr/>
        </p:nvSpPr>
        <p:spPr>
          <a:xfrm>
            <a:off x="1153160" y="24266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status</a:t>
            </a:r>
          </a:p>
        </p:txBody>
      </p:sp>
      <p:sp>
        <p:nvSpPr>
          <p:cNvPr id="7" name="Rectangle 6"/>
          <p:cNvSpPr/>
          <p:nvPr/>
        </p:nvSpPr>
        <p:spPr>
          <a:xfrm>
            <a:off x="1153160" y="24266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26552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502897"/>
            <a:ext cx="8350250" cy="4572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Suche wird angekündigt. Danach beginnt das gewählte Retrieval-Verfahren.</a:t>
            </a:r>
          </a:p>
        </p:txBody>
      </p:sp>
      <p:sp>
        <p:nvSpPr>
          <p:cNvPr id="10" name="Rectangle 9"/>
          <p:cNvSpPr/>
          <p:nvPr/>
        </p:nvSpPr>
        <p:spPr>
          <a:xfrm>
            <a:off x="1153160" y="31632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meta</a:t>
            </a:r>
          </a:p>
        </p:txBody>
      </p:sp>
      <p:sp>
        <p:nvSpPr>
          <p:cNvPr id="11" name="Rectangle 10"/>
          <p:cNvSpPr/>
          <p:nvPr/>
        </p:nvSpPr>
        <p:spPr>
          <a:xfrm>
            <a:off x="1153160" y="31632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3918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239497"/>
            <a:ext cx="8350250" cy="4572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Quellenhinweis vor der Generierung. Fundseiten nur bei vorhandenen Metadaten, sonst Abschnitt und Querverweise.</a:t>
            </a:r>
          </a:p>
        </p:txBody>
      </p:sp>
      <p:sp>
        <p:nvSpPr>
          <p:cNvPr id="14" name="Rectangle 13"/>
          <p:cNvSpPr/>
          <p:nvPr/>
        </p:nvSpPr>
        <p:spPr>
          <a:xfrm>
            <a:off x="1153160" y="38998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token</a:t>
            </a:r>
          </a:p>
        </p:txBody>
      </p:sp>
      <p:sp>
        <p:nvSpPr>
          <p:cNvPr id="15" name="Rectangle 14"/>
          <p:cNvSpPr/>
          <p:nvPr/>
        </p:nvSpPr>
        <p:spPr>
          <a:xfrm>
            <a:off x="1153160" y="38998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1284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3976097"/>
            <a:ext cx="8350250" cy="4572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Antwortteile, so wie das Modell sie erzeugt; der Browser rendert sie fortlaufend.</a:t>
            </a:r>
          </a:p>
        </p:txBody>
      </p:sp>
      <p:sp>
        <p:nvSpPr>
          <p:cNvPr id="18" name="Rectangle 17"/>
          <p:cNvSpPr/>
          <p:nvPr/>
        </p:nvSpPr>
        <p:spPr>
          <a:xfrm>
            <a:off x="1153160" y="46364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result / [DONE]</a:t>
            </a:r>
          </a:p>
        </p:txBody>
      </p:sp>
      <p:sp>
        <p:nvSpPr>
          <p:cNvPr id="19" name="Rectangle 18"/>
          <p:cNvSpPr/>
          <p:nvPr/>
        </p:nvSpPr>
        <p:spPr>
          <a:xfrm>
            <a:off x="1153160" y="46364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48650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4712697"/>
            <a:ext cx="8350250" cy="4572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result liefert die geparste Antwort mit Quellen und Nutzung. [DONE] ist der Abschlussmarker. Fehlendes result gilt als Fehler.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Die Antwort wandert per QR-Code aufs Handy (Ausbaustufe)</a:t>
            </a:r>
          </a:p>
        </p:txBody>
      </p:sp>
      <p:pic>
        <p:nvPicPr>
          <p:cNvPr id="4" name="Grafik 3">
            <a:extLst>
              <a:ext uri="{FF2B5EF4-FFF2-40B4-BE49-F238E27FC236}">
                <a16:creationId xmlns:a16="http://schemas.microsoft.com/office/drawing/2014/main" id="{C2A8FA23-581E-E2CA-610D-5337B3AC4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7760" y="1016363"/>
            <a:ext cx="5630393" cy="5831478"/>
          </a:xfrm>
          <a:prstGeom prst="rect">
            <a:avLst/>
          </a:prstGeom>
        </p:spPr>
      </p:pic>
    </p:spTree>
    <p:custDataLst>
      <p:tags r:id="rId1"/>
    </p:custDataLst>
    <p:extLst>
      <p:ext uri="{BB962C8B-B14F-4D97-AF65-F5344CB8AC3E}">
        <p14:creationId xmlns:p14="http://schemas.microsoft.com/office/powerpoint/2010/main" val="188643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QR-Code überträgt die Antwort als grafische Anleitung</a:t>
            </a:r>
          </a:p>
        </p:txBody>
      </p:sp>
      <p:sp>
        <p:nvSpPr>
          <p:cNvPr id="3" name="Text Placeholder 2"/>
          <p:cNvSpPr>
            <a:spLocks noGrp="1"/>
          </p:cNvSpPr>
          <p:nvPr>
            <p:ph type="body" sz="quarter" idx="12"/>
          </p:nvPr>
        </p:nvSpPr>
        <p:spPr>
          <a:xfrm>
            <a:off x="488951" y="277342"/>
            <a:ext cx="12131269" cy="249523"/>
          </a:xfrm>
        </p:spPr>
        <p:txBody>
          <a:bodyPr/>
          <a:lstStyle/>
          <a:p>
            <a:r>
              <a:rPr lang="de-DE"/>
              <a:t>Mobile Anleitung</a:t>
            </a:r>
          </a:p>
        </p:txBody>
      </p:sp>
      <p:sp>
        <p:nvSpPr>
          <p:cNvPr id="4" name="Text Placeholder 3"/>
          <p:cNvSpPr>
            <a:spLocks noGrp="1"/>
          </p:cNvSpPr>
          <p:nvPr>
            <p:ph type="body" sz="quarter" idx="13"/>
          </p:nvPr>
        </p:nvSpPr>
        <p:spPr>
          <a:xfrm>
            <a:off x="488950" y="6429600"/>
            <a:ext cx="12131294" cy="180750"/>
          </a:xfrm>
        </p:spPr>
        <p:txBody>
          <a:bodyPr/>
          <a:lstStyle/>
          <a:p>
            <a:r>
              <a:rPr lang="de-DE"/>
              <a:t>Quelle: mobile/guide.js, mobile/viewer.js, .github/workflows/mobile-guide.yml; MDN URI fragment</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Die Antwort wird einmal erzeugt und als versionierter Datensatz in den QR-Link übernommen. Der Handy-Browser stellt Schritte mit Symbolen, Quellenhinweisen und Abhakfeldern dar. Dafür braucht er weder einen API-Key noch Zugang zum lokalen RAG-Server. Der Decoder prüft Schema und Größe und begrenzt den entpackten Inhalt auf 32.000 Bytes.</a:t>
            </a:r>
          </a:p>
        </p:txBody>
      </p:sp>
      <p:sp>
        <p:nvSpPr>
          <p:cNvPr id="1012" name="Rechteck 1011">
            <a:extLst>
              <a:ext uri="{FF2B5EF4-FFF2-40B4-BE49-F238E27FC236}">
                <a16:creationId xmlns:a16="http://schemas.microsoft.com/office/drawing/2014/main" id="{E600E2AA-886F-4083-8C7E-14A1D7772C90}"/>
              </a:ext>
            </a:extLst>
          </p:cNvPr>
          <p:cNvSpPr>
            <a:spLocks noGrp="1"/>
          </p:cNvSpPr>
          <p:nvPr/>
        </p:nvSpPr>
        <p:spPr>
          <a:xfrm>
            <a:off x="11620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Vollständige Antwort</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Frage, Schritte, Quelle</a:t>
            </a:r>
          </a:p>
        </p:txBody>
      </p:sp>
      <p:sp>
        <p:nvSpPr>
          <p:cNvPr id="1002" name="Rechteck 1001">
            <a:extLst>
              <a:ext uri="{FF2B5EF4-FFF2-40B4-BE49-F238E27FC236}">
                <a16:creationId xmlns:a16="http://schemas.microsoft.com/office/drawing/2014/main" id="{2B7082DC-4556-4043-BD0B-5A64B2DF6644}"/>
              </a:ext>
            </a:extLst>
          </p:cNvPr>
          <p:cNvSpPr>
            <a:spLocks noGrp="1"/>
          </p:cNvSpPr>
          <p:nvPr/>
        </p:nvSpPr>
        <p:spPr>
          <a:xfrm>
            <a:off x="40957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Gzip komprimiert</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Base64url kodiert</a:t>
            </a:r>
          </a:p>
        </p:txBody>
      </p:sp>
      <p:sp>
        <p:nvSpPr>
          <p:cNvPr id="1003" name="Rechteck 1002">
            <a:extLst>
              <a:ext uri="{FF2B5EF4-FFF2-40B4-BE49-F238E27FC236}">
                <a16:creationId xmlns:a16="http://schemas.microsoft.com/office/drawing/2014/main" id="{61DF6DDE-E7C8-40F8-B54E-12D053060486}"/>
              </a:ext>
            </a:extLst>
          </p:cNvPr>
          <p:cNvSpPr>
            <a:spLocks noGrp="1"/>
          </p:cNvSpPr>
          <p:nvPr/>
        </p:nvSpPr>
        <p:spPr>
          <a:xfrm>
            <a:off x="7029450" y="2714625"/>
            <a:ext cx="2667000" cy="1190625"/>
          </a:xfrm>
          <a:prstGeom prst="rect">
            <a:avLst/>
          </a:prstGeom>
          <a:solidFill>
            <a:srgbClr val="003E6E"/>
          </a:solidFill>
          <a:ln w="9525">
            <a:solidFill>
              <a:srgbClr val="003E6E"/>
            </a:solidFill>
          </a:ln>
        </p:spPr>
        <p:txBody>
          <a:bodyPr lIns="123825" tIns="133350" rIns="123825" bIns="133350" anchor="ctr">
            <a:noAutofit/>
          </a:bodyPr>
          <a:lstStyle/>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QR mit HTTPS-Link</a:t>
            </a:r>
          </a:p>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Inhalt in #g1.…</a:t>
            </a:r>
          </a:p>
        </p:txBody>
      </p:sp>
      <p:sp>
        <p:nvSpPr>
          <p:cNvPr id="1004" name="Rechteck 1003">
            <a:extLst>
              <a:ext uri="{FF2B5EF4-FFF2-40B4-BE49-F238E27FC236}">
                <a16:creationId xmlns:a16="http://schemas.microsoft.com/office/drawing/2014/main" id="{7359AE24-256A-4C15-9B80-B937B10804D7}"/>
              </a:ext>
            </a:extLst>
          </p:cNvPr>
          <p:cNvSpPr>
            <a:spLocks noGrp="1"/>
          </p:cNvSpPr>
          <p:nvPr/>
        </p:nvSpPr>
        <p:spPr>
          <a:xfrm>
            <a:off x="99631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Handy-Browser</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Schritte und Abhakfelder</a:t>
            </a:r>
          </a:p>
        </p:txBody>
      </p:sp>
      <p:cxnSp>
        <p:nvCxnSpPr>
          <p:cNvPr id="1016" name="Gerade Verbindung mit Pfeil 1015"/>
          <p:cNvCxnSpPr>
            <a:stCxn id="1012" idx="3"/>
            <a:endCxn id="1002" idx="1"/>
          </p:cNvCxnSpPr>
          <p:nvPr/>
        </p:nvCxnSpPr>
        <p:spPr>
          <a:xfrm>
            <a:off x="3829050" y="3309938"/>
            <a:ext cx="266700" cy="0"/>
          </a:xfrm>
          <a:prstGeom prst="straightConnector1">
            <a:avLst/>
          </a:prstGeom>
          <a:ln w="19050">
            <a:solidFill>
              <a:srgbClr val="003E6E"/>
            </a:solidFill>
            <a:tailEnd type="triangle" w="med" len="med"/>
          </a:ln>
        </p:spPr>
      </p:cxnSp>
      <p:cxnSp>
        <p:nvCxnSpPr>
          <p:cNvPr id="1017" name="Gerade Verbindung mit Pfeil 1016"/>
          <p:cNvCxnSpPr>
            <a:stCxn id="1002" idx="3"/>
            <a:endCxn id="1003" idx="1"/>
          </p:cNvCxnSpPr>
          <p:nvPr/>
        </p:nvCxnSpPr>
        <p:spPr>
          <a:xfrm>
            <a:off x="6762750" y="3309938"/>
            <a:ext cx="266700" cy="0"/>
          </a:xfrm>
          <a:prstGeom prst="straightConnector1">
            <a:avLst/>
          </a:prstGeom>
          <a:ln w="19050">
            <a:solidFill>
              <a:srgbClr val="003E6E"/>
            </a:solidFill>
            <a:tailEnd type="triangle" w="med" len="med"/>
          </a:ln>
        </p:spPr>
      </p:cxnSp>
      <p:cxnSp>
        <p:nvCxnSpPr>
          <p:cNvPr id="1018" name="Gerade Verbindung mit Pfeil 1017"/>
          <p:cNvCxnSpPr>
            <a:stCxn id="1003" idx="3"/>
            <a:endCxn id="1004" idx="1"/>
          </p:cNvCxnSpPr>
          <p:nvPr/>
        </p:nvCxnSpPr>
        <p:spPr>
          <a:xfrm>
            <a:off x="9696450" y="3309938"/>
            <a:ext cx="266700" cy="0"/>
          </a:xfrm>
          <a:prstGeom prst="straightConnector1">
            <a:avLst/>
          </a:prstGeom>
          <a:ln w="19050">
            <a:solidFill>
              <a:srgbClr val="003E6E"/>
            </a:solidFill>
            <a:tailEnd type="triangle" w="med" len="med"/>
          </a:ln>
        </p:spPr>
      </p:cxnSp>
      <p:sp>
        <p:nvSpPr>
          <p:cNvPr id="1008" name="Rechteck 1007">
            <a:extLst>
              <a:ext uri="{FF2B5EF4-FFF2-40B4-BE49-F238E27FC236}">
                <a16:creationId xmlns:a16="http://schemas.microsoft.com/office/drawing/2014/main" id="{2A8B37C5-FCA6-4BC2-8F56-B842BE9C329B}"/>
              </a:ext>
            </a:extLst>
          </p:cNvPr>
          <p:cNvSpPr>
            <a:spLocks noGrp="1"/>
          </p:cNvSpPr>
          <p:nvPr/>
        </p:nvSpPr>
        <p:spPr>
          <a:xfrm>
            <a:off x="1162050" y="4333875"/>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Getrennte Datenwege</a:t>
            </a:r>
          </a:p>
        </p:txBody>
      </p:sp>
      <p:sp>
        <p:nvSpPr>
          <p:cNvPr id="1009" name="Rechteck 1008">
            <a:extLst>
              <a:ext uri="{FF2B5EF4-FFF2-40B4-BE49-F238E27FC236}">
                <a16:creationId xmlns:a16="http://schemas.microsoft.com/office/drawing/2014/main" id="{9545FEAB-A7DA-4ADF-9DD8-2CB90734925E}"/>
              </a:ext>
            </a:extLst>
          </p:cNvPr>
          <p:cNvSpPr>
            <a:spLocks noGrp="1"/>
          </p:cNvSpPr>
          <p:nvPr/>
        </p:nvSpPr>
        <p:spPr>
          <a:xfrm>
            <a:off x="4143375" y="4333875"/>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Der Hosting-Dienst GitHub Pages liefert nur die statische Leseseite. Der Antwortinhalt im Fragment bleibt beim HTTP-Seitenabruf im Browser.</a:t>
            </a:r>
          </a:p>
        </p:txBody>
      </p:sp>
      <p:sp>
        <p:nvSpPr>
          <p:cNvPr id="1010" name="Rechteck 1009">
            <a:extLst>
              <a:ext uri="{FF2B5EF4-FFF2-40B4-BE49-F238E27FC236}">
                <a16:creationId xmlns:a16="http://schemas.microsoft.com/office/drawing/2014/main" id="{1313CDCE-0385-4161-9391-53FE383A23DD}"/>
              </a:ext>
            </a:extLst>
          </p:cNvPr>
          <p:cNvSpPr>
            <a:spLocks noGrp="1"/>
          </p:cNvSpPr>
          <p:nvPr/>
        </p:nvSpPr>
        <p:spPr>
          <a:xfrm>
            <a:off x="1162050" y="5257800"/>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Grenzen und Alternative</a:t>
            </a:r>
          </a:p>
        </p:txBody>
      </p:sp>
      <p:sp>
        <p:nvSpPr>
          <p:cNvPr id="1011" name="Rechteck 1010">
            <a:extLst>
              <a:ext uri="{FF2B5EF4-FFF2-40B4-BE49-F238E27FC236}">
                <a16:creationId xmlns:a16="http://schemas.microsoft.com/office/drawing/2014/main" id="{2A8F3E58-F9AE-4086-B1B6-4EB31080AF38}"/>
              </a:ext>
            </a:extLst>
          </p:cNvPr>
          <p:cNvSpPr>
            <a:spLocks noGrp="1"/>
          </p:cNvSpPr>
          <p:nvPr/>
        </p:nvSpPr>
        <p:spPr>
          <a:xfrm>
            <a:off x="4143375" y="5257800"/>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Maximal 1.900 Zeichen im QR-Link. Größere Antworten als vollständige HTML-Datei. Jeder mit dem Link kann die Antwort lesen.</a:t>
            </a:r>
          </a:p>
        </p:txBody>
      </p:sp>
    </p:spTree>
    <p:extLst>
      <p:ext uri="{BB962C8B-B14F-4D97-AF65-F5344CB8AC3E}">
        <p14:creationId xmlns:p14="http://schemas.microsoft.com/office/powerpoint/2010/main" val="38677112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Vorlesen nutzt die vollständige Antwort und Browserereignisse</a:t>
            </a:r>
          </a:p>
        </p:txBody>
      </p:sp>
      <p:sp>
        <p:nvSpPr>
          <p:cNvPr id="3" name="Text Placeholder 2"/>
          <p:cNvSpPr>
            <a:spLocks noGrp="1"/>
          </p:cNvSpPr>
          <p:nvPr>
            <p:ph type="body" sz="quarter" idx="12"/>
          </p:nvPr>
        </p:nvSpPr>
        <p:spPr>
          <a:xfrm>
            <a:off x="488951" y="277342"/>
            <a:ext cx="12131269" cy="249523"/>
          </a:xfrm>
        </p:spPr>
        <p:txBody>
          <a:bodyPr/>
          <a:lstStyle/>
          <a:p>
            <a:r>
              <a:rPr lang="de-DE"/>
              <a:t>Mobile Anleitung</a:t>
            </a:r>
          </a:p>
        </p:txBody>
      </p:sp>
      <p:sp>
        <p:nvSpPr>
          <p:cNvPr id="4" name="Text Placeholder 3"/>
          <p:cNvSpPr>
            <a:spLocks noGrp="1"/>
          </p:cNvSpPr>
          <p:nvPr>
            <p:ph type="body" sz="quarter" idx="13"/>
          </p:nvPr>
        </p:nvSpPr>
        <p:spPr>
          <a:xfrm>
            <a:off x="488950" y="6429600"/>
            <a:ext cx="12131294" cy="180750"/>
          </a:xfrm>
        </p:spPr>
        <p:txBody>
          <a:bodyPr/>
          <a:lstStyle/>
          <a:p>
            <a:r>
              <a:rPr lang="de-DE"/>
              <a:t>Quelle: mobile/speech.js und tests/guide.test.cjs; MDN Web Speech API, SpeechSynthesisVoice.localService</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Sprachausgabe umfasst Zusammenfassung, Einleitung und alle Schritte. Das Skript speech.js zerlegt den Text in kurze Abschnitte und startet den nächsten erst nach dem Ende des vorherigen. Eine Generationskennung verhindert, dass alte Ereignisse eine ab-gebrochene Wiedergabe fortsetzen. Der Status zeigt tatsächlichen Start, Ende oder Fehler.</a:t>
            </a:r>
          </a:p>
        </p:txBody>
      </p:sp>
      <p:sp>
        <p:nvSpPr>
          <p:cNvPr id="1012" name="Rechteck 1011">
            <a:extLst>
              <a:ext uri="{FF2B5EF4-FFF2-40B4-BE49-F238E27FC236}">
                <a16:creationId xmlns:a16="http://schemas.microsoft.com/office/drawing/2014/main" id="{F64F9EE2-75E5-4431-9D1F-61AB446066CD}"/>
              </a:ext>
            </a:extLst>
          </p:cNvPr>
          <p:cNvSpPr>
            <a:spLocks noGrp="1"/>
          </p:cNvSpPr>
          <p:nvPr/>
        </p:nvSpPr>
        <p:spPr>
          <a:xfrm>
            <a:off x="11620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Zusammenfassung</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Einleitung und Schritte</a:t>
            </a:r>
          </a:p>
        </p:txBody>
      </p:sp>
      <p:sp>
        <p:nvSpPr>
          <p:cNvPr id="1002" name="Rechteck 1001">
            <a:extLst>
              <a:ext uri="{FF2B5EF4-FFF2-40B4-BE49-F238E27FC236}">
                <a16:creationId xmlns:a16="http://schemas.microsoft.com/office/drawing/2014/main" id="{23134587-D691-4DD4-900A-DCEA28C16739}"/>
              </a:ext>
            </a:extLst>
          </p:cNvPr>
          <p:cNvSpPr>
            <a:spLocks noGrp="1"/>
          </p:cNvSpPr>
          <p:nvPr/>
        </p:nvSpPr>
        <p:spPr>
          <a:xfrm>
            <a:off x="40957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Sätze und Teilstücke</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höchstens 180 Zeichen</a:t>
            </a:r>
          </a:p>
        </p:txBody>
      </p:sp>
      <p:sp>
        <p:nvSpPr>
          <p:cNvPr id="1003" name="Rechteck 1002">
            <a:extLst>
              <a:ext uri="{FF2B5EF4-FFF2-40B4-BE49-F238E27FC236}">
                <a16:creationId xmlns:a16="http://schemas.microsoft.com/office/drawing/2014/main" id="{C22860E6-DFAC-48F0-8825-5D7A75735FE9}"/>
              </a:ext>
            </a:extLst>
          </p:cNvPr>
          <p:cNvSpPr>
            <a:spLocks noGrp="1"/>
          </p:cNvSpPr>
          <p:nvPr/>
        </p:nvSpPr>
        <p:spPr>
          <a:xfrm>
            <a:off x="7029450" y="2714625"/>
            <a:ext cx="2667000" cy="1190625"/>
          </a:xfrm>
          <a:prstGeom prst="rect">
            <a:avLst/>
          </a:prstGeom>
          <a:solidFill>
            <a:srgbClr val="003E6E"/>
          </a:solidFill>
          <a:ln w="9525">
            <a:solidFill>
              <a:srgbClr val="003E6E"/>
            </a:solidFill>
          </a:ln>
        </p:spPr>
        <p:txBody>
          <a:bodyPr lIns="123825" tIns="133350" rIns="123825" bIns="133350" anchor="ctr">
            <a:noAutofit/>
          </a:bodyPr>
          <a:lstStyle/>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Browser / Betriebssystem</a:t>
            </a:r>
          </a:p>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SpeechSynthesis</a:t>
            </a:r>
          </a:p>
        </p:txBody>
      </p:sp>
      <p:sp>
        <p:nvSpPr>
          <p:cNvPr id="1004" name="Rechteck 1003">
            <a:extLst>
              <a:ext uri="{FF2B5EF4-FFF2-40B4-BE49-F238E27FC236}">
                <a16:creationId xmlns:a16="http://schemas.microsoft.com/office/drawing/2014/main" id="{AEB0DA0A-9243-478F-9BF2-8967E542E6A2}"/>
              </a:ext>
            </a:extLst>
          </p:cNvPr>
          <p:cNvSpPr>
            <a:spLocks noGrp="1"/>
          </p:cNvSpPr>
          <p:nvPr/>
        </p:nvSpPr>
        <p:spPr>
          <a:xfrm>
            <a:off x="99631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Statusereignisse</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Start, Ende, Fehler</a:t>
            </a:r>
          </a:p>
        </p:txBody>
      </p:sp>
      <p:cxnSp>
        <p:nvCxnSpPr>
          <p:cNvPr id="1016" name="Gerade Verbindung mit Pfeil 1015"/>
          <p:cNvCxnSpPr>
            <a:stCxn id="1012" idx="3"/>
            <a:endCxn id="1002" idx="1"/>
          </p:cNvCxnSpPr>
          <p:nvPr/>
        </p:nvCxnSpPr>
        <p:spPr>
          <a:xfrm>
            <a:off x="3829050" y="3309938"/>
            <a:ext cx="266700" cy="0"/>
          </a:xfrm>
          <a:prstGeom prst="straightConnector1">
            <a:avLst/>
          </a:prstGeom>
          <a:ln w="19050">
            <a:solidFill>
              <a:srgbClr val="003E6E"/>
            </a:solidFill>
            <a:tailEnd type="triangle" w="med" len="med"/>
          </a:ln>
        </p:spPr>
      </p:cxnSp>
      <p:cxnSp>
        <p:nvCxnSpPr>
          <p:cNvPr id="1017" name="Gerade Verbindung mit Pfeil 1016"/>
          <p:cNvCxnSpPr>
            <a:stCxn id="1002" idx="3"/>
            <a:endCxn id="1003" idx="1"/>
          </p:cNvCxnSpPr>
          <p:nvPr/>
        </p:nvCxnSpPr>
        <p:spPr>
          <a:xfrm>
            <a:off x="6762750" y="3309938"/>
            <a:ext cx="266700" cy="0"/>
          </a:xfrm>
          <a:prstGeom prst="straightConnector1">
            <a:avLst/>
          </a:prstGeom>
          <a:ln w="19050">
            <a:solidFill>
              <a:srgbClr val="003E6E"/>
            </a:solidFill>
            <a:tailEnd type="triangle" w="med" len="med"/>
          </a:ln>
        </p:spPr>
      </p:cxnSp>
      <p:cxnSp>
        <p:nvCxnSpPr>
          <p:cNvPr id="1018" name="Gerade Verbindung mit Pfeil 1017"/>
          <p:cNvCxnSpPr>
            <a:stCxn id="1003" idx="3"/>
            <a:endCxn id="1004" idx="1"/>
          </p:cNvCxnSpPr>
          <p:nvPr/>
        </p:nvCxnSpPr>
        <p:spPr>
          <a:xfrm>
            <a:off x="9696450" y="3309938"/>
            <a:ext cx="266700" cy="0"/>
          </a:xfrm>
          <a:prstGeom prst="straightConnector1">
            <a:avLst/>
          </a:prstGeom>
          <a:ln w="19050">
            <a:solidFill>
              <a:srgbClr val="003E6E"/>
            </a:solidFill>
            <a:tailEnd type="triangle" w="med" len="med"/>
          </a:ln>
        </p:spPr>
      </p:cxnSp>
      <p:sp>
        <p:nvSpPr>
          <p:cNvPr id="1008" name="Rechteck 1007">
            <a:extLst>
              <a:ext uri="{FF2B5EF4-FFF2-40B4-BE49-F238E27FC236}">
                <a16:creationId xmlns:a16="http://schemas.microsoft.com/office/drawing/2014/main" id="{B4C6A31B-181F-499D-B652-E273D8A4665A}"/>
              </a:ext>
            </a:extLst>
          </p:cNvPr>
          <p:cNvSpPr>
            <a:spLocks noGrp="1"/>
          </p:cNvSpPr>
          <p:nvPr/>
        </p:nvSpPr>
        <p:spPr>
          <a:xfrm>
            <a:off x="1162050" y="4333875"/>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Bedienung und Prüfung</a:t>
            </a:r>
          </a:p>
        </p:txBody>
      </p:sp>
      <p:sp>
        <p:nvSpPr>
          <p:cNvPr id="1009" name="Rechteck 1008">
            <a:extLst>
              <a:ext uri="{FF2B5EF4-FFF2-40B4-BE49-F238E27FC236}">
                <a16:creationId xmlns:a16="http://schemas.microsoft.com/office/drawing/2014/main" id="{6DC7BD37-C9C2-4ECF-BC0B-105B533E000B}"/>
              </a:ext>
            </a:extLst>
          </p:cNvPr>
          <p:cNvSpPr>
            <a:spLocks noGrp="1"/>
          </p:cNvSpPr>
          <p:nvPr/>
        </p:nvSpPr>
        <p:spPr>
          <a:xfrm>
            <a:off x="4143375" y="4333875"/>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Start und Stoppen wurden im Browser beobachtet. Eine neue Frage stoppt die alte Wiedergabe. Ein echter Handy-Audiotest steht aus.</a:t>
            </a:r>
          </a:p>
        </p:txBody>
      </p:sp>
      <p:sp>
        <p:nvSpPr>
          <p:cNvPr id="1010" name="Rechteck 1009">
            <a:extLst>
              <a:ext uri="{FF2B5EF4-FFF2-40B4-BE49-F238E27FC236}">
                <a16:creationId xmlns:a16="http://schemas.microsoft.com/office/drawing/2014/main" id="{90C748A1-2F9F-4578-B005-FB8D7C1AF8D0}"/>
              </a:ext>
            </a:extLst>
          </p:cNvPr>
          <p:cNvSpPr>
            <a:spLocks noGrp="1"/>
          </p:cNvSpPr>
          <p:nvPr/>
        </p:nvSpPr>
        <p:spPr>
          <a:xfrm>
            <a:off x="1162050" y="5257800"/>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Stimmen und Datenschutz</a:t>
            </a:r>
          </a:p>
        </p:txBody>
      </p:sp>
      <p:sp>
        <p:nvSpPr>
          <p:cNvPr id="1011" name="Rechteck 1010">
            <a:extLst>
              <a:ext uri="{FF2B5EF4-FFF2-40B4-BE49-F238E27FC236}">
                <a16:creationId xmlns:a16="http://schemas.microsoft.com/office/drawing/2014/main" id="{2CE4CC72-418E-459A-8042-6DDACCDCCAD2}"/>
              </a:ext>
            </a:extLst>
          </p:cNvPr>
          <p:cNvSpPr>
            <a:spLocks noGrp="1"/>
          </p:cNvSpPr>
          <p:nvPr/>
        </p:nvSpPr>
        <p:spPr>
          <a:xfrm>
            <a:off x="4143375" y="5257800"/>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Eine lokale deutsche Stimme wird bevorzugt. Der Browser kann andere Stimmen anbieten, auch über einen Netzdienst. Keine OpenAI-Audio-API.</a:t>
            </a:r>
          </a:p>
        </p:txBody>
      </p:sp>
    </p:spTree>
    <p:extLst>
      <p:ext uri="{BB962C8B-B14F-4D97-AF65-F5344CB8AC3E}">
        <p14:creationId xmlns:p14="http://schemas.microsoft.com/office/powerpoint/2010/main" val="22059108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Was die Prüfung ergab</a:t>
            </a:r>
          </a:p>
        </p:txBody>
      </p:sp>
      <p:pic>
        <p:nvPicPr>
          <p:cNvPr id="4" name="Grafik 3">
            <a:extLst>
              <a:ext uri="{FF2B5EF4-FFF2-40B4-BE49-F238E27FC236}">
                <a16:creationId xmlns:a16="http://schemas.microsoft.com/office/drawing/2014/main" id="{C27BEE1D-7A6F-D84D-3421-A799CDD3005C}"/>
              </a:ext>
            </a:extLst>
          </p:cNvPr>
          <p:cNvPicPr>
            <a:picLocks noChangeAspect="1"/>
          </p:cNvPicPr>
          <p:nvPr/>
        </p:nvPicPr>
        <p:blipFill>
          <a:blip r:embed="rId3">
            <a:extLst>
              <a:ext uri="{28A0092B-C50C-407E-A947-70E740481C1C}">
                <a14:useLocalDpi xmlns:a14="http://schemas.microsoft.com/office/drawing/2010/main" val="0"/>
              </a:ext>
            </a:extLst>
          </a:blip>
          <a:srcRect t="12778" b="2500"/>
          <a:stretch>
            <a:fillRect/>
          </a:stretch>
        </p:blipFill>
        <p:spPr>
          <a:xfrm>
            <a:off x="0" y="1117600"/>
            <a:ext cx="9753600" cy="6197600"/>
          </a:xfrm>
          <a:prstGeom prst="rect">
            <a:avLst/>
          </a:prstGeom>
        </p:spPr>
      </p:pic>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Fünf Befunde im RAG-Kern wurden mit Tests behoben</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im github.com/swrobuts/SiemensWashingMachineTroubleShooting_LocalLLM, Prüfbericht vom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Die erste Prüfung fand Fehler in Code-Lookup, Chunking, Tabellenverarbeitung, Quellenangaben und PageIndex-Auswahl. Spätere Live-Tests deckten weitere Fehler auf. Insgesamt bestehen nun 85 Python- und 12 JavaScript-Tests. Automatisierte Regressionstests ersetzen weiterhin keine fachliche Prüfung beliebiger Modellantworten.</a:t>
            </a:r>
          </a:p>
        </p:txBody>
      </p:sp>
      <p:graphicFrame>
        <p:nvGraphicFramePr>
          <p:cNvPr id="6" name="Table 5"/>
          <p:cNvGraphicFramePr>
            <a:graphicFrameLocks noGrp="1"/>
          </p:cNvGraphicFramePr>
          <p:nvPr/>
        </p:nvGraphicFramePr>
        <p:xfrm>
          <a:off x="1153160" y="2474572"/>
          <a:ext cx="11474450" cy="2921000"/>
        </p:xfrm>
        <a:graphic>
          <a:graphicData uri="http://schemas.openxmlformats.org/drawingml/2006/table">
            <a:tbl>
              <a:tblPr firstRow="1">
                <a:tableStyleId>{2D5ABB26-0587-4C30-8999-92F81FD0307C}</a:tableStyleId>
              </a:tblPr>
              <a:tblGrid>
                <a:gridCol w="4826000">
                  <a:extLst>
                    <a:ext uri="{9D8B030D-6E8A-4147-A177-3AD203B41FA5}">
                      <a16:colId xmlns:a16="http://schemas.microsoft.com/office/drawing/2014/main" val="20000"/>
                    </a:ext>
                  </a:extLst>
                </a:gridCol>
                <a:gridCol w="6648450">
                  <a:extLst>
                    <a:ext uri="{9D8B030D-6E8A-4147-A177-3AD203B41FA5}">
                      <a16:colId xmlns:a16="http://schemas.microsoft.com/office/drawing/2014/main" val="20001"/>
                    </a:ext>
                  </a:extLst>
                </a:gridCol>
              </a:tblGrid>
              <a:tr h="381000">
                <a:tc>
                  <a:txBody>
                    <a:bodyPr/>
                    <a:lstStyle/>
                    <a:p>
                      <a:pPr algn="l"/>
                      <a:r>
                        <a:rPr sz="1400" b="1">
                          <a:solidFill>
                            <a:srgbClr val="FFFFFF"/>
                          </a:solidFill>
                          <a:latin typeface="Segoe UI"/>
                        </a:rPr>
                        <a:t>Befund</a:t>
                      </a:r>
                    </a:p>
                  </a:txBody>
                  <a:tcPr marL="101600" marR="101600" marT="50800" marB="50800" anchor="ctr">
                    <a:solidFill>
                      <a:srgbClr val="003E6E"/>
                    </a:solidFill>
                  </a:tcPr>
                </a:tc>
                <a:tc>
                  <a:txBody>
                    <a:bodyPr/>
                    <a:lstStyle/>
                    <a:p>
                      <a:pPr algn="l"/>
                      <a:r>
                        <a:rPr sz="1400" b="1">
                          <a:solidFill>
                            <a:srgbClr val="FFFFFF"/>
                          </a:solidFill>
                          <a:latin typeface="Segoe UI"/>
                        </a:rPr>
                        <a:t>Korrektur</a:t>
                      </a:r>
                    </a:p>
                  </a:txBody>
                  <a:tcPr marL="101600" marR="101600" marT="50800" marB="50800" anchor="ctr">
                    <a:solidFill>
                      <a:srgbClr val="003E6E"/>
                    </a:solidFill>
                  </a:tcPr>
                </a:tc>
                <a:extLst>
                  <a:ext uri="{0D108BD9-81ED-4DB2-BD59-A6C34878D82A}">
                    <a16:rowId xmlns:a16="http://schemas.microsoft.com/office/drawing/2014/main" val="10000"/>
                  </a:ext>
                </a:extLst>
              </a:tr>
              <a:tr h="508000">
                <a:tc>
                  <a:txBody>
                    <a:bodyPr/>
                    <a:lstStyle/>
                    <a:p>
                      <a:pPr algn="l"/>
                      <a:r>
                        <a:rPr sz="1400" b="0" dirty="0">
                          <a:solidFill>
                            <a:srgbClr val="404040"/>
                          </a:solidFill>
                          <a:latin typeface="Segoe UI"/>
                        </a:rPr>
                        <a:t>Code-</a:t>
                      </a:r>
                      <a:r>
                        <a:rPr sz="1400" b="0" dirty="0" err="1">
                          <a:solidFill>
                            <a:srgbClr val="404040"/>
                          </a:solidFill>
                          <a:latin typeface="Segoe UI"/>
                        </a:rPr>
                        <a:t>Suche</a:t>
                      </a:r>
                      <a:r>
                        <a:rPr sz="1400" b="0" dirty="0">
                          <a:solidFill>
                            <a:srgbClr val="404040"/>
                          </a:solidFill>
                          <a:latin typeface="Segoe UI"/>
                        </a:rPr>
                        <a:t> </a:t>
                      </a:r>
                      <a:r>
                        <a:rPr sz="1400" b="0" dirty="0" err="1">
                          <a:solidFill>
                            <a:srgbClr val="404040"/>
                          </a:solidFill>
                          <a:latin typeface="Segoe UI"/>
                        </a:rPr>
                        <a:t>traf</a:t>
                      </a:r>
                      <a:r>
                        <a:rPr sz="1400" b="0" dirty="0">
                          <a:solidFill>
                            <a:srgbClr val="404040"/>
                          </a:solidFill>
                          <a:latin typeface="Segoe UI"/>
                        </a:rPr>
                        <a:t> </a:t>
                      </a:r>
                      <a:r>
                        <a:rPr sz="1400" b="0" dirty="0" err="1">
                          <a:solidFill>
                            <a:srgbClr val="404040"/>
                          </a:solidFill>
                          <a:latin typeface="Segoe UI"/>
                        </a:rPr>
                        <a:t>Teilzeichenfolgen</a:t>
                      </a:r>
                      <a:endParaRPr sz="1400" b="0" dirty="0">
                        <a:solidFill>
                          <a:srgbClr val="404040"/>
                        </a:solidFill>
                        <a:latin typeface="Segoe UI"/>
                      </a:endParaRP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Normalisierte, vollständige Fehlercodes; E:18 und E:180 getrennt</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508000">
                <a:tc>
                  <a:txBody>
                    <a:bodyPr/>
                    <a:lstStyle/>
                    <a:p>
                      <a:pPr algn="l"/>
                      <a:r>
                        <a:rPr sz="1400" b="0" dirty="0" err="1">
                          <a:solidFill>
                            <a:srgbClr val="404040"/>
                          </a:solidFill>
                          <a:latin typeface="Segoe UI"/>
                        </a:rPr>
                        <a:t>Große</a:t>
                      </a:r>
                      <a:r>
                        <a:rPr sz="1400" b="0" dirty="0">
                          <a:solidFill>
                            <a:srgbClr val="404040"/>
                          </a:solidFill>
                          <a:latin typeface="Segoe UI"/>
                        </a:rPr>
                        <a:t> Texte </a:t>
                      </a:r>
                      <a:r>
                        <a:rPr sz="1400" b="0" dirty="0" err="1">
                          <a:solidFill>
                            <a:srgbClr val="404040"/>
                          </a:solidFill>
                          <a:latin typeface="Segoe UI"/>
                        </a:rPr>
                        <a:t>konnten</a:t>
                      </a:r>
                      <a:r>
                        <a:rPr sz="1400" b="0" dirty="0">
                          <a:solidFill>
                            <a:srgbClr val="404040"/>
                          </a:solidFill>
                          <a:latin typeface="Segoe UI"/>
                        </a:rPr>
                        <a:t> </a:t>
                      </a:r>
                      <a:r>
                        <a:rPr sz="1400" b="0" dirty="0" err="1">
                          <a:solidFill>
                            <a:srgbClr val="404040"/>
                          </a:solidFill>
                          <a:latin typeface="Segoe UI"/>
                        </a:rPr>
                        <a:t>abgeschnitten</a:t>
                      </a:r>
                      <a:r>
                        <a:rPr sz="1400" b="0" dirty="0">
                          <a:solidFill>
                            <a:srgbClr val="404040"/>
                          </a:solidFill>
                          <a:latin typeface="Segoe UI"/>
                        </a:rPr>
                        <a:t> </a:t>
                      </a:r>
                      <a:r>
                        <a:rPr sz="1400" b="0" dirty="0" err="1">
                          <a:solidFill>
                            <a:srgbClr val="404040"/>
                          </a:solidFill>
                          <a:latin typeface="Segoe UI"/>
                        </a:rPr>
                        <a:t>werden</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Tokenbegrenzte Chunks mit dem E5-Tokenizer, Limitprüfung</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508000">
                <a:tc>
                  <a:txBody>
                    <a:bodyPr/>
                    <a:lstStyle/>
                    <a:p>
                      <a:pPr algn="l"/>
                      <a:r>
                        <a:rPr sz="1400" b="0">
                          <a:solidFill>
                            <a:srgbClr val="404040"/>
                          </a:solidFill>
                          <a:latin typeface="Segoe UI"/>
                        </a:rPr>
                        <a:t>Mehrere Tabellen verloren ihre Kopfzeilen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err="1">
                          <a:solidFill>
                            <a:srgbClr val="404040"/>
                          </a:solidFill>
                          <a:latin typeface="Segoe UI"/>
                        </a:rPr>
                        <a:t>Eigener</a:t>
                      </a:r>
                      <a:r>
                        <a:rPr sz="1400" b="0" dirty="0">
                          <a:solidFill>
                            <a:srgbClr val="404040"/>
                          </a:solidFill>
                          <a:latin typeface="Segoe UI"/>
                        </a:rPr>
                        <a:t> Header je </a:t>
                      </a:r>
                      <a:r>
                        <a:rPr sz="1400" b="0" dirty="0" err="1">
                          <a:solidFill>
                            <a:srgbClr val="404040"/>
                          </a:solidFill>
                          <a:latin typeface="Segoe UI"/>
                        </a:rPr>
                        <a:t>Tabelle</a:t>
                      </a:r>
                      <a:r>
                        <a:rPr sz="1400" b="0" dirty="0">
                          <a:solidFill>
                            <a:srgbClr val="404040"/>
                          </a:solidFill>
                          <a:latin typeface="Segoe UI"/>
                        </a:rPr>
                        <a:t>, </a:t>
                      </a:r>
                      <a:r>
                        <a:rPr sz="1400" b="0" dirty="0" err="1">
                          <a:solidFill>
                            <a:srgbClr val="404040"/>
                          </a:solidFill>
                          <a:latin typeface="Segoe UI"/>
                        </a:rPr>
                        <a:t>Fortsetzungszeilen</a:t>
                      </a:r>
                      <a:r>
                        <a:rPr sz="1400" b="0" dirty="0">
                          <a:solidFill>
                            <a:srgbClr val="404040"/>
                          </a:solidFill>
                          <a:latin typeface="Segoe UI"/>
                        </a:rPr>
                        <a:t> </a:t>
                      </a:r>
                      <a:r>
                        <a:rPr sz="1400" b="0" dirty="0" err="1">
                          <a:solidFill>
                            <a:srgbClr val="404040"/>
                          </a:solidFill>
                          <a:latin typeface="Segoe UI"/>
                        </a:rPr>
                        <a:t>behalten</a:t>
                      </a:r>
                      <a:r>
                        <a:rPr sz="1400" b="0" dirty="0">
                          <a:solidFill>
                            <a:srgbClr val="404040"/>
                          </a:solidFill>
                          <a:latin typeface="Segoe UI"/>
                        </a:rPr>
                        <a:t> </a:t>
                      </a:r>
                      <a:r>
                        <a:rPr sz="1400" b="0" dirty="0" err="1">
                          <a:solidFill>
                            <a:srgbClr val="404040"/>
                          </a:solidFill>
                          <a:latin typeface="Segoe UI"/>
                        </a:rPr>
                        <a:t>Kontext</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508000">
                <a:tc>
                  <a:txBody>
                    <a:bodyPr/>
                    <a:lstStyle/>
                    <a:p>
                      <a:pPr algn="l"/>
                      <a:r>
                        <a:rPr sz="1400" b="0">
                          <a:solidFill>
                            <a:srgbClr val="404040"/>
                          </a:solidFill>
                          <a:latin typeface="Segoe UI"/>
                        </a:rPr>
                        <a:t>Querverweise galten als Fundseiten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err="1">
                          <a:solidFill>
                            <a:srgbClr val="404040"/>
                          </a:solidFill>
                          <a:latin typeface="Segoe UI"/>
                        </a:rPr>
                        <a:t>Echte</a:t>
                      </a:r>
                      <a:r>
                        <a:rPr sz="1400" b="0" dirty="0">
                          <a:solidFill>
                            <a:srgbClr val="404040"/>
                          </a:solidFill>
                          <a:latin typeface="Segoe UI"/>
                        </a:rPr>
                        <a:t> </a:t>
                      </a:r>
                      <a:r>
                        <a:rPr sz="1400" b="0" dirty="0" err="1">
                          <a:solidFill>
                            <a:srgbClr val="404040"/>
                          </a:solidFill>
                          <a:latin typeface="Segoe UI"/>
                        </a:rPr>
                        <a:t>Seitenmetadaten</a:t>
                      </a:r>
                      <a:r>
                        <a:rPr sz="1400" b="0" dirty="0">
                          <a:solidFill>
                            <a:srgbClr val="404040"/>
                          </a:solidFill>
                          <a:latin typeface="Segoe UI"/>
                        </a:rPr>
                        <a:t>; </a:t>
                      </a:r>
                      <a:r>
                        <a:rPr sz="1400" b="0" dirty="0" err="1">
                          <a:solidFill>
                            <a:srgbClr val="404040"/>
                          </a:solidFill>
                          <a:latin typeface="Segoe UI"/>
                        </a:rPr>
                        <a:t>alte</a:t>
                      </a:r>
                      <a:r>
                        <a:rPr sz="1400" b="0" dirty="0">
                          <a:solidFill>
                            <a:srgbClr val="404040"/>
                          </a:solidFill>
                          <a:latin typeface="Segoe UI"/>
                        </a:rPr>
                        <a:t> </a:t>
                      </a:r>
                      <a:r>
                        <a:rPr sz="1400" b="0" dirty="0" err="1">
                          <a:solidFill>
                            <a:srgbClr val="404040"/>
                          </a:solidFill>
                          <a:latin typeface="Segoe UI"/>
                        </a:rPr>
                        <a:t>Verweise</a:t>
                      </a:r>
                      <a:r>
                        <a:rPr sz="1400" b="0" dirty="0">
                          <a:solidFill>
                            <a:srgbClr val="404040"/>
                          </a:solidFill>
                          <a:latin typeface="Segoe UI"/>
                        </a:rPr>
                        <a:t> </a:t>
                      </a:r>
                      <a:r>
                        <a:rPr sz="1400" b="0" dirty="0" err="1">
                          <a:solidFill>
                            <a:srgbClr val="404040"/>
                          </a:solidFill>
                          <a:latin typeface="Segoe UI"/>
                        </a:rPr>
                        <a:t>als</a:t>
                      </a:r>
                      <a:r>
                        <a:rPr sz="1400" b="0" dirty="0">
                          <a:solidFill>
                            <a:srgbClr val="404040"/>
                          </a:solidFill>
                          <a:latin typeface="Segoe UI"/>
                        </a:rPr>
                        <a:t> Querverweise </a:t>
                      </a:r>
                      <a:r>
                        <a:rPr sz="1400" b="0" dirty="0" err="1">
                          <a:solidFill>
                            <a:srgbClr val="404040"/>
                          </a:solidFill>
                          <a:latin typeface="Segoe UI"/>
                        </a:rPr>
                        <a:t>gekennzeichnet</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r h="508000">
                <a:tc>
                  <a:txBody>
                    <a:bodyPr/>
                    <a:lstStyle/>
                    <a:p>
                      <a:pPr algn="l"/>
                      <a:r>
                        <a:rPr sz="1400" b="0">
                          <a:solidFill>
                            <a:srgbClr val="404040"/>
                          </a:solidFill>
                          <a:latin typeface="Segoe UI"/>
                        </a:rPr>
                        <a:t>PageIndex bevorzugte frühe Abschnitte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err="1">
                          <a:solidFill>
                            <a:srgbClr val="404040"/>
                          </a:solidFill>
                          <a:latin typeface="Segoe UI"/>
                        </a:rPr>
                        <a:t>Globale</a:t>
                      </a:r>
                      <a:r>
                        <a:rPr sz="1400" b="0" dirty="0">
                          <a:solidFill>
                            <a:srgbClr val="404040"/>
                          </a:solidFill>
                          <a:latin typeface="Segoe UI"/>
                        </a:rPr>
                        <a:t> </a:t>
                      </a:r>
                      <a:r>
                        <a:rPr sz="1400" b="0" dirty="0" err="1">
                          <a:solidFill>
                            <a:srgbClr val="404040"/>
                          </a:solidFill>
                          <a:latin typeface="Segoe UI"/>
                        </a:rPr>
                        <a:t>Auswahl</a:t>
                      </a:r>
                      <a:r>
                        <a:rPr sz="1400" b="0" dirty="0">
                          <a:solidFill>
                            <a:srgbClr val="404040"/>
                          </a:solidFill>
                          <a:latin typeface="Segoe UI"/>
                        </a:rPr>
                        <a:t> </a:t>
                      </a:r>
                      <a:r>
                        <a:rPr sz="1400" b="0" dirty="0" err="1">
                          <a:solidFill>
                            <a:srgbClr val="404040"/>
                          </a:solidFill>
                          <a:latin typeface="Segoe UI"/>
                        </a:rPr>
                        <a:t>über</a:t>
                      </a:r>
                      <a:r>
                        <a:rPr sz="1400" b="0" dirty="0">
                          <a:solidFill>
                            <a:srgbClr val="404040"/>
                          </a:solidFill>
                          <a:latin typeface="Segoe UI"/>
                        </a:rPr>
                        <a:t> die Batch-</a:t>
                      </a:r>
                      <a:r>
                        <a:rPr sz="1400" b="0" dirty="0" err="1">
                          <a:solidFill>
                            <a:srgbClr val="404040"/>
                          </a:solidFill>
                          <a:latin typeface="Segoe UI"/>
                        </a:rPr>
                        <a:t>Kandidaten</a:t>
                      </a:r>
                      <a:r>
                        <a:rPr sz="1400" b="0" dirty="0">
                          <a:solidFill>
                            <a:srgbClr val="404040"/>
                          </a:solidFill>
                          <a:latin typeface="Segoe UI"/>
                        </a:rPr>
                        <a:t> </a:t>
                      </a:r>
                      <a:r>
                        <a:rPr sz="1400" b="0" dirty="0" err="1">
                          <a:solidFill>
                            <a:srgbClr val="404040"/>
                          </a:solidFill>
                          <a:latin typeface="Segoe UI"/>
                        </a:rPr>
                        <a:t>statt</a:t>
                      </a:r>
                      <a:r>
                        <a:rPr sz="1400" b="0" dirty="0">
                          <a:solidFill>
                            <a:srgbClr val="404040"/>
                          </a:solidFill>
                          <a:latin typeface="Segoe UI"/>
                        </a:rPr>
                        <a:t> </a:t>
                      </a:r>
                      <a:r>
                        <a:rPr sz="1400" b="0" dirty="0" err="1">
                          <a:solidFill>
                            <a:srgbClr val="404040"/>
                          </a:solidFill>
                          <a:latin typeface="Segoe UI"/>
                        </a:rPr>
                        <a:t>Abschneiden</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66023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Vier zusätzliche Fehler wurden erst im Live-Test sichtbar</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docs/evaluation/LIVE.md, docs/AUDIT.md und zugehörige Regressionstests</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Die erste automatisierte Prüfung deckte nicht alle Fehler im Zusammenspiel von Index, Modell und Browser ab. Echte OpenAI-Anfragen zeigten vier Probleme. Nach der Korrektur wurden die betroffenen Fälle erneut geprüft und durch Regressionstests ergänzt. Alle vier Einträge sind beobachtete Fehler, keine hypothetischen Risiken.</a:t>
            </a:r>
          </a:p>
        </p:txBody>
      </p:sp>
      <p:graphicFrame>
        <p:nvGraphicFramePr>
          <p:cNvPr id="1003" name="Tabelle 1002"/>
          <p:cNvGraphicFramePr/>
          <p:nvPr/>
        </p:nvGraphicFramePr>
        <p:xfrm>
          <a:off x="1162050" y="2619375"/>
          <a:ext cx="11468100" cy="3095625"/>
        </p:xfrm>
        <a:graphic>
          <a:graphicData uri="http://schemas.openxmlformats.org/drawingml/2006/table">
            <a:tbl>
              <a:tblPr/>
              <a:tblGrid>
                <a:gridCol w="4951784">
                  <a:extLst>
                    <a:ext uri="{9D8B030D-6E8A-4147-A177-3AD203B41FA5}">
                      <a16:colId xmlns:a16="http://schemas.microsoft.com/office/drawing/2014/main" val="20000"/>
                    </a:ext>
                  </a:extLst>
                </a:gridCol>
                <a:gridCol w="6516316">
                  <a:extLst>
                    <a:ext uri="{9D8B030D-6E8A-4147-A177-3AD203B41FA5}">
                      <a16:colId xmlns:a16="http://schemas.microsoft.com/office/drawing/2014/main" val="20001"/>
                    </a:ext>
                  </a:extLst>
                </a:gridCol>
              </a:tblGrid>
              <a:tr h="619125">
                <a:tc>
                  <a:txBody>
                    <a:bodyPr/>
                    <a:lstStyle/>
                    <a:p>
                      <a:r>
                        <a:rPr sz="1500" b="1" dirty="0" err="1">
                          <a:solidFill>
                            <a:srgbClr val="FFFFFF"/>
                          </a:solidFill>
                          <a:latin typeface="Segoe UI"/>
                          <a:ea typeface="Segoe UI"/>
                          <a:cs typeface="Segoe UI"/>
                        </a:rPr>
                        <a:t>Beobachtung</a:t>
                      </a:r>
                      <a:r>
                        <a:rPr sz="1500" b="1" dirty="0">
                          <a:solidFill>
                            <a:srgbClr val="FFFFFF"/>
                          </a:solidFill>
                          <a:latin typeface="Segoe UI"/>
                          <a:ea typeface="Segoe UI"/>
                          <a:cs typeface="Segoe UI"/>
                        </a:rPr>
                        <a:t> </a:t>
                      </a:r>
                      <a:r>
                        <a:rPr sz="1500" b="1" dirty="0" err="1">
                          <a:solidFill>
                            <a:srgbClr val="FFFFFF"/>
                          </a:solidFill>
                          <a:latin typeface="Segoe UI"/>
                          <a:ea typeface="Segoe UI"/>
                          <a:cs typeface="Segoe UI"/>
                        </a:rPr>
                        <a:t>im</a:t>
                      </a:r>
                      <a:r>
                        <a:rPr sz="1500" b="1" dirty="0">
                          <a:solidFill>
                            <a:srgbClr val="FFFFFF"/>
                          </a:solidFill>
                          <a:latin typeface="Segoe UI"/>
                          <a:ea typeface="Segoe UI"/>
                          <a:cs typeface="Segoe UI"/>
                        </a:rPr>
                        <a:t> Live-Test</a:t>
                      </a: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003E6E"/>
                    </a:solidFill>
                  </a:tcPr>
                </a:tc>
                <a:tc>
                  <a:txBody>
                    <a:bodyPr/>
                    <a:lstStyle/>
                    <a:p>
                      <a:r>
                        <a:rPr sz="1500" b="1">
                          <a:solidFill>
                            <a:srgbClr val="FFFFFF"/>
                          </a:solidFill>
                          <a:latin typeface="Segoe UI"/>
                          <a:ea typeface="Segoe UI"/>
                          <a:cs typeface="Segoe UI"/>
                        </a:rPr>
                        <a:t>Korrektur</a:t>
                      </a: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003E6E"/>
                    </a:solidFill>
                  </a:tcPr>
                </a:tc>
                <a:extLst>
                  <a:ext uri="{0D108BD9-81ED-4DB2-BD59-A6C34878D82A}">
                    <a16:rowId xmlns:a16="http://schemas.microsoft.com/office/drawing/2014/main" val="10000"/>
                  </a:ext>
                </a:extLst>
              </a:tr>
              <a:tr h="619125">
                <a:tc>
                  <a:txBody>
                    <a:bodyPr/>
                    <a:lstStyle/>
                    <a:p>
                      <a:r>
                        <a:rPr sz="1500" b="0" dirty="0">
                          <a:solidFill>
                            <a:srgbClr val="404040"/>
                          </a:solidFill>
                          <a:latin typeface="Segoe UI"/>
                          <a:ea typeface="Segoe UI"/>
                          <a:cs typeface="Segoe UI"/>
                        </a:rPr>
                        <a:t>Windows-cp1252 </a:t>
                      </a:r>
                      <a:r>
                        <a:rPr sz="1500" b="0" dirty="0" err="1">
                          <a:solidFill>
                            <a:srgbClr val="404040"/>
                          </a:solidFill>
                          <a:latin typeface="Segoe UI"/>
                          <a:ea typeface="Segoe UI"/>
                          <a:cs typeface="Segoe UI"/>
                        </a:rPr>
                        <a:t>brach</a:t>
                      </a:r>
                      <a:r>
                        <a:rPr sz="1500" b="0" dirty="0">
                          <a:solidFill>
                            <a:srgbClr val="404040"/>
                          </a:solidFill>
                          <a:latin typeface="Segoe UI"/>
                          <a:ea typeface="Segoe UI"/>
                          <a:cs typeface="Segoe UI"/>
                        </a:rPr>
                        <a:t> den </a:t>
                      </a:r>
                      <a:r>
                        <a:rPr sz="1500" b="0" dirty="0" err="1">
                          <a:solidFill>
                            <a:srgbClr val="404040"/>
                          </a:solidFill>
                          <a:latin typeface="Segoe UI"/>
                          <a:ea typeface="Segoe UI"/>
                          <a:cs typeface="Segoe UI"/>
                        </a:rPr>
                        <a:t>Indexstart</a:t>
                      </a:r>
                      <a:r>
                        <a:rPr sz="1500" b="0" dirty="0">
                          <a:solidFill>
                            <a:srgbClr val="404040"/>
                          </a:solidFill>
                          <a:latin typeface="Segoe UI"/>
                          <a:ea typeface="Segoe UI"/>
                          <a:cs typeface="Segoe UI"/>
                        </a:rPr>
                        <a:t> ab</a:t>
                      </a:r>
                    </a:p>
                  </a:txBody>
                  <a:tcPr anchor="ctr">
                    <a:lnL w="12700" cmpd="sng">
                      <a:noFill/>
                      <a:prstDash val="solid"/>
                    </a:lnL>
                    <a:lnR w="12700" cmpd="sng">
                      <a:noFill/>
                      <a:prstDash val="solid"/>
                    </a:lnR>
                    <a:lnT w="12700" cmpd="sng">
                      <a:noFill/>
                      <a:prstDash val="soli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sz="1500" b="0" dirty="0">
                          <a:solidFill>
                            <a:srgbClr val="404040"/>
                          </a:solidFill>
                          <a:latin typeface="Segoe UI"/>
                          <a:ea typeface="Segoe UI"/>
                          <a:cs typeface="Segoe UI"/>
                        </a:rPr>
                        <a:t>Logging </a:t>
                      </a:r>
                      <a:r>
                        <a:rPr sz="1500" b="0" dirty="0" err="1">
                          <a:solidFill>
                            <a:srgbClr val="404040"/>
                          </a:solidFill>
                          <a:latin typeface="Segoe UI"/>
                          <a:ea typeface="Segoe UI"/>
                          <a:cs typeface="Segoe UI"/>
                        </a:rPr>
                        <a:t>statt</a:t>
                      </a:r>
                      <a:r>
                        <a:rPr sz="1500" b="0" dirty="0">
                          <a:solidFill>
                            <a:srgbClr val="404040"/>
                          </a:solidFill>
                          <a:latin typeface="Segoe UI"/>
                          <a:ea typeface="Segoe UI"/>
                          <a:cs typeface="Segoe UI"/>
                        </a:rPr>
                        <a:t> </a:t>
                      </a:r>
                      <a:r>
                        <a:rPr sz="1500" b="0" dirty="0" err="1">
                          <a:solidFill>
                            <a:srgbClr val="404040"/>
                          </a:solidFill>
                          <a:latin typeface="Segoe UI"/>
                          <a:ea typeface="Segoe UI"/>
                          <a:cs typeface="Segoe UI"/>
                        </a:rPr>
                        <a:t>direkter</a:t>
                      </a:r>
                      <a:r>
                        <a:rPr sz="1500" b="0" dirty="0">
                          <a:solidFill>
                            <a:srgbClr val="404040"/>
                          </a:solidFill>
                          <a:latin typeface="Segoe UI"/>
                          <a:ea typeface="Segoe UI"/>
                          <a:cs typeface="Segoe UI"/>
                        </a:rPr>
                        <a:t> Emoji-</a:t>
                      </a:r>
                      <a:r>
                        <a:rPr sz="1500" b="0" dirty="0" err="1">
                          <a:solidFill>
                            <a:srgbClr val="404040"/>
                          </a:solidFill>
                          <a:latin typeface="Segoe UI"/>
                          <a:ea typeface="Segoe UI"/>
                          <a:cs typeface="Segoe UI"/>
                        </a:rPr>
                        <a:t>Ausgaben</a:t>
                      </a:r>
                      <a:endParaRPr sz="1500" b="0" dirty="0">
                        <a:solidFill>
                          <a:srgbClr val="404040"/>
                        </a:solidFill>
                        <a:latin typeface="Segoe UI"/>
                        <a:ea typeface="Segoe UI"/>
                        <a:cs typeface="Segoe UI"/>
                      </a:endParaRPr>
                    </a:p>
                  </a:txBody>
                  <a:tcPr anchor="ctr">
                    <a:lnL w="12700" cmpd="sng">
                      <a:noFill/>
                      <a:prstDash val="solid"/>
                    </a:lnL>
                    <a:lnR w="12700" cmpd="sng">
                      <a:noFill/>
                      <a:prstDash val="solid"/>
                    </a:lnR>
                    <a:lnT w="12700" cmpd="sng">
                      <a:noFill/>
                      <a:prstDash val="soli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619125">
                <a:tc>
                  <a:txBody>
                    <a:bodyPr/>
                    <a:lstStyle/>
                    <a:p>
                      <a:r>
                        <a:rPr sz="1500" b="0" dirty="0" err="1">
                          <a:solidFill>
                            <a:srgbClr val="404040"/>
                          </a:solidFill>
                          <a:latin typeface="Segoe UI"/>
                          <a:ea typeface="Segoe UI"/>
                          <a:cs typeface="Segoe UI"/>
                        </a:rPr>
                        <a:t>PageIndex</a:t>
                      </a:r>
                      <a:r>
                        <a:rPr sz="1500" b="0" dirty="0">
                          <a:solidFill>
                            <a:srgbClr val="404040"/>
                          </a:solidFill>
                          <a:latin typeface="Segoe UI"/>
                          <a:ea typeface="Segoe UI"/>
                          <a:cs typeface="Segoe UI"/>
                        </a:rPr>
                        <a:t> </a:t>
                      </a:r>
                      <a:r>
                        <a:rPr sz="1500" b="0" dirty="0" err="1">
                          <a:solidFill>
                            <a:srgbClr val="404040"/>
                          </a:solidFill>
                          <a:latin typeface="Segoe UI"/>
                          <a:ea typeface="Segoe UI"/>
                          <a:cs typeface="Segoe UI"/>
                        </a:rPr>
                        <a:t>überschritt</a:t>
                      </a:r>
                      <a:r>
                        <a:rPr sz="1500" b="0" dirty="0">
                          <a:solidFill>
                            <a:srgbClr val="404040"/>
                          </a:solidFill>
                          <a:latin typeface="Segoe UI"/>
                          <a:ea typeface="Segoe UI"/>
                          <a:cs typeface="Segoe UI"/>
                        </a:rPr>
                        <a:t> das </a:t>
                      </a:r>
                      <a:r>
                        <a:rPr sz="1500" b="0" dirty="0" err="1">
                          <a:solidFill>
                            <a:srgbClr val="404040"/>
                          </a:solidFill>
                          <a:latin typeface="Segoe UI"/>
                          <a:ea typeface="Segoe UI"/>
                          <a:cs typeface="Segoe UI"/>
                        </a:rPr>
                        <a:t>Kontextbudget</a:t>
                      </a:r>
                      <a:endParaRPr sz="1500" b="0" dirty="0">
                        <a:solidFill>
                          <a:srgbClr val="404040"/>
                        </a:solidFill>
                        <a:latin typeface="Segoe UI"/>
                        <a:ea typeface="Segoe UI"/>
                        <a:cs typeface="Segoe UI"/>
                      </a:endParaRPr>
                    </a:p>
                  </a:txBody>
                  <a:tcPr anchor="ctr">
                    <a:lnL w="12700" cmpd="sng">
                      <a:noFill/>
                      <a:prstDash val="solid"/>
                    </a:lnL>
                    <a:lnR w="12700" cmpd="sng">
                      <a:noFill/>
                      <a:prstDash val="soli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6F5F0"/>
                    </a:solidFill>
                  </a:tcPr>
                </a:tc>
                <a:tc>
                  <a:txBody>
                    <a:bodyPr/>
                    <a:lstStyle/>
                    <a:p>
                      <a:r>
                        <a:rPr sz="1500" b="0" dirty="0" err="1">
                          <a:solidFill>
                            <a:srgbClr val="404040"/>
                          </a:solidFill>
                          <a:latin typeface="Segoe UI"/>
                          <a:ea typeface="Segoe UI"/>
                          <a:cs typeface="Segoe UI"/>
                        </a:rPr>
                        <a:t>Vollständige</a:t>
                      </a:r>
                      <a:r>
                        <a:rPr sz="1500" b="0" dirty="0">
                          <a:solidFill>
                            <a:srgbClr val="404040"/>
                          </a:solidFill>
                          <a:latin typeface="Segoe UI"/>
                          <a:ea typeface="Segoe UI"/>
                          <a:cs typeface="Segoe UI"/>
                        </a:rPr>
                        <a:t> </a:t>
                      </a:r>
                      <a:r>
                        <a:rPr sz="1500" b="0" dirty="0" err="1">
                          <a:solidFill>
                            <a:srgbClr val="404040"/>
                          </a:solidFill>
                          <a:latin typeface="Segoe UI"/>
                          <a:ea typeface="Segoe UI"/>
                          <a:cs typeface="Segoe UI"/>
                        </a:rPr>
                        <a:t>Abschnitte</a:t>
                      </a:r>
                      <a:r>
                        <a:rPr sz="1500" b="0" dirty="0">
                          <a:solidFill>
                            <a:srgbClr val="404040"/>
                          </a:solidFill>
                          <a:latin typeface="Segoe UI"/>
                          <a:ea typeface="Segoe UI"/>
                          <a:cs typeface="Segoe UI"/>
                        </a:rPr>
                        <a:t> bis 14.000 </a:t>
                      </a:r>
                      <a:r>
                        <a:rPr sz="1500" b="0" dirty="0" err="1">
                          <a:solidFill>
                            <a:srgbClr val="404040"/>
                          </a:solidFill>
                          <a:latin typeface="Segoe UI"/>
                          <a:ea typeface="Segoe UI"/>
                          <a:cs typeface="Segoe UI"/>
                        </a:rPr>
                        <a:t>Zeichen</a:t>
                      </a:r>
                      <a:r>
                        <a:rPr sz="1500" b="0" dirty="0">
                          <a:solidFill>
                            <a:srgbClr val="404040"/>
                          </a:solidFill>
                          <a:latin typeface="Segoe UI"/>
                          <a:ea typeface="Segoe UI"/>
                          <a:cs typeface="Segoe UI"/>
                        </a:rPr>
                        <a:t> </a:t>
                      </a:r>
                      <a:r>
                        <a:rPr sz="1500" b="0" dirty="0" err="1">
                          <a:solidFill>
                            <a:srgbClr val="404040"/>
                          </a:solidFill>
                          <a:latin typeface="Segoe UI"/>
                          <a:ea typeface="Segoe UI"/>
                          <a:cs typeface="Segoe UI"/>
                        </a:rPr>
                        <a:t>packen</a:t>
                      </a:r>
                      <a:endParaRPr sz="1500" b="0" dirty="0">
                        <a:solidFill>
                          <a:srgbClr val="404040"/>
                        </a:solidFill>
                        <a:latin typeface="Segoe UI"/>
                        <a:ea typeface="Segoe UI"/>
                        <a:cs typeface="Segoe UI"/>
                      </a:endParaRPr>
                    </a:p>
                  </a:txBody>
                  <a:tcPr anchor="ctr">
                    <a:lnL w="12700" cmpd="sng">
                      <a:noFill/>
                      <a:prstDash val="solid"/>
                    </a:lnL>
                    <a:lnR w="12700" cmpd="sng">
                      <a:noFill/>
                      <a:prstDash val="soli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6F5F0"/>
                    </a:solidFill>
                  </a:tcPr>
                </a:tc>
                <a:extLst>
                  <a:ext uri="{0D108BD9-81ED-4DB2-BD59-A6C34878D82A}">
                    <a16:rowId xmlns:a16="http://schemas.microsoft.com/office/drawing/2014/main" val="10002"/>
                  </a:ext>
                </a:extLst>
              </a:tr>
              <a:tr h="619125">
                <a:tc>
                  <a:txBody>
                    <a:bodyPr/>
                    <a:lstStyle/>
                    <a:p>
                      <a:r>
                        <a:rPr sz="1500" b="0">
                          <a:solidFill>
                            <a:srgbClr val="404040"/>
                          </a:solidFill>
                          <a:latin typeface="Segoe UI"/>
                          <a:ea typeface="Segoe UI"/>
                          <a:cs typeface="Segoe UI"/>
                        </a:rPr>
                        <a:t>Wiederholte Tags verloren spätere Schritte</a:t>
                      </a:r>
                    </a:p>
                  </a:txBody>
                  <a:tcPr anchor="ctr">
                    <a:lnL w="12700" cmpd="sng">
                      <a:noFill/>
                      <a:prstDash val="solid"/>
                    </a:lnL>
                    <a:lnR w="12700" cmpd="sng">
                      <a:noFill/>
                      <a:prstDash val="soli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sz="1500" b="0" dirty="0">
                          <a:solidFill>
                            <a:srgbClr val="404040"/>
                          </a:solidFill>
                          <a:latin typeface="Segoe UI"/>
                          <a:ea typeface="Segoe UI"/>
                          <a:cs typeface="Segoe UI"/>
                        </a:rPr>
                        <a:t>Alle </a:t>
                      </a:r>
                      <a:r>
                        <a:rPr sz="1500" b="0" dirty="0" err="1">
                          <a:solidFill>
                            <a:srgbClr val="404040"/>
                          </a:solidFill>
                          <a:latin typeface="Segoe UI"/>
                          <a:ea typeface="Segoe UI"/>
                          <a:cs typeface="Segoe UI"/>
                        </a:rPr>
                        <a:t>manual_steps-Blöcke</a:t>
                      </a:r>
                      <a:r>
                        <a:rPr sz="1500" b="0" dirty="0">
                          <a:solidFill>
                            <a:srgbClr val="404040"/>
                          </a:solidFill>
                          <a:latin typeface="Segoe UI"/>
                          <a:ea typeface="Segoe UI"/>
                          <a:cs typeface="Segoe UI"/>
                        </a:rPr>
                        <a:t> </a:t>
                      </a:r>
                      <a:r>
                        <a:rPr sz="1500" b="0" dirty="0" err="1">
                          <a:solidFill>
                            <a:srgbClr val="404040"/>
                          </a:solidFill>
                          <a:latin typeface="Segoe UI"/>
                          <a:ea typeface="Segoe UI"/>
                          <a:cs typeface="Segoe UI"/>
                        </a:rPr>
                        <a:t>zusammenführen</a:t>
                      </a:r>
                      <a:endParaRPr sz="1500" b="0" dirty="0">
                        <a:solidFill>
                          <a:srgbClr val="404040"/>
                        </a:solidFill>
                        <a:latin typeface="Segoe UI"/>
                        <a:ea typeface="Segoe UI"/>
                        <a:cs typeface="Segoe UI"/>
                      </a:endParaRPr>
                    </a:p>
                  </a:txBody>
                  <a:tcPr anchor="ctr">
                    <a:lnL w="12700" cmpd="sng">
                      <a:noFill/>
                      <a:prstDash val="solid"/>
                    </a:lnL>
                    <a:lnR w="12700" cmpd="sng">
                      <a:noFill/>
                      <a:prstDash val="soli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619125">
                <a:tc>
                  <a:txBody>
                    <a:bodyPr/>
                    <a:lstStyle/>
                    <a:p>
                      <a:r>
                        <a:rPr sz="1500" b="0">
                          <a:solidFill>
                            <a:srgbClr val="404040"/>
                          </a:solidFill>
                          <a:latin typeface="Segoe UI"/>
                          <a:ea typeface="Segoe UI"/>
                          <a:cs typeface="Segoe UI"/>
                        </a:rPr>
                        <a:t>Pumpenantwort enthielt Transportkontext</a:t>
                      </a:r>
                    </a:p>
                  </a:txBody>
                  <a:tcPr anchor="ctr">
                    <a:lnL w="12700" cmpd="sng">
                      <a:noFill/>
                      <a:prstDash val="solid"/>
                    </a:lnL>
                    <a:lnR w="12700" cmpd="sng">
                      <a:noFill/>
                      <a:prstDash val="soli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6F5F0"/>
                    </a:solidFill>
                  </a:tcPr>
                </a:tc>
                <a:tc>
                  <a:txBody>
                    <a:bodyPr/>
                    <a:lstStyle/>
                    <a:p>
                      <a:r>
                        <a:rPr sz="1500" b="0" dirty="0" err="1">
                          <a:solidFill>
                            <a:srgbClr val="404040"/>
                          </a:solidFill>
                          <a:latin typeface="Segoe UI"/>
                          <a:ea typeface="Segoe UI"/>
                          <a:cs typeface="Segoe UI"/>
                        </a:rPr>
                        <a:t>Verfahrensgruppen</a:t>
                      </a:r>
                      <a:r>
                        <a:rPr sz="1500" b="0" dirty="0">
                          <a:solidFill>
                            <a:srgbClr val="404040"/>
                          </a:solidFill>
                          <a:latin typeface="Segoe UI"/>
                          <a:ea typeface="Segoe UI"/>
                          <a:cs typeface="Segoe UI"/>
                        </a:rPr>
                        <a:t> und </a:t>
                      </a:r>
                      <a:r>
                        <a:rPr sz="1500" b="0" dirty="0" err="1">
                          <a:solidFill>
                            <a:srgbClr val="404040"/>
                          </a:solidFill>
                          <a:latin typeface="Segoe UI"/>
                          <a:ea typeface="Segoe UI"/>
                          <a:cs typeface="Segoe UI"/>
                        </a:rPr>
                        <a:t>relativer</a:t>
                      </a:r>
                      <a:r>
                        <a:rPr sz="1500" b="0" dirty="0">
                          <a:solidFill>
                            <a:srgbClr val="404040"/>
                          </a:solidFill>
                          <a:latin typeface="Segoe UI"/>
                          <a:ea typeface="Segoe UI"/>
                          <a:cs typeface="Segoe UI"/>
                        </a:rPr>
                        <a:t> </a:t>
                      </a:r>
                      <a:r>
                        <a:rPr sz="1500" b="0" dirty="0" err="1">
                          <a:solidFill>
                            <a:srgbClr val="404040"/>
                          </a:solidFill>
                          <a:latin typeface="Segoe UI"/>
                          <a:ea typeface="Segoe UI"/>
                          <a:cs typeface="Segoe UI"/>
                        </a:rPr>
                        <a:t>Relevanzfilter</a:t>
                      </a:r>
                      <a:endParaRPr sz="1500" b="0" dirty="0">
                        <a:solidFill>
                          <a:srgbClr val="404040"/>
                        </a:solidFill>
                        <a:latin typeface="Segoe UI"/>
                        <a:ea typeface="Segoe UI"/>
                        <a:cs typeface="Segoe UI"/>
                      </a:endParaRPr>
                    </a:p>
                  </a:txBody>
                  <a:tcPr anchor="ctr">
                    <a:lnL w="12700" cmpd="sng">
                      <a:noFill/>
                      <a:prstDash val="solid"/>
                    </a:lnL>
                    <a:lnR w="12700" cmpd="sng">
                      <a:noFill/>
                      <a:prstDash val="soli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rgbClr val="F6F5F0"/>
                    </a:solidFill>
                  </a:tcPr>
                </a:tc>
                <a:extLst>
                  <a:ext uri="{0D108BD9-81ED-4DB2-BD59-A6C34878D82A}">
                    <a16:rowId xmlns:a16="http://schemas.microsoft.com/office/drawing/2014/main" val="10004"/>
                  </a:ext>
                </a:extLst>
              </a:tr>
            </a:tbl>
          </a:graphicData>
        </a:graphic>
      </p:graphicFrame>
      <p:sp>
        <p:nvSpPr>
          <p:cNvPr id="1002" name="Rechteck 1001">
            <a:extLst>
              <a:ext uri="{FF2B5EF4-FFF2-40B4-BE49-F238E27FC236}">
                <a16:creationId xmlns:a16="http://schemas.microsoft.com/office/drawing/2014/main" id="{A22489BA-4D60-4DE0-8297-E0355452F675}"/>
              </a:ext>
            </a:extLst>
          </p:cNvPr>
          <p:cNvSpPr>
            <a:spLocks noGrp="1"/>
          </p:cNvSpPr>
          <p:nvPr/>
        </p:nvSpPr>
        <p:spPr>
          <a:xfrm>
            <a:off x="1162050" y="5924550"/>
            <a:ext cx="11468100" cy="457200"/>
          </a:xfrm>
          <a:prstGeom prst="rect">
            <a:avLst/>
          </a:prstGeom>
          <a:noFill/>
          <a:ln w="0">
            <a:noFill/>
          </a:ln>
        </p:spPr>
        <p:txBody>
          <a:bodyPr lIns="0" tIns="0" rIns="0" bIns="0">
            <a:noAutofit/>
          </a:bodyPr>
          <a:lstStyle/>
          <a:p>
            <a:pPr>
              <a:defRPr sz="1500" b="0">
                <a:solidFill>
                  <a:srgbClr val="404040"/>
                </a:solidFill>
                <a:latin typeface="Segoe UI"/>
                <a:ea typeface="Segoe UI"/>
                <a:cs typeface="Segoe UI"/>
              </a:defRPr>
            </a:pPr>
            <a:r>
              <a:rPr sz="1500" b="0">
                <a:solidFill>
                  <a:srgbClr val="404040"/>
                </a:solidFill>
                <a:latin typeface="Segoe UI"/>
                <a:ea typeface="Segoe UI"/>
                <a:cs typeface="Segoe UI"/>
              </a:rPr>
              <a:t>Die Regressionstests sichern diese Fälle ab. Die Korrekturen garantieren keine fehlerfreien Antworten für beliebige Fragen.</a:t>
            </a:r>
          </a:p>
        </p:txBody>
      </p:sp>
    </p:spTree>
    <p:extLst>
      <p:ext uri="{BB962C8B-B14F-4D97-AF65-F5344CB8AC3E}">
        <p14:creationId xmlns:p14="http://schemas.microsoft.com/office/powerpoint/2010/main" val="36741977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API und Oberfläche gaben zu viel preis und behaupteten zu viel</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im github.com/swrobuts/SiemensWashingMachineTroubleShooting_LocalLLM, Prüfbericht vom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Eine Catch-all-Route lieferte beliebige Projektdateien über HTTP aus, Modellantworten landeten ungefiltert in innerHTML, und Eingabe- wie Streamfehler wurden uneinheitlich behandelt. Der Prompt forderte allgemeine Tipps an, obwohl es keine Websuche gab, und fest eingebaute Zahlen im GUI wirkten wie aktuelle Benchmarks. Die Korrekturen begrenzen, was der Server preisgibt und was die Oberfläche behauptet.</a:t>
            </a:r>
          </a:p>
        </p:txBody>
      </p:sp>
      <p:sp>
        <p:nvSpPr>
          <p:cNvPr id="6" name="Rectangle 5"/>
          <p:cNvSpPr/>
          <p:nvPr/>
        </p:nvSpPr>
        <p:spPr>
          <a:xfrm>
            <a:off x="1153160" y="24458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Projektdateien über HTTP erreichbar</a:t>
            </a:r>
          </a:p>
        </p:txBody>
      </p:sp>
      <p:sp>
        <p:nvSpPr>
          <p:cNvPr id="7" name="Rectangle 6"/>
          <p:cNvSpPr/>
          <p:nvPr/>
        </p:nvSpPr>
        <p:spPr>
          <a:xfrm>
            <a:off x="1153160" y="24458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5064760" y="26871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394960" y="2522047"/>
            <a:ext cx="7232650" cy="482600"/>
          </a:xfrm>
          <a:prstGeom prst="rect">
            <a:avLst/>
          </a:prstGeom>
          <a:noFill/>
        </p:spPr>
        <p:txBody>
          <a:bodyPr wrap="square" lIns="0" tIns="0" rIns="0" bIns="0" anchor="ctr">
            <a:spAutoFit/>
          </a:bodyPr>
          <a:lstStyle/>
          <a:p>
            <a:pPr>
              <a:lnSpc>
                <a:spcPct val="95000"/>
              </a:lnSpc>
            </a:pPr>
            <a:r>
              <a:rPr lang="de-DE" sz="1400" b="0">
                <a:solidFill>
                  <a:srgbClr val="404040"/>
                </a:solidFill>
                <a:latin typeface="Segoe UI"/>
              </a:rPr>
              <a:t>Explizite Dateifreigaben für GUI, Logo, QR- und mobile Scripts. Private Projektpfade sind gesperrt.</a:t>
            </a:r>
          </a:p>
        </p:txBody>
      </p:sp>
      <p:sp>
        <p:nvSpPr>
          <p:cNvPr id="10" name="Rectangle 9"/>
          <p:cNvSpPr/>
          <p:nvPr/>
        </p:nvSpPr>
        <p:spPr>
          <a:xfrm>
            <a:off x="1153160" y="31824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Generierter Inhalt als HTML übernommen</a:t>
            </a:r>
          </a:p>
        </p:txBody>
      </p:sp>
      <p:sp>
        <p:nvSpPr>
          <p:cNvPr id="11" name="Rectangle 10"/>
          <p:cNvSpPr/>
          <p:nvPr/>
        </p:nvSpPr>
        <p:spPr>
          <a:xfrm>
            <a:off x="1153160" y="31824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5064760" y="34237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394960" y="32586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HTML-Zeichen werden vor der Formatierung maskiert; Quelltexte per textContent.</a:t>
            </a:r>
          </a:p>
        </p:txBody>
      </p:sp>
      <p:sp>
        <p:nvSpPr>
          <p:cNvPr id="14" name="Rectangle 13"/>
          <p:cNvSpPr/>
          <p:nvPr/>
        </p:nvSpPr>
        <p:spPr>
          <a:xfrm>
            <a:off x="1153160" y="39190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Anfrage- und Streamfehler uneinheitlich</a:t>
            </a:r>
          </a:p>
        </p:txBody>
      </p:sp>
      <p:sp>
        <p:nvSpPr>
          <p:cNvPr id="15" name="Rectangle 14"/>
          <p:cNvSpPr/>
          <p:nvPr/>
        </p:nvSpPr>
        <p:spPr>
          <a:xfrm>
            <a:off x="1153160" y="39190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5064760" y="41603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394960" y="39952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JSON-Schema-Prüfung, 2000 Zeichen, 16-KiB-Body, SSE-error-Ereignis, HTTP 400 / 503.</a:t>
            </a:r>
          </a:p>
        </p:txBody>
      </p:sp>
      <p:sp>
        <p:nvSpPr>
          <p:cNvPr id="18" name="Rectangle 17"/>
          <p:cNvSpPr/>
          <p:nvPr/>
        </p:nvSpPr>
        <p:spPr>
          <a:xfrm>
            <a:off x="1153160" y="46556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Modellwissen als Internetquelle dargestellt</a:t>
            </a:r>
          </a:p>
        </p:txBody>
      </p:sp>
      <p:sp>
        <p:nvSpPr>
          <p:cNvPr id="19" name="Rectangle 18"/>
          <p:cNvSpPr/>
          <p:nvPr/>
        </p:nvSpPr>
        <p:spPr>
          <a:xfrm>
            <a:off x="1153160" y="46556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5064760" y="48969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394960" y="47318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Der gemeinsame Prompt fordert ausschließlich Handbuchkontext an.</a:t>
            </a:r>
          </a:p>
        </p:txBody>
      </p:sp>
      <p:sp>
        <p:nvSpPr>
          <p:cNvPr id="22" name="Rectangle 21"/>
          <p:cNvSpPr/>
          <p:nvPr/>
        </p:nvSpPr>
        <p:spPr>
          <a:xfrm>
            <a:off x="1153160" y="53922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Fest eingebaute Vergleichszahlen</a:t>
            </a:r>
          </a:p>
        </p:txBody>
      </p:sp>
      <p:sp>
        <p:nvSpPr>
          <p:cNvPr id="23" name="Rectangle 22"/>
          <p:cNvSpPr/>
          <p:nvPr/>
        </p:nvSpPr>
        <p:spPr>
          <a:xfrm>
            <a:off x="1153160" y="53922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ight Arrow 23"/>
          <p:cNvSpPr/>
          <p:nvPr/>
        </p:nvSpPr>
        <p:spPr>
          <a:xfrm>
            <a:off x="5064760" y="56335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394960" y="54684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Entfernt; die tatsächlichen Messungen stehen im Prüfbericht.</a:t>
            </a:r>
          </a:p>
        </p:txBody>
      </p:sp>
    </p:spTree>
    <p:extLst>
      <p:ext uri="{BB962C8B-B14F-4D97-AF65-F5344CB8AC3E}">
        <p14:creationId xmlns:p14="http://schemas.microsoft.com/office/powerpoint/2010/main" val="938105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Tests prüfen Code und Suche, die Antwortqualität bleibt Handarbeit</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tests/ und eval/ im github.com/swrobuts/SiemensWashingMachineTroubleShooting_LocalLLM; docs/AUDIT.md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Logiktests prüfen Fehlercodes, Cache-Key, Quellen, Tabellenzerlegung und </a:t>
            </a:r>
            <a:r>
              <a:rPr lang="de-DE" dirty="0" err="1"/>
              <a:t>PageIndex</a:t>
            </a:r>
            <a:r>
              <a:rPr lang="de-DE" dirty="0"/>
              <a:t>-Auswahl ohne Modell. API-Tests prüfen JSON, SSE, ungültige Eingaben, Fehlerfälle und Dateifreigaben. Die Retrieval-Messung stellt zehn Störungsfragen mit Stich-worten aus der Anleitung. Die Antwortqualität — Belegtreue, vollständige Warnhinweise, sinnvolle Ablehnung — verlangt echte Modellantworten. Diese fachliche Bewertung ersetzt kein automatisierter Test.</a:t>
            </a:r>
          </a:p>
        </p:txBody>
      </p:sp>
      <p:sp>
        <p:nvSpPr>
          <p:cNvPr id="6" name="Rectangle 5"/>
          <p:cNvSpPr/>
          <p:nvPr/>
        </p:nvSpPr>
        <p:spPr>
          <a:xfrm>
            <a:off x="1153160"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75108"/>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Logiktests</a:t>
            </a:r>
          </a:p>
        </p:txBody>
      </p:sp>
      <p:sp>
        <p:nvSpPr>
          <p:cNvPr id="9" name="TextBox 8"/>
          <p:cNvSpPr txBox="1"/>
          <p:nvPr/>
        </p:nvSpPr>
        <p:spPr>
          <a:xfrm>
            <a:off x="1369060"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Fehlercodes, Cache-Key, Quellen, Tabellen und PageIndex-Auswahl — ohne Modell.</a:t>
            </a:r>
          </a:p>
        </p:txBody>
      </p:sp>
      <p:sp>
        <p:nvSpPr>
          <p:cNvPr id="10" name="Rectangle 9"/>
          <p:cNvSpPr/>
          <p:nvPr/>
        </p:nvSpPr>
        <p:spPr>
          <a:xfrm>
            <a:off x="4066222"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066222" y="2575108"/>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82122"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API-Tests</a:t>
            </a:r>
          </a:p>
        </p:txBody>
      </p:sp>
      <p:sp>
        <p:nvSpPr>
          <p:cNvPr id="13" name="TextBox 12"/>
          <p:cNvSpPr txBox="1"/>
          <p:nvPr/>
        </p:nvSpPr>
        <p:spPr>
          <a:xfrm>
            <a:off x="4282122"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JSON, SSE, ungültige Eingaben, Fehlerfälle und Dateifreigaben.</a:t>
            </a:r>
          </a:p>
        </p:txBody>
      </p:sp>
      <p:sp>
        <p:nvSpPr>
          <p:cNvPr id="14" name="Rectangle 13"/>
          <p:cNvSpPr/>
          <p:nvPr/>
        </p:nvSpPr>
        <p:spPr>
          <a:xfrm>
            <a:off x="6979285"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979285" y="2575108"/>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95185"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Retrieval-Messung</a:t>
            </a:r>
          </a:p>
        </p:txBody>
      </p:sp>
      <p:sp>
        <p:nvSpPr>
          <p:cNvPr id="17" name="TextBox 16"/>
          <p:cNvSpPr txBox="1"/>
          <p:nvPr/>
        </p:nvSpPr>
        <p:spPr>
          <a:xfrm>
            <a:off x="7195185"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Zehn Störungsfragen mit Stichworten aus der Anleitung, realer Index.</a:t>
            </a:r>
          </a:p>
        </p:txBody>
      </p:sp>
      <p:sp>
        <p:nvSpPr>
          <p:cNvPr id="18" name="Rectangle 17"/>
          <p:cNvSpPr/>
          <p:nvPr/>
        </p:nvSpPr>
        <p:spPr>
          <a:xfrm>
            <a:off x="9892348"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9892348" y="2575108"/>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108248"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Antwortqualität</a:t>
            </a:r>
          </a:p>
        </p:txBody>
      </p:sp>
      <p:sp>
        <p:nvSpPr>
          <p:cNvPr id="21" name="TextBox 20"/>
          <p:cNvSpPr txBox="1"/>
          <p:nvPr/>
        </p:nvSpPr>
        <p:spPr>
          <a:xfrm>
            <a:off x="10108248"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Belegtreue, vollständige Warnhinweise und sinnvolle Ablehnung — fachlich, von Hand.</a:t>
            </a:r>
          </a:p>
        </p:txBody>
      </p:sp>
      <p:sp>
        <p:nvSpPr>
          <p:cNvPr id="22" name="Rectangle 21"/>
          <p:cNvSpPr/>
          <p:nvPr/>
        </p:nvSpPr>
        <p:spPr>
          <a:xfrm>
            <a:off x="1153160" y="4734108"/>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5025472"/>
            <a:ext cx="11017250" cy="204671"/>
          </a:xfrm>
          <a:prstGeom prst="rect">
            <a:avLst/>
          </a:prstGeom>
          <a:noFill/>
        </p:spPr>
        <p:txBody>
          <a:bodyPr wrap="square" lIns="0" tIns="0" rIns="0" bIns="0" anchor="ctr">
            <a:spAutoFit/>
          </a:bodyPr>
          <a:lstStyle/>
          <a:p>
            <a:pPr>
              <a:lnSpc>
                <a:spcPct val="95000"/>
              </a:lnSpc>
            </a:pPr>
            <a:r>
              <a:rPr lang="de-DE" sz="1400" b="0">
                <a:solidFill>
                  <a:srgbClr val="003E6E"/>
                </a:solidFill>
                <a:latin typeface="Segoe UI"/>
              </a:rPr>
              <a:t>Antwortqualität: Sieben gezielte OpenAI-Live-Fälle wurden mit dem Handbuch verglichen. Ein echter LM-Studio-Lauf auf dem Mac steht noch aus.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85 Python-Tests, 12 JavaScript-Tests und sieben Live-Fälle</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docs/evaluation/LIVE.md und tests/ im Projekt, Stand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automatisierten Tests prüfen unter anderem Provider-Isolation, Schlüsselverwaltung, Retrieval-Logik, API-Vertrag und </a:t>
            </a:r>
            <a:r>
              <a:rPr lang="de-DE" dirty="0" err="1"/>
              <a:t>mo-bilen</a:t>
            </a:r>
            <a:r>
              <a:rPr lang="de-DE" dirty="0"/>
              <a:t> Export. Sieben abschließende Browserfälle mit gpt-4.1-mini erfüllten die festgelegten Kriterien. Die Stichprobe umfasst Pumpensicherheit, Fehlercodes und Ablehnungen. Sie erlaubt keine allgemeine Fehlerquote. </a:t>
            </a:r>
          </a:p>
        </p:txBody>
      </p:sp>
      <p:sp>
        <p:nvSpPr>
          <p:cNvPr id="6" name="Rounded Rectangle 5"/>
          <p:cNvSpPr/>
          <p:nvPr/>
        </p:nvSpPr>
        <p:spPr>
          <a:xfrm>
            <a:off x="1153160"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305560" y="2659021"/>
            <a:ext cx="2430462" cy="228600"/>
          </a:xfrm>
          <a:prstGeom prst="rect">
            <a:avLst/>
          </a:prstGeom>
          <a:noFill/>
        </p:spPr>
        <p:txBody>
          <a:bodyPr wrap="square" lIns="0" tIns="0" rIns="0" bIns="0">
            <a:spAutoFit/>
          </a:bodyPr>
          <a:lstStyle/>
          <a:p>
            <a:pPr algn="ctr">
              <a:lnSpc>
                <a:spcPct val="95000"/>
              </a:lnSpc>
            </a:pPr>
            <a:r>
              <a:rPr lang="de-DE" sz="1300" b="0">
                <a:solidFill>
                  <a:srgbClr val="555148"/>
                </a:solidFill>
                <a:latin typeface="Segoe UI"/>
              </a:rPr>
              <a:t>Python / JavaScript</a:t>
            </a:r>
          </a:p>
        </p:txBody>
      </p:sp>
      <p:sp>
        <p:nvSpPr>
          <p:cNvPr id="8" name="TextBox 7"/>
          <p:cNvSpPr txBox="1"/>
          <p:nvPr/>
        </p:nvSpPr>
        <p:spPr>
          <a:xfrm>
            <a:off x="1305560" y="2938421"/>
            <a:ext cx="2430462" cy="457200"/>
          </a:xfrm>
          <a:prstGeom prst="rect">
            <a:avLst/>
          </a:prstGeom>
          <a:noFill/>
        </p:spPr>
        <p:txBody>
          <a:bodyPr wrap="square" lIns="0" tIns="0" rIns="0" bIns="0">
            <a:spAutoFit/>
          </a:bodyPr>
          <a:lstStyle/>
          <a:p>
            <a:pPr algn="ctr">
              <a:lnSpc>
                <a:spcPct val="95000"/>
              </a:lnSpc>
            </a:pPr>
            <a:r>
              <a:rPr lang="de-DE" sz="2200" b="1">
                <a:solidFill>
                  <a:srgbClr val="2E7D32"/>
                </a:solidFill>
                <a:latin typeface="Segoe UI"/>
              </a:rPr>
              <a:t>85 / 12</a:t>
            </a:r>
          </a:p>
        </p:txBody>
      </p:sp>
      <p:sp>
        <p:nvSpPr>
          <p:cNvPr id="9" name="Rounded Rectangle 8"/>
          <p:cNvSpPr/>
          <p:nvPr/>
        </p:nvSpPr>
        <p:spPr>
          <a:xfrm>
            <a:off x="4066222"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18622" y="2659021"/>
            <a:ext cx="2430462" cy="228600"/>
          </a:xfrm>
          <a:prstGeom prst="rect">
            <a:avLst/>
          </a:prstGeom>
          <a:noFill/>
        </p:spPr>
        <p:txBody>
          <a:bodyPr wrap="square" lIns="0" tIns="0" rIns="0" bIns="0">
            <a:spAutoFit/>
          </a:bodyPr>
          <a:lstStyle/>
          <a:p>
            <a:pPr algn="ctr">
              <a:lnSpc>
                <a:spcPct val="95000"/>
              </a:lnSpc>
            </a:pPr>
            <a:r>
              <a:rPr lang="de-DE" sz="1300" b="0">
                <a:solidFill>
                  <a:srgbClr val="555148"/>
                </a:solidFill>
                <a:latin typeface="Segoe UI"/>
              </a:rPr>
              <a:t>Live-Fälle bestanden</a:t>
            </a:r>
          </a:p>
        </p:txBody>
      </p:sp>
      <p:sp>
        <p:nvSpPr>
          <p:cNvPr id="11" name="TextBox 10"/>
          <p:cNvSpPr txBox="1"/>
          <p:nvPr/>
        </p:nvSpPr>
        <p:spPr>
          <a:xfrm>
            <a:off x="4218622" y="2938421"/>
            <a:ext cx="2430462" cy="457200"/>
          </a:xfrm>
          <a:prstGeom prst="rect">
            <a:avLst/>
          </a:prstGeom>
          <a:noFill/>
        </p:spPr>
        <p:txBody>
          <a:bodyPr wrap="square" lIns="0" tIns="0" rIns="0" bIns="0">
            <a:spAutoFit/>
          </a:bodyPr>
          <a:lstStyle/>
          <a:p>
            <a:pPr algn="ctr">
              <a:lnSpc>
                <a:spcPct val="95000"/>
              </a:lnSpc>
            </a:pPr>
            <a:r>
              <a:rPr lang="de-DE" sz="2200" b="1">
                <a:solidFill>
                  <a:srgbClr val="2E7D32"/>
                </a:solidFill>
                <a:latin typeface="Segoe UI"/>
              </a:rPr>
              <a:t>7 von 7</a:t>
            </a:r>
          </a:p>
        </p:txBody>
      </p:sp>
      <p:sp>
        <p:nvSpPr>
          <p:cNvPr id="12" name="Rounded Rectangle 11"/>
          <p:cNvSpPr/>
          <p:nvPr/>
        </p:nvSpPr>
        <p:spPr>
          <a:xfrm>
            <a:off x="6979285"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131685" y="2659021"/>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Hit@5, Hybrid mit Reranker</a:t>
            </a:r>
          </a:p>
        </p:txBody>
      </p:sp>
      <p:sp>
        <p:nvSpPr>
          <p:cNvPr id="14" name="TextBox 13"/>
          <p:cNvSpPr txBox="1"/>
          <p:nvPr/>
        </p:nvSpPr>
        <p:spPr>
          <a:xfrm>
            <a:off x="7131685" y="2938421"/>
            <a:ext cx="2430462" cy="4572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100 %</a:t>
            </a:r>
          </a:p>
        </p:txBody>
      </p:sp>
      <p:sp>
        <p:nvSpPr>
          <p:cNvPr id="15" name="Rounded Rectangle 14"/>
          <p:cNvSpPr/>
          <p:nvPr/>
        </p:nvSpPr>
        <p:spPr>
          <a:xfrm>
            <a:off x="9892348"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44748" y="2659021"/>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Realer LM-Studio-Lauf</a:t>
            </a:r>
          </a:p>
        </p:txBody>
      </p:sp>
      <p:sp>
        <p:nvSpPr>
          <p:cNvPr id="17" name="TextBox 16"/>
          <p:cNvSpPr txBox="1"/>
          <p:nvPr/>
        </p:nvSpPr>
        <p:spPr>
          <a:xfrm>
            <a:off x="10044748" y="2938421"/>
            <a:ext cx="2430462" cy="457200"/>
          </a:xfrm>
          <a:prstGeom prst="rect">
            <a:avLst/>
          </a:prstGeom>
          <a:noFill/>
        </p:spPr>
        <p:txBody>
          <a:bodyPr wrap="square" lIns="0" tIns="0" rIns="0" bIns="0">
            <a:spAutoFit/>
          </a:bodyPr>
          <a:lstStyle/>
          <a:p>
            <a:pPr algn="ctr">
              <a:lnSpc>
                <a:spcPct val="95000"/>
              </a:lnSpc>
            </a:pPr>
            <a:r>
              <a:rPr sz="2200" b="1">
                <a:solidFill>
                  <a:srgbClr val="ED7004"/>
                </a:solidFill>
                <a:latin typeface="Segoe UI"/>
              </a:rPr>
              <a:t>offen</a:t>
            </a:r>
          </a:p>
        </p:txBody>
      </p:sp>
      <p:graphicFrame>
        <p:nvGraphicFramePr>
          <p:cNvPr id="18" name="Table 17"/>
          <p:cNvGraphicFramePr>
            <a:graphicFrameLocks noGrp="1"/>
          </p:cNvGraphicFramePr>
          <p:nvPr>
            <p:extLst>
              <p:ext uri="{D42A27DB-BD31-4B8C-83A1-F6EECF244321}">
                <p14:modId xmlns:p14="http://schemas.microsoft.com/office/powerpoint/2010/main" val="3702923504"/>
              </p:ext>
            </p:extLst>
          </p:nvPr>
        </p:nvGraphicFramePr>
        <p:xfrm>
          <a:off x="1153160" y="3802021"/>
          <a:ext cx="11474450" cy="2006600"/>
        </p:xfrm>
        <a:graphic>
          <a:graphicData uri="http://schemas.openxmlformats.org/drawingml/2006/table">
            <a:tbl>
              <a:tblPr firstRow="1">
                <a:tableStyleId>{2D5ABB26-0587-4C30-8999-92F81FD0307C}</a:tableStyleId>
              </a:tblPr>
              <a:tblGrid>
                <a:gridCol w="5334000">
                  <a:extLst>
                    <a:ext uri="{9D8B030D-6E8A-4147-A177-3AD203B41FA5}">
                      <a16:colId xmlns:a16="http://schemas.microsoft.com/office/drawing/2014/main" val="20000"/>
                    </a:ext>
                  </a:extLst>
                </a:gridCol>
                <a:gridCol w="3302000">
                  <a:extLst>
                    <a:ext uri="{9D8B030D-6E8A-4147-A177-3AD203B41FA5}">
                      <a16:colId xmlns:a16="http://schemas.microsoft.com/office/drawing/2014/main" val="20001"/>
                    </a:ext>
                  </a:extLst>
                </a:gridCol>
                <a:gridCol w="2838450">
                  <a:extLst>
                    <a:ext uri="{9D8B030D-6E8A-4147-A177-3AD203B41FA5}">
                      <a16:colId xmlns:a16="http://schemas.microsoft.com/office/drawing/2014/main" val="20002"/>
                    </a:ext>
                  </a:extLst>
                </a:gridCol>
              </a:tblGrid>
              <a:tr h="381000">
                <a:tc>
                  <a:txBody>
                    <a:bodyPr/>
                    <a:lstStyle/>
                    <a:p>
                      <a:pPr algn="l"/>
                      <a:r>
                        <a:rPr lang="de-DE" sz="1400" b="1">
                          <a:solidFill>
                            <a:srgbClr val="FFFFFF"/>
                          </a:solidFill>
                          <a:latin typeface="Segoe UI"/>
                        </a:rPr>
                        <a:t>Live-Prüfung</a:t>
                      </a:r>
                    </a:p>
                  </a:txBody>
                  <a:tcPr marL="101600" marR="101600" marT="50800" marB="50800" anchor="ctr">
                    <a:solidFill>
                      <a:srgbClr val="003E6E"/>
                    </a:solidFill>
                  </a:tcPr>
                </a:tc>
                <a:tc>
                  <a:txBody>
                    <a:bodyPr/>
                    <a:lstStyle/>
                    <a:p>
                      <a:pPr algn="r"/>
                      <a:r>
                        <a:rPr lang="de-DE" sz="1400" b="1">
                          <a:solidFill>
                            <a:srgbClr val="FFFFFF"/>
                          </a:solidFill>
                          <a:latin typeface="Segoe UI"/>
                        </a:rPr>
                        <a:t>Ergebnis</a:t>
                      </a:r>
                    </a:p>
                  </a:txBody>
                  <a:tcPr marL="101600" marR="101600" marT="50800" marB="50800" anchor="ctr">
                    <a:solidFill>
                      <a:srgbClr val="003E6E"/>
                    </a:solidFill>
                  </a:tcPr>
                </a:tc>
                <a:tc>
                  <a:txBody>
                    <a:bodyPr/>
                    <a:lstStyle/>
                    <a:p>
                      <a:pPr algn="l"/>
                      <a:r>
                        <a:rPr lang="de-DE" sz="1400" b="1">
                          <a:solidFill>
                            <a:srgbClr val="FFFFFF"/>
                          </a:solidFill>
                          <a:latin typeface="Segoe UI"/>
                        </a:rPr>
                        <a:t>Umfang</a:t>
                      </a:r>
                    </a:p>
                  </a:txBody>
                  <a:tcPr marL="101600" marR="101600" marT="50800" marB="50800" anchor="ctr">
                    <a:solidFill>
                      <a:srgbClr val="003E6E"/>
                    </a:solidFill>
                  </a:tcPr>
                </a:tc>
                <a:extLst>
                  <a:ext uri="{0D108BD9-81ED-4DB2-BD59-A6C34878D82A}">
                    <a16:rowId xmlns:a16="http://schemas.microsoft.com/office/drawing/2014/main" val="10000"/>
                  </a:ext>
                </a:extLst>
              </a:tr>
              <a:tr h="406400">
                <a:tc>
                  <a:txBody>
                    <a:bodyPr/>
                    <a:lstStyle/>
                    <a:p>
                      <a:pPr algn="l"/>
                      <a:r>
                        <a:rPr lang="de-DE" sz="1400" b="0">
                          <a:solidFill>
                            <a:srgbClr val="404040"/>
                          </a:solidFill>
                          <a:latin typeface="Segoe UI"/>
                        </a:rPr>
                        <a:t>Pumpenreinigung mit Warnhinweisen</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Bestanden</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Hybrid, 1 Fall</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06400">
                <a:tc>
                  <a:txBody>
                    <a:bodyPr/>
                    <a:lstStyle/>
                    <a:p>
                      <a:pPr algn="l"/>
                      <a:r>
                        <a:rPr lang="de-DE" sz="1400" b="0">
                          <a:solidFill>
                            <a:srgbClr val="404040"/>
                          </a:solidFill>
                          <a:latin typeface="Segoe UI"/>
                        </a:rPr>
                        <a:t>Fehlercode E:18, beide Ursachen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Bestanden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lang="de-DE" sz="1400" b="0">
                          <a:solidFill>
                            <a:srgbClr val="404040"/>
                          </a:solidFill>
                          <a:latin typeface="Segoe UI"/>
                        </a:rPr>
                        <a:t>Hybrid, 1 Fall</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06400">
                <a:tc>
                  <a:txBody>
                    <a:bodyPr/>
                    <a:lstStyle/>
                    <a:p>
                      <a:pPr algn="l"/>
                      <a:r>
                        <a:rPr lang="de-DE" sz="1400" b="0">
                          <a:solidFill>
                            <a:srgbClr val="404040"/>
                          </a:solidFill>
                          <a:latin typeface="Segoe UI"/>
                        </a:rPr>
                        <a:t>Fehlercode E:23, Hahn zu / Service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Bestanden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lang="de-DE" sz="1400" b="0">
                          <a:solidFill>
                            <a:srgbClr val="404040"/>
                          </a:solidFill>
                          <a:latin typeface="Segoe UI"/>
                        </a:rPr>
                        <a:t>Hybrid + PageIndex, 2 Fälle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06400">
                <a:tc>
                  <a:txBody>
                    <a:bodyPr/>
                    <a:lstStyle/>
                    <a:p>
                      <a:pPr algn="l"/>
                      <a:r>
                        <a:rPr lang="de-DE" sz="1400" b="0">
                          <a:solidFill>
                            <a:srgbClr val="404040"/>
                          </a:solidFill>
                          <a:latin typeface="Segoe UI"/>
                        </a:rPr>
                        <a:t>E:180 und fachfremde Frage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Korrekt abgelehnt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lang="de-DE" sz="1400" b="0">
                          <a:solidFill>
                            <a:srgbClr val="404040"/>
                          </a:solidFill>
                          <a:latin typeface="Segoe UI"/>
                        </a:rPr>
                        <a:t>Hybrid / PageIndex, 3 Fälle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Stichworttreffer ist kein Beleg für eine richtige Antwort</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eval/questions.json und eval/run_eval.py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Das Evalset hinterlegt zu jeder Frage erwartete Stichwörter aus den Störungstabellen. Hit@k zählt, ob mindestens eines davon in den Top-k steht, Hit@1 dasselbe für den ersten Treffer; MRR mittelt den Kehrwert des Rangs des ersten Treffers; die Abdeckung misst den Anteil gefundener Stichwörter. Ein einzelnes Wort genügt für einen Treffer. Deshalb sind es Keyword-Proxys — 100 % Trefferquote belegen weder richtige Antworten noch vollständigen Recall.</a:t>
            </a:r>
          </a:p>
        </p:txBody>
      </p:sp>
      <p:sp>
        <p:nvSpPr>
          <p:cNvPr id="6" name="Rectangle 5"/>
          <p:cNvSpPr/>
          <p:nvPr/>
        </p:nvSpPr>
        <p:spPr>
          <a:xfrm>
            <a:off x="1153160" y="2431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Keyword-Hit@k</a:t>
            </a:r>
          </a:p>
        </p:txBody>
      </p:sp>
      <p:sp>
        <p:nvSpPr>
          <p:cNvPr id="7" name="Rectangle 6"/>
          <p:cNvSpPr/>
          <p:nvPr/>
        </p:nvSpPr>
        <p:spPr>
          <a:xfrm>
            <a:off x="1153160" y="2431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2672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507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Mindestens ein erwartetes Stichwort in den Top-k Treffern (hier k = 5).</a:t>
            </a:r>
          </a:p>
        </p:txBody>
      </p:sp>
      <p:sp>
        <p:nvSpPr>
          <p:cNvPr id="10" name="Rectangle 9"/>
          <p:cNvSpPr/>
          <p:nvPr/>
        </p:nvSpPr>
        <p:spPr>
          <a:xfrm>
            <a:off x="1153160" y="3193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Keyword-Hit@1</a:t>
            </a:r>
          </a:p>
        </p:txBody>
      </p:sp>
      <p:sp>
        <p:nvSpPr>
          <p:cNvPr id="11" name="Rectangle 10"/>
          <p:cNvSpPr/>
          <p:nvPr/>
        </p:nvSpPr>
        <p:spPr>
          <a:xfrm>
            <a:off x="1153160" y="3193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434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269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Mindestens ein erwartetes Stichwort im ersten Treffer.</a:t>
            </a:r>
          </a:p>
        </p:txBody>
      </p:sp>
      <p:sp>
        <p:nvSpPr>
          <p:cNvPr id="14" name="Rectangle 13"/>
          <p:cNvSpPr/>
          <p:nvPr/>
        </p:nvSpPr>
        <p:spPr>
          <a:xfrm>
            <a:off x="1153160" y="3955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Keyword-MRR</a:t>
            </a:r>
          </a:p>
        </p:txBody>
      </p:sp>
      <p:sp>
        <p:nvSpPr>
          <p:cNvPr id="15" name="Rectangle 14"/>
          <p:cNvSpPr/>
          <p:nvPr/>
        </p:nvSpPr>
        <p:spPr>
          <a:xfrm>
            <a:off x="1153160" y="3955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196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4031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Mittelwert von 1 / Rang des ersten Stichworttreffers über die zehn Fragen.</a:t>
            </a:r>
          </a:p>
        </p:txBody>
      </p:sp>
      <p:sp>
        <p:nvSpPr>
          <p:cNvPr id="18" name="Rectangle 17"/>
          <p:cNvSpPr/>
          <p:nvPr/>
        </p:nvSpPr>
        <p:spPr>
          <a:xfrm>
            <a:off x="1153160" y="4717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Keyword-Abdeckung</a:t>
            </a:r>
          </a:p>
        </p:txBody>
      </p:sp>
      <p:sp>
        <p:nvSpPr>
          <p:cNvPr id="19" name="Rectangle 18"/>
          <p:cNvSpPr/>
          <p:nvPr/>
        </p:nvSpPr>
        <p:spPr>
          <a:xfrm>
            <a:off x="1153160" y="4717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4958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4793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Anteil der erwarteten Stichwörter, die in den Ergebnissen vorkommen.</a:t>
            </a:r>
          </a:p>
        </p:txBody>
      </p:sp>
      <p:sp>
        <p:nvSpPr>
          <p:cNvPr id="22" name="Rectangle 21"/>
          <p:cNvSpPr/>
          <p:nvPr/>
        </p:nvSpPr>
        <p:spPr>
          <a:xfrm>
            <a:off x="1153160" y="5581085"/>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5720785"/>
            <a:ext cx="11017250" cy="431800"/>
          </a:xfrm>
          <a:prstGeom prst="rect">
            <a:avLst/>
          </a:prstGeom>
          <a:noFill/>
        </p:spPr>
        <p:txBody>
          <a:bodyPr wrap="square" lIns="0" tIns="0" rIns="0" bIns="0">
            <a:spAutoFit/>
          </a:bodyPr>
          <a:lstStyle/>
          <a:p>
            <a:pPr>
              <a:lnSpc>
                <a:spcPct val="95000"/>
              </a:lnSpc>
            </a:pPr>
            <a:r>
              <a:rPr sz="1400" b="0">
                <a:solidFill>
                  <a:srgbClr val="404040"/>
                </a:solidFill>
                <a:latin typeface="Segoe UI"/>
              </a:rPr>
              <a:t>Zehn Fragen, erwartete Stichwörter aus den Tabellen "Hinweise im Anzeigefeld" und "Störungen, was tun?" — Groß- und Kleinschreibung ignoriert.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Reranking erhöht Hit@1 von 70 auf 100 % bei zehn Fragen</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docs/evaluation/vector.json, hybrid-no-rerank.json, hybrid-rerank.json (19.09.2026); Ablation der Suchkomponenten, n = 10</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Alle Varianten verwenden Parser md-v5-procedure-context und denselben E5-Index. Der Code-Lookup erhöht Hit@5 von 80 auf 90 %. Reranking erhöht Hit@1 gegenüber Hybrid ohne Reranker von 70 auf 100 %. Bewertet werden Top-5-Kandidaten vor Antwortkontextfilter und Verfahrenserweiterung. Es sind Keyword-Proxys für zehn Fragen, keine Messwerte zur Korrektheit generierter Antworten.</a:t>
            </a:r>
          </a:p>
        </p:txBody>
      </p:sp>
      <p:sp>
        <p:nvSpPr>
          <p:cNvPr id="40" name="TextBox 39"/>
          <p:cNvSpPr txBox="1"/>
          <p:nvPr/>
        </p:nvSpPr>
        <p:spPr>
          <a:xfrm>
            <a:off x="1153160" y="5405545"/>
            <a:ext cx="11474450" cy="457200"/>
          </a:xfrm>
          <a:prstGeom prst="rect">
            <a:avLst/>
          </a:prstGeom>
          <a:noFill/>
        </p:spPr>
        <p:txBody>
          <a:bodyPr wrap="square" lIns="0" tIns="0" rIns="0" bIns="0">
            <a:spAutoFit/>
          </a:bodyPr>
          <a:lstStyle/>
          <a:p>
            <a:pPr>
              <a:lnSpc>
                <a:spcPct val="95000"/>
              </a:lnSpc>
            </a:pPr>
            <a:r>
              <a:rPr lang="de-DE" sz="1300" b="0">
                <a:solidFill>
                  <a:srgbClr val="555148"/>
                </a:solidFill>
                <a:latin typeface="Segoe UI"/>
              </a:rPr>
              <a:t>Gleicher Index, unterschiedliche Suchkomponenten. Aufwärmeffekte verhindern einen belastbaren Laufzeitvergleich dieser drei Messungen.</a:t>
            </a:r>
          </a:p>
        </p:txBody>
      </p:sp>
      <p:graphicFrame>
        <p:nvGraphicFramePr>
          <p:cNvPr id="42" name="Tabelle 41">
            <a:extLst>
              <a:ext uri="{FF2B5EF4-FFF2-40B4-BE49-F238E27FC236}">
                <a16:creationId xmlns:a16="http://schemas.microsoft.com/office/drawing/2014/main" id="{6CA6FEAD-3A9B-45E0-AB5A-D9EB55F21EEA}"/>
              </a:ext>
            </a:extLst>
          </p:cNvPr>
          <p:cNvGraphicFramePr>
            <a:graphicFrameLocks noGrp="1"/>
          </p:cNvGraphicFramePr>
          <p:nvPr>
            <p:extLst>
              <p:ext uri="{D42A27DB-BD31-4B8C-83A1-F6EECF244321}">
                <p14:modId xmlns:p14="http://schemas.microsoft.com/office/powerpoint/2010/main" val="3752783009"/>
              </p:ext>
            </p:extLst>
          </p:nvPr>
        </p:nvGraphicFramePr>
        <p:xfrm>
          <a:off x="1153160" y="2560745"/>
          <a:ext cx="6858000" cy="25400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870817086"/>
                    </a:ext>
                  </a:extLst>
                </a:gridCol>
                <a:gridCol w="1016000">
                  <a:extLst>
                    <a:ext uri="{9D8B030D-6E8A-4147-A177-3AD203B41FA5}">
                      <a16:colId xmlns:a16="http://schemas.microsoft.com/office/drawing/2014/main" val="1029571490"/>
                    </a:ext>
                  </a:extLst>
                </a:gridCol>
                <a:gridCol w="1016000">
                  <a:extLst>
                    <a:ext uri="{9D8B030D-6E8A-4147-A177-3AD203B41FA5}">
                      <a16:colId xmlns:a16="http://schemas.microsoft.com/office/drawing/2014/main" val="2239924831"/>
                    </a:ext>
                  </a:extLst>
                </a:gridCol>
                <a:gridCol w="1016000">
                  <a:extLst>
                    <a:ext uri="{9D8B030D-6E8A-4147-A177-3AD203B41FA5}">
                      <a16:colId xmlns:a16="http://schemas.microsoft.com/office/drawing/2014/main" val="2451925254"/>
                    </a:ext>
                  </a:extLst>
                </a:gridCol>
                <a:gridCol w="1270000">
                  <a:extLst>
                    <a:ext uri="{9D8B030D-6E8A-4147-A177-3AD203B41FA5}">
                      <a16:colId xmlns:a16="http://schemas.microsoft.com/office/drawing/2014/main" val="1962578000"/>
                    </a:ext>
                  </a:extLst>
                </a:gridCol>
              </a:tblGrid>
              <a:tr h="635000">
                <a:tc>
                  <a:txBody>
                    <a:bodyPr/>
                    <a:lstStyle/>
                    <a:p>
                      <a:pPr algn="l"/>
                      <a:r>
                        <a:rPr lang="de-DE" sz="1400" b="1">
                          <a:solidFill>
                            <a:srgbClr val="FFFFFF"/>
                          </a:solidFill>
                          <a:latin typeface="Segoe UI"/>
                          <a:cs typeface="Segoe UI"/>
                        </a:rPr>
                        <a:t>Variante</a:t>
                      </a:r>
                    </a:p>
                  </a:txBody>
                  <a:tcPr anchor="ctr">
                    <a:solidFill>
                      <a:srgbClr val="003E6E"/>
                    </a:solidFill>
                  </a:tcPr>
                </a:tc>
                <a:tc>
                  <a:txBody>
                    <a:bodyPr/>
                    <a:lstStyle/>
                    <a:p>
                      <a:pPr algn="r"/>
                      <a:r>
                        <a:rPr lang="de-DE" sz="1400" b="1">
                          <a:solidFill>
                            <a:srgbClr val="FFFFFF"/>
                          </a:solidFill>
                          <a:latin typeface="Segoe UI"/>
                          <a:cs typeface="Segoe UI"/>
                        </a:rPr>
                        <a:t>Hit@5</a:t>
                      </a:r>
                    </a:p>
                  </a:txBody>
                  <a:tcPr anchor="ctr">
                    <a:solidFill>
                      <a:srgbClr val="003E6E"/>
                    </a:solidFill>
                  </a:tcPr>
                </a:tc>
                <a:tc>
                  <a:txBody>
                    <a:bodyPr/>
                    <a:lstStyle/>
                    <a:p>
                      <a:pPr algn="r"/>
                      <a:r>
                        <a:rPr lang="de-DE" sz="1400" b="1">
                          <a:solidFill>
                            <a:srgbClr val="FFFFFF"/>
                          </a:solidFill>
                          <a:latin typeface="Segoe UI"/>
                          <a:cs typeface="Segoe UI"/>
                        </a:rPr>
                        <a:t>Hit@1</a:t>
                      </a:r>
                    </a:p>
                  </a:txBody>
                  <a:tcPr anchor="ctr">
                    <a:solidFill>
                      <a:srgbClr val="003E6E"/>
                    </a:solidFill>
                  </a:tcPr>
                </a:tc>
                <a:tc>
                  <a:txBody>
                    <a:bodyPr/>
                    <a:lstStyle/>
                    <a:p>
                      <a:pPr algn="r"/>
                      <a:r>
                        <a:rPr lang="de-DE" sz="1400" b="1">
                          <a:solidFill>
                            <a:srgbClr val="FFFFFF"/>
                          </a:solidFill>
                          <a:latin typeface="Segoe UI"/>
                          <a:cs typeface="Segoe UI"/>
                        </a:rPr>
                        <a:t>MRR</a:t>
                      </a:r>
                    </a:p>
                  </a:txBody>
                  <a:tcPr anchor="ctr">
                    <a:solidFill>
                      <a:srgbClr val="003E6E"/>
                    </a:solidFill>
                  </a:tcPr>
                </a:tc>
                <a:tc>
                  <a:txBody>
                    <a:bodyPr/>
                    <a:lstStyle/>
                    <a:p>
                      <a:pPr algn="r"/>
                      <a:r>
                        <a:rPr lang="de-DE" sz="1400" b="1">
                          <a:solidFill>
                            <a:srgbClr val="FFFFFF"/>
                          </a:solidFill>
                          <a:latin typeface="Segoe UI"/>
                          <a:cs typeface="Segoe UI"/>
                        </a:rPr>
                        <a:t>Abdeckung</a:t>
                      </a:r>
                    </a:p>
                  </a:txBody>
                  <a:tcPr anchor="ctr">
                    <a:solidFill>
                      <a:srgbClr val="003E6E"/>
                    </a:solidFill>
                  </a:tcPr>
                </a:tc>
                <a:extLst>
                  <a:ext uri="{0D108BD9-81ED-4DB2-BD59-A6C34878D82A}">
                    <a16:rowId xmlns:a16="http://schemas.microsoft.com/office/drawing/2014/main" val="3801561418"/>
                  </a:ext>
                </a:extLst>
              </a:tr>
              <a:tr h="635000">
                <a:tc>
                  <a:txBody>
                    <a:bodyPr/>
                    <a:lstStyle/>
                    <a:p>
                      <a:pPr algn="l"/>
                      <a:r>
                        <a:rPr lang="de-DE" sz="1400" b="1">
                          <a:solidFill>
                            <a:srgbClr val="003E6E"/>
                          </a:solidFill>
                          <a:latin typeface="Segoe UI"/>
                          <a:cs typeface="Segoe UI"/>
                        </a:rPr>
                        <a:t>Vektor allein</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80 %</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60 %</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0,700</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64,5 %</a:t>
                      </a:r>
                    </a:p>
                  </a:txBody>
                  <a:tcPr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3282145248"/>
                  </a:ext>
                </a:extLst>
              </a:tr>
              <a:tr h="635000">
                <a:tc>
                  <a:txBody>
                    <a:bodyPr/>
                    <a:lstStyle/>
                    <a:p>
                      <a:pPr algn="l"/>
                      <a:r>
                        <a:rPr lang="de-DE" sz="1400" b="1">
                          <a:solidFill>
                            <a:srgbClr val="003E6E"/>
                          </a:solidFill>
                          <a:latin typeface="Segoe UI"/>
                          <a:cs typeface="Segoe UI"/>
                        </a:rPr>
                        <a:t>Hybrid ohne Reranker</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90 %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70 %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0,800</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82,0 %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3080984399"/>
                  </a:ext>
                </a:extLst>
              </a:tr>
              <a:tr h="635000">
                <a:tc>
                  <a:txBody>
                    <a:bodyPr/>
                    <a:lstStyle/>
                    <a:p>
                      <a:pPr algn="l"/>
                      <a:r>
                        <a:rPr lang="de-DE" sz="1400" b="1">
                          <a:solidFill>
                            <a:srgbClr val="003E6E"/>
                          </a:solidFill>
                          <a:latin typeface="Segoe UI"/>
                          <a:cs typeface="Segoe UI"/>
                        </a:rPr>
                        <a:t>Hybrid mit Reranker</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100 %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100 %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1,000</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93,5 %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135332769"/>
                  </a:ext>
                </a:extLst>
              </a:tr>
            </a:tbl>
          </a:graphicData>
        </a:graphic>
      </p:graphicFrame>
      <p:graphicFrame>
        <p:nvGraphicFramePr>
          <p:cNvPr id="43" name="Chart"/>
          <p:cNvGraphicFramePr/>
          <p:nvPr>
            <p:extLst>
              <p:ext uri="{D42A27DB-BD31-4B8C-83A1-F6EECF244321}">
                <p14:modId xmlns:p14="http://schemas.microsoft.com/office/powerpoint/2010/main" val="2008644013"/>
              </p:ext>
            </p:extLst>
          </p:nvPr>
        </p:nvGraphicFramePr>
        <p:xfrm>
          <a:off x="8382000" y="2738545"/>
          <a:ext cx="4254500" cy="2489200"/>
        </p:xfrm>
        <a:graphic>
          <a:graphicData uri="http://schemas.openxmlformats.org/drawingml/2006/chart">
            <c:chart xmlns:c="http://schemas.openxmlformats.org/drawingml/2006/chart" xmlns:r="http://schemas.openxmlformats.org/officeDocument/2006/relationships" r:id="rId3"/>
          </a:graphicData>
        </a:graphic>
      </p:graphicFrame>
      <p:sp>
        <p:nvSpPr>
          <p:cNvPr id="900" name="Chart Label"/>
          <p:cNvSpPr txBox="1"/>
          <p:nvPr/>
        </p:nvSpPr>
        <p:spPr>
          <a:xfrm>
            <a:off x="8290560" y="2509945"/>
            <a:ext cx="4343400" cy="254000"/>
          </a:xfrm>
          <a:prstGeom prst="rect">
            <a:avLst/>
          </a:prstGeom>
          <a:noFill/>
        </p:spPr>
        <p:txBody>
          <a:bodyPr wrap="square" lIns="91440" tIns="0" rIns="0" bIns="0">
            <a:noAutofit/>
          </a:bodyPr>
          <a:lstStyle/>
          <a:p>
            <a:r>
              <a:rPr lang="de-DE" sz="1300" b="1" dirty="0">
                <a:solidFill>
                  <a:srgbClr val="003E6E"/>
                </a:solidFill>
              </a:rPr>
              <a:t>Hit@1 je Variante, zehn Fragen</a:t>
            </a:r>
          </a:p>
        </p:txBody>
      </p:sp>
    </p:spTree>
    <p:extLst>
      <p:ext uri="{BB962C8B-B14F-4D97-AF65-F5344CB8AC3E}">
        <p14:creationId xmlns:p14="http://schemas.microsoft.com/office/powerpoint/2010/main" val="1705627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MRR 1,000 bedeutet zehn erste Stichworttreffer auf Rang 1</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docs/evaluation/hybrid-rerank.json, Feld reciprocal_rank je Frage (19.09.2026); Definition MRR = 1/|Q| · </a:t>
            </a:r>
            <a:r>
              <a:rPr lang="el-GR"/>
              <a:t>Σ 1/</a:t>
            </a:r>
            <a:r>
              <a:rPr lang="de-DE"/>
              <a:t>rank_i</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Mean </a:t>
            </a:r>
            <a:r>
              <a:rPr lang="de-DE" dirty="0" err="1"/>
              <a:t>Reciprocal</a:t>
            </a:r>
            <a:r>
              <a:rPr lang="de-DE" dirty="0"/>
              <a:t> Rank (MRR) mittelt den Kehrwert des Rangs des ersten Treffers. Rang 1 zählt 1, Rang 2 zählt 0,5, kein Treffer zählt 0. Im aktuellen Lauf mit </a:t>
            </a:r>
            <a:r>
              <a:rPr lang="de-DE" dirty="0" err="1"/>
              <a:t>Reranker</a:t>
            </a:r>
            <a:r>
              <a:rPr lang="de-DE" dirty="0"/>
              <a:t> enthält bei allen zehn Fragen bereits Rang 1 mindestens ein erwartetes Stichwort. Damit beträgt MRR 1,000. Diese Definition prüft einen Keyword-Treffer, nicht die fachliche Relevanz jedes Abschnitts oder die Vollständigkeit einer Antwort.</a:t>
            </a:r>
          </a:p>
        </p:txBody>
      </p:sp>
      <p:sp>
        <p:nvSpPr>
          <p:cNvPr id="6" name="Rectangle 5"/>
          <p:cNvSpPr/>
          <p:nvPr/>
        </p:nvSpPr>
        <p:spPr>
          <a:xfrm>
            <a:off x="1153160" y="2383611"/>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l"/>
            <a:r>
              <a:rPr sz="2200" b="1">
                <a:solidFill>
                  <a:srgbClr val="003E6E"/>
                </a:solidFill>
                <a:latin typeface="Consolas"/>
              </a:rPr>
              <a:t>MRR  =  1/|Q| · Σ 1/rank_i</a:t>
            </a:r>
            <a:r>
              <a:rPr sz="1300">
                <a:solidFill>
                  <a:srgbClr val="555148"/>
                </a:solidFill>
                <a:latin typeface="Segoe UI"/>
              </a:rPr>
              <a:t>        Q = zehn Fragen · rank_i = Rang des ersten Stichworttreffers</a:t>
            </a:r>
          </a:p>
        </p:txBody>
      </p:sp>
      <p:sp>
        <p:nvSpPr>
          <p:cNvPr id="7" name="Rectangle 6"/>
          <p:cNvSpPr/>
          <p:nvPr/>
        </p:nvSpPr>
        <p:spPr>
          <a:xfrm>
            <a:off x="115316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15316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476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Wasser läuft aus</a:t>
            </a:r>
          </a:p>
        </p:txBody>
      </p:sp>
      <p:sp>
        <p:nvSpPr>
          <p:cNvPr id="10" name="TextBox 9"/>
          <p:cNvSpPr txBox="1"/>
          <p:nvPr/>
        </p:nvSpPr>
        <p:spPr>
          <a:xfrm>
            <a:off x="1254760" y="3755211"/>
            <a:ext cx="1990090" cy="254000"/>
          </a:xfrm>
          <a:prstGeom prst="rect">
            <a:avLst/>
          </a:prstGeom>
          <a:noFill/>
        </p:spPr>
        <p:txBody>
          <a:bodyPr wrap="square" lIns="0" tIns="0" rIns="0" bIns="0">
            <a:spAutoFit/>
          </a:bodyPr>
          <a:lstStyle/>
          <a:p>
            <a:pPr>
              <a:lnSpc>
                <a:spcPct val="95000"/>
              </a:lnSpc>
            </a:pPr>
            <a:r>
              <a:rPr lang="de-DE" sz="1300" b="0">
                <a:solidFill>
                  <a:srgbClr val="404040"/>
                </a:solidFill>
                <a:latin typeface="Segoe UI"/>
              </a:rPr>
              <a:t>Erster Treffer: Rang 1</a:t>
            </a:r>
          </a:p>
        </p:txBody>
      </p:sp>
      <p:sp>
        <p:nvSpPr>
          <p:cNvPr id="11" name="TextBox 10"/>
          <p:cNvSpPr txBox="1"/>
          <p:nvPr/>
        </p:nvSpPr>
        <p:spPr>
          <a:xfrm>
            <a:off x="1254760" y="4034611"/>
            <a:ext cx="1990090" cy="279400"/>
          </a:xfrm>
          <a:prstGeom prst="rect">
            <a:avLst/>
          </a:prstGeom>
          <a:noFill/>
        </p:spPr>
        <p:txBody>
          <a:bodyPr wrap="square" lIns="0" tIns="0" rIns="0" bIns="0">
            <a:spAutoFit/>
          </a:bodyPr>
          <a:lstStyle/>
          <a:p>
            <a:pPr>
              <a:lnSpc>
                <a:spcPct val="95000"/>
              </a:lnSpc>
            </a:pPr>
            <a:r>
              <a:rPr lang="de-DE" sz="1300" b="1">
                <a:solidFill>
                  <a:srgbClr val="003E6E"/>
                </a:solidFill>
                <a:latin typeface="Segoe UI"/>
              </a:rPr>
              <a:t>1/1 = 1,0</a:t>
            </a:r>
          </a:p>
        </p:txBody>
      </p:sp>
      <p:sp>
        <p:nvSpPr>
          <p:cNvPr id="12" name="Rectangle 11"/>
          <p:cNvSpPr/>
          <p:nvPr/>
        </p:nvSpPr>
        <p:spPr>
          <a:xfrm>
            <a:off x="347345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347345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57505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Fehlercode E:18</a:t>
            </a:r>
          </a:p>
        </p:txBody>
      </p:sp>
      <p:sp>
        <p:nvSpPr>
          <p:cNvPr id="15" name="TextBox 14"/>
          <p:cNvSpPr txBox="1"/>
          <p:nvPr/>
        </p:nvSpPr>
        <p:spPr>
          <a:xfrm>
            <a:off x="357505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16" name="TextBox 15"/>
          <p:cNvSpPr txBox="1"/>
          <p:nvPr/>
        </p:nvSpPr>
        <p:spPr>
          <a:xfrm>
            <a:off x="357505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17" name="Rectangle 16"/>
          <p:cNvSpPr/>
          <p:nvPr/>
        </p:nvSpPr>
        <p:spPr>
          <a:xfrm>
            <a:off x="579374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79374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89534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Fehlercode E:23</a:t>
            </a:r>
          </a:p>
        </p:txBody>
      </p:sp>
      <p:sp>
        <p:nvSpPr>
          <p:cNvPr id="20" name="TextBox 19"/>
          <p:cNvSpPr txBox="1"/>
          <p:nvPr/>
        </p:nvSpPr>
        <p:spPr>
          <a:xfrm>
            <a:off x="589534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21" name="TextBox 20"/>
          <p:cNvSpPr txBox="1"/>
          <p:nvPr/>
        </p:nvSpPr>
        <p:spPr>
          <a:xfrm>
            <a:off x="589534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22" name="Rectangle 21"/>
          <p:cNvSpPr/>
          <p:nvPr/>
        </p:nvSpPr>
        <p:spPr>
          <a:xfrm>
            <a:off x="811403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11403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1563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Kein Abpumpen</a:t>
            </a:r>
          </a:p>
        </p:txBody>
      </p:sp>
      <p:sp>
        <p:nvSpPr>
          <p:cNvPr id="25" name="TextBox 24"/>
          <p:cNvSpPr txBox="1"/>
          <p:nvPr/>
        </p:nvSpPr>
        <p:spPr>
          <a:xfrm>
            <a:off x="821563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26" name="TextBox 25"/>
          <p:cNvSpPr txBox="1"/>
          <p:nvPr/>
        </p:nvSpPr>
        <p:spPr>
          <a:xfrm>
            <a:off x="821563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27" name="Rectangle 26"/>
          <p:cNvSpPr/>
          <p:nvPr/>
        </p:nvSpPr>
        <p:spPr>
          <a:xfrm>
            <a:off x="1043432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1043432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53592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Kein Wassereinlauf</a:t>
            </a:r>
          </a:p>
        </p:txBody>
      </p:sp>
      <p:sp>
        <p:nvSpPr>
          <p:cNvPr id="30" name="TextBox 29"/>
          <p:cNvSpPr txBox="1"/>
          <p:nvPr/>
        </p:nvSpPr>
        <p:spPr>
          <a:xfrm>
            <a:off x="1053592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31" name="TextBox 30"/>
          <p:cNvSpPr txBox="1"/>
          <p:nvPr/>
        </p:nvSpPr>
        <p:spPr>
          <a:xfrm>
            <a:off x="1053592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32" name="Rectangle 31"/>
          <p:cNvSpPr/>
          <p:nvPr/>
        </p:nvSpPr>
        <p:spPr>
          <a:xfrm>
            <a:off x="115316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15316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476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Tür öffnet nicht</a:t>
            </a:r>
          </a:p>
        </p:txBody>
      </p:sp>
      <p:sp>
        <p:nvSpPr>
          <p:cNvPr id="35" name="TextBox 34"/>
          <p:cNvSpPr txBox="1"/>
          <p:nvPr/>
        </p:nvSpPr>
        <p:spPr>
          <a:xfrm>
            <a:off x="125476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36" name="TextBox 35"/>
          <p:cNvSpPr txBox="1"/>
          <p:nvPr/>
        </p:nvSpPr>
        <p:spPr>
          <a:xfrm>
            <a:off x="125476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37" name="Rectangle 36"/>
          <p:cNvSpPr/>
          <p:nvPr/>
        </p:nvSpPr>
        <p:spPr>
          <a:xfrm>
            <a:off x="347345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347345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357505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Kein Programmstart</a:t>
            </a:r>
          </a:p>
        </p:txBody>
      </p:sp>
      <p:sp>
        <p:nvSpPr>
          <p:cNvPr id="40" name="TextBox 39"/>
          <p:cNvSpPr txBox="1"/>
          <p:nvPr/>
        </p:nvSpPr>
        <p:spPr>
          <a:xfrm>
            <a:off x="357505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41" name="TextBox 40"/>
          <p:cNvSpPr txBox="1"/>
          <p:nvPr/>
        </p:nvSpPr>
        <p:spPr>
          <a:xfrm>
            <a:off x="357505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42" name="Rectangle 41"/>
          <p:cNvSpPr/>
          <p:nvPr/>
        </p:nvSpPr>
        <p:spPr>
          <a:xfrm>
            <a:off x="579374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579374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89534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Zu viel Schaum</a:t>
            </a:r>
          </a:p>
        </p:txBody>
      </p:sp>
      <p:sp>
        <p:nvSpPr>
          <p:cNvPr id="45" name="TextBox 44"/>
          <p:cNvSpPr txBox="1"/>
          <p:nvPr/>
        </p:nvSpPr>
        <p:spPr>
          <a:xfrm>
            <a:off x="589534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46" name="TextBox 45"/>
          <p:cNvSpPr txBox="1"/>
          <p:nvPr/>
        </p:nvSpPr>
        <p:spPr>
          <a:xfrm>
            <a:off x="589534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47" name="Rectangle 46"/>
          <p:cNvSpPr/>
          <p:nvPr/>
        </p:nvSpPr>
        <p:spPr>
          <a:xfrm>
            <a:off x="811403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811403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21563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Kindersicherung</a:t>
            </a:r>
          </a:p>
        </p:txBody>
      </p:sp>
      <p:sp>
        <p:nvSpPr>
          <p:cNvPr id="50" name="TextBox 49"/>
          <p:cNvSpPr txBox="1"/>
          <p:nvPr/>
        </p:nvSpPr>
        <p:spPr>
          <a:xfrm>
            <a:off x="821563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51" name="TextBox 50"/>
          <p:cNvSpPr txBox="1"/>
          <p:nvPr/>
        </p:nvSpPr>
        <p:spPr>
          <a:xfrm>
            <a:off x="821563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52" name="Rectangle 51"/>
          <p:cNvSpPr/>
          <p:nvPr/>
        </p:nvSpPr>
        <p:spPr>
          <a:xfrm>
            <a:off x="1043432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1043432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1053592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Trommel reinigen</a:t>
            </a:r>
          </a:p>
        </p:txBody>
      </p:sp>
      <p:sp>
        <p:nvSpPr>
          <p:cNvPr id="55" name="TextBox 54"/>
          <p:cNvSpPr txBox="1"/>
          <p:nvPr/>
        </p:nvSpPr>
        <p:spPr>
          <a:xfrm>
            <a:off x="1053592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56" name="TextBox 55"/>
          <p:cNvSpPr txBox="1"/>
          <p:nvPr/>
        </p:nvSpPr>
        <p:spPr>
          <a:xfrm>
            <a:off x="1053592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57" name="Rectangle 56"/>
          <p:cNvSpPr/>
          <p:nvPr/>
        </p:nvSpPr>
        <p:spPr>
          <a:xfrm>
            <a:off x="1153160" y="5713936"/>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1381760" y="5853636"/>
            <a:ext cx="11017250" cy="431800"/>
          </a:xfrm>
          <a:prstGeom prst="rect">
            <a:avLst/>
          </a:prstGeom>
          <a:noFill/>
        </p:spPr>
        <p:txBody>
          <a:bodyPr wrap="square" lIns="0" tIns="0" rIns="0" bIns="0">
            <a:spAutoFit/>
          </a:bodyPr>
          <a:lstStyle/>
          <a:p>
            <a:pPr>
              <a:lnSpc>
                <a:spcPct val="95000"/>
              </a:lnSpc>
            </a:pPr>
            <a:r>
              <a:rPr lang="de-DE" sz="1400" b="0">
                <a:solidFill>
                  <a:srgbClr val="003E6E"/>
                </a:solidFill>
                <a:latin typeface="Segoe UI"/>
              </a:rPr>
              <a:t>(10 × 1,0) / 10 = 1,000. Hybrid ohne Reranker erreicht 0,800, Vektorsuche allein 0,700. Der Wert ist auf dieses kleine Testset begrenzt.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größerer Testbestand braucht Grenzfälle und fachliche Urteile</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Verbleibende Grenzen (github.com/swrobuts/SiemensWashingMachineTroubleShooting_LocalLLM); Gao et al. (2023/2024), arXiv:2312.10997</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Zehn Fragen mit Stichwort-Proxys reichen nicht, um Antworttreue zu beurteilen. Ein erweiterter Bestand braucht präzise Codes in allen Schreibweisen, Grenzfälle wie ein falsches Gerätemodell oder fehlende Information, und Fälle mit Sicherheitsbezug, in denen Warn- und Kundendiensthinweise erhalten bleiben müssen. Relevante Abschnitte werden dafür von Hand markiert und Antworten fachlich bewertet. Das sind Empfehlungen, keine Zusage über die heutige Erkennung.</a:t>
            </a:r>
          </a:p>
        </p:txBody>
      </p:sp>
      <p:sp>
        <p:nvSpPr>
          <p:cNvPr id="6" name="Rectangle 5"/>
          <p:cNvSpPr/>
          <p:nvPr/>
        </p:nvSpPr>
        <p:spPr>
          <a:xfrm>
            <a:off x="1153160"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493721"/>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Präzise Codes</a:t>
            </a:r>
          </a:p>
        </p:txBody>
      </p:sp>
      <p:sp>
        <p:nvSpPr>
          <p:cNvPr id="9" name="TextBox 8"/>
          <p:cNvSpPr txBox="1"/>
          <p:nvPr/>
        </p:nvSpPr>
        <p:spPr>
          <a:xfrm>
            <a:off x="1369060"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E18, E:18, E:180, unbekannte Codes und mehrere Codes in einer Frage.</a:t>
            </a:r>
          </a:p>
        </p:txBody>
      </p:sp>
      <p:sp>
        <p:nvSpPr>
          <p:cNvPr id="10" name="Rectangle 9"/>
          <p:cNvSpPr/>
          <p:nvPr/>
        </p:nvSpPr>
        <p:spPr>
          <a:xfrm>
            <a:off x="4066222"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066222" y="2493721"/>
            <a:ext cx="50800" cy="1905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82122"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Grenzfälle</a:t>
            </a:r>
          </a:p>
        </p:txBody>
      </p:sp>
      <p:sp>
        <p:nvSpPr>
          <p:cNvPr id="13" name="TextBox 12"/>
          <p:cNvSpPr txBox="1"/>
          <p:nvPr/>
        </p:nvSpPr>
        <p:spPr>
          <a:xfrm>
            <a:off x="4282122"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Falsches Gerätemodell, fehlende Informationen und fremde Themen.</a:t>
            </a:r>
          </a:p>
        </p:txBody>
      </p:sp>
      <p:sp>
        <p:nvSpPr>
          <p:cNvPr id="14" name="Rectangle 13"/>
          <p:cNvSpPr/>
          <p:nvPr/>
        </p:nvSpPr>
        <p:spPr>
          <a:xfrm>
            <a:off x="6979285"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979285" y="2493721"/>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95185"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Sicherheitsbezug</a:t>
            </a:r>
          </a:p>
        </p:txBody>
      </p:sp>
      <p:sp>
        <p:nvSpPr>
          <p:cNvPr id="17" name="TextBox 16"/>
          <p:cNvSpPr txBox="1"/>
          <p:nvPr/>
        </p:nvSpPr>
        <p:spPr>
          <a:xfrm>
            <a:off x="7195185"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Warnhinweise erhalten, Kundendiensthinweise nicht abschwächen.</a:t>
            </a:r>
          </a:p>
        </p:txBody>
      </p:sp>
      <p:sp>
        <p:nvSpPr>
          <p:cNvPr id="18" name="Rectangle 17"/>
          <p:cNvSpPr/>
          <p:nvPr/>
        </p:nvSpPr>
        <p:spPr>
          <a:xfrm>
            <a:off x="9892348"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9892348" y="2493721"/>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108248"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Messung</a:t>
            </a:r>
          </a:p>
        </p:txBody>
      </p:sp>
      <p:sp>
        <p:nvSpPr>
          <p:cNvPr id="21" name="TextBox 20"/>
          <p:cNvSpPr txBox="1"/>
          <p:nvPr/>
        </p:nvSpPr>
        <p:spPr>
          <a:xfrm>
            <a:off x="10108248"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Relevante Abschnitte von Hand markieren, Antworten fachlich bewerten.</a:t>
            </a:r>
          </a:p>
        </p:txBody>
      </p:sp>
      <p:sp>
        <p:nvSpPr>
          <p:cNvPr id="22" name="Rectangle 21"/>
          <p:cNvSpPr/>
          <p:nvPr/>
        </p:nvSpPr>
        <p:spPr>
          <a:xfrm>
            <a:off x="1153160" y="4652721"/>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4792421"/>
            <a:ext cx="11017250" cy="508000"/>
          </a:xfrm>
          <a:prstGeom prst="rect">
            <a:avLst/>
          </a:prstGeom>
          <a:noFill/>
        </p:spPr>
        <p:txBody>
          <a:bodyPr wrap="square" lIns="0" tIns="0" rIns="0" bIns="0">
            <a:spAutoFit/>
          </a:bodyPr>
          <a:lstStyle/>
          <a:p>
            <a:pPr>
              <a:lnSpc>
                <a:spcPct val="95000"/>
              </a:lnSpc>
            </a:pPr>
            <a:r>
              <a:rPr lang="de-DE" sz="1400" b="0">
                <a:solidFill>
                  <a:srgbClr val="003E6E"/>
                </a:solidFill>
                <a:latin typeface="Segoe UI"/>
              </a:rPr>
              <a:t>Fachliche Bewertung: Ein Stichworttreffer erkennt keinen abgeschwächten Warnhinweis. Annotierte Kriterien und Handbuchvergleich ergänzen die automatisierten Tests.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Betrieb</a:t>
            </a:r>
            <a:r>
              <a:rPr dirty="0"/>
              <a:t> und </a:t>
            </a:r>
            <a:r>
              <a:rPr dirty="0" err="1"/>
              <a:t>Ausbau</a:t>
            </a:r>
            <a:endParaRPr dirty="0"/>
          </a:p>
        </p:txBody>
      </p:sp>
      <p:pic>
        <p:nvPicPr>
          <p:cNvPr id="4" name="Grafik 3">
            <a:extLst>
              <a:ext uri="{FF2B5EF4-FFF2-40B4-BE49-F238E27FC236}">
                <a16:creationId xmlns:a16="http://schemas.microsoft.com/office/drawing/2014/main" id="{D435D64C-5EA4-7FAB-8877-301E78A21322}"/>
              </a:ext>
            </a:extLst>
          </p:cNvPr>
          <p:cNvPicPr>
            <a:picLocks noChangeAspect="1"/>
          </p:cNvPicPr>
          <p:nvPr/>
        </p:nvPicPr>
        <p:blipFill>
          <a:blip r:embed="rId3">
            <a:extLst>
              <a:ext uri="{28A0092B-C50C-407E-A947-70E740481C1C}">
                <a14:useLocalDpi xmlns:a14="http://schemas.microsoft.com/office/drawing/2010/main" val="0"/>
              </a:ext>
            </a:extLst>
          </a:blip>
          <a:srcRect b="5512"/>
          <a:stretch>
            <a:fillRect/>
          </a:stretch>
        </p:blipFill>
        <p:spPr>
          <a:xfrm>
            <a:off x="488950" y="823831"/>
            <a:ext cx="6870024" cy="6491369"/>
          </a:xfrm>
          <a:prstGeom prst="rect">
            <a:avLst/>
          </a:prstGeom>
        </p:spPr>
      </p:pic>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Datenbankwechsel ist erst mit konkreten Anforderungen begründet</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github.com/pgvector/pgvector (README); qdrant.tech, Filtering; docs.trychroma.com; developers.llamaindex.ai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Für eine Anleitung und eine lokale Demo genügt der JSON-Speicher von LlamaIndex. Die Datenbank PostgreSQL mit der Erweiterung pgvector kombiniert relationale Daten und Vektoren in einer Datenbank, Qdrant bietet Vektorsuche mit Payload-Filtern, Chroma speichert Dokumente, Embeddings und Metadaten. Keines dieser Systeme ist installiert. Den Ausschlag geben Betrieb, Backups, Mehrbenutzerzugriff und Datenmenge; erst dort lohnen Näherungsindizes wie HNSW und IVFFlat.</a:t>
            </a:r>
          </a:p>
        </p:txBody>
      </p:sp>
      <p:graphicFrame>
        <p:nvGraphicFramePr>
          <p:cNvPr id="6" name="Table 5"/>
          <p:cNvGraphicFramePr>
            <a:graphicFrameLocks noGrp="1"/>
          </p:cNvGraphicFramePr>
          <p:nvPr/>
        </p:nvGraphicFramePr>
        <p:xfrm>
          <a:off x="1153160" y="2455422"/>
          <a:ext cx="11474450" cy="2311400"/>
        </p:xfrm>
        <a:graphic>
          <a:graphicData uri="http://schemas.openxmlformats.org/drawingml/2006/table">
            <a:tbl>
              <a:tblPr firstRow="1">
                <a:tableStyleId>{2D5ABB26-0587-4C30-8999-92F81FD0307C}</a:tableStyleId>
              </a:tblPr>
              <a:tblGrid>
                <a:gridCol w="406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2076450">
                  <a:extLst>
                    <a:ext uri="{9D8B030D-6E8A-4147-A177-3AD203B41FA5}">
                      <a16:colId xmlns:a16="http://schemas.microsoft.com/office/drawing/2014/main" val="20002"/>
                    </a:ext>
                  </a:extLst>
                </a:gridCol>
              </a:tblGrid>
              <a:tr h="381000">
                <a:tc>
                  <a:txBody>
                    <a:bodyPr/>
                    <a:lstStyle/>
                    <a:p>
                      <a:pPr algn="l"/>
                      <a:r>
                        <a:rPr sz="1400" b="1">
                          <a:solidFill>
                            <a:srgbClr val="FFFFFF"/>
                          </a:solidFill>
                          <a:latin typeface="Segoe UI"/>
                        </a:rPr>
                        <a:t>Speicher</a:t>
                      </a:r>
                    </a:p>
                  </a:txBody>
                  <a:tcPr marL="101600" marR="101600" marT="50800" marB="50800" anchor="ctr">
                    <a:solidFill>
                      <a:srgbClr val="003E6E"/>
                    </a:solidFill>
                  </a:tcPr>
                </a:tc>
                <a:tc>
                  <a:txBody>
                    <a:bodyPr/>
                    <a:lstStyle/>
                    <a:p>
                      <a:pPr algn="l"/>
                      <a:r>
                        <a:rPr sz="1400" b="1">
                          <a:solidFill>
                            <a:srgbClr val="FFFFFF"/>
                          </a:solidFill>
                          <a:latin typeface="Segoe UI"/>
                        </a:rPr>
                        <a:t>Möglicher Anlass</a:t>
                      </a:r>
                    </a:p>
                  </a:txBody>
                  <a:tcPr marL="101600" marR="101600" marT="50800" marB="50800" anchor="ctr">
                    <a:solidFill>
                      <a:srgbClr val="003E6E"/>
                    </a:solidFill>
                  </a:tcPr>
                </a:tc>
                <a:tc>
                  <a:txBody>
                    <a:bodyPr/>
                    <a:lstStyle/>
                    <a:p>
                      <a:pPr algn="l"/>
                      <a:r>
                        <a:rPr sz="1400" b="1">
                          <a:solidFill>
                            <a:srgbClr val="FFFFFF"/>
                          </a:solidFill>
                          <a:latin typeface="Segoe UI"/>
                        </a:rPr>
                        <a:t>Status hier</a:t>
                      </a:r>
                    </a:p>
                  </a:txBody>
                  <a:tcPr marL="101600" marR="101600" marT="50800" marB="50800" anchor="ctr">
                    <a:solidFill>
                      <a:srgbClr val="003E6E"/>
                    </a:solidFill>
                  </a:tcPr>
                </a:tc>
                <a:extLst>
                  <a:ext uri="{0D108BD9-81ED-4DB2-BD59-A6C34878D82A}">
                    <a16:rowId xmlns:a16="http://schemas.microsoft.com/office/drawing/2014/main" val="10000"/>
                  </a:ext>
                </a:extLst>
              </a:tr>
              <a:tr h="482600">
                <a:tc>
                  <a:txBody>
                    <a:bodyPr/>
                    <a:lstStyle/>
                    <a:p>
                      <a:pPr algn="l"/>
                      <a:r>
                        <a:rPr sz="1400" b="0" dirty="0" err="1">
                          <a:solidFill>
                            <a:srgbClr val="404040"/>
                          </a:solidFill>
                          <a:latin typeface="Segoe UI"/>
                        </a:rPr>
                        <a:t>LlamaIndex</a:t>
                      </a:r>
                      <a:r>
                        <a:rPr sz="1400" b="0" dirty="0">
                          <a:solidFill>
                            <a:srgbClr val="404040"/>
                          </a:solidFill>
                          <a:latin typeface="Segoe UI"/>
                        </a:rPr>
                        <a:t> JSON (</a:t>
                      </a:r>
                      <a:r>
                        <a:rPr sz="1400" b="0" dirty="0" err="1">
                          <a:solidFill>
                            <a:srgbClr val="404040"/>
                          </a:solidFill>
                          <a:latin typeface="Segoe UI"/>
                        </a:rPr>
                        <a:t>SimpleVectorStore</a:t>
                      </a:r>
                      <a:r>
                        <a:rPr sz="1400" b="0" dirty="0">
                          <a:solidFill>
                            <a:srgbClr val="404040"/>
                          </a:solidFill>
                          <a:latin typeface="Segoe UI"/>
                        </a:rPr>
                        <a:t>)</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Einzelnes Dokument und lokale Demo; exakte Suche im Prozess</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Im Einsatz</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algn="l"/>
                      <a:r>
                        <a:rPr sz="1400" b="0">
                          <a:solidFill>
                            <a:srgbClr val="404040"/>
                          </a:solidFill>
                          <a:latin typeface="Segoe UI"/>
                        </a:rPr>
                        <a:t>PostgreSQL + pgvector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SQL, Beziehungen und Vektoren gemeinsam; HNSW / IVFFlat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Nicht eingesetzt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82600">
                <a:tc>
                  <a:txBody>
                    <a:bodyPr/>
                    <a:lstStyle/>
                    <a:p>
                      <a:pPr algn="l"/>
                      <a:r>
                        <a:rPr sz="1400" b="0">
                          <a:solidFill>
                            <a:srgbClr val="404040"/>
                          </a:solidFill>
                          <a:latin typeface="Segoe UI"/>
                        </a:rPr>
                        <a:t>Qdrant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err="1">
                          <a:solidFill>
                            <a:srgbClr val="404040"/>
                          </a:solidFill>
                          <a:latin typeface="Segoe UI"/>
                        </a:rPr>
                        <a:t>Vektorsuche</a:t>
                      </a:r>
                      <a:r>
                        <a:rPr sz="1400" b="0" dirty="0">
                          <a:solidFill>
                            <a:srgbClr val="404040"/>
                          </a:solidFill>
                          <a:latin typeface="Segoe UI"/>
                        </a:rPr>
                        <a:t> </a:t>
                      </a:r>
                      <a:r>
                        <a:rPr sz="1400" b="0" dirty="0" err="1">
                          <a:solidFill>
                            <a:srgbClr val="404040"/>
                          </a:solidFill>
                          <a:latin typeface="Segoe UI"/>
                        </a:rPr>
                        <a:t>mit</a:t>
                      </a:r>
                      <a:r>
                        <a:rPr sz="1400" b="0" dirty="0">
                          <a:solidFill>
                            <a:srgbClr val="404040"/>
                          </a:solidFill>
                          <a:latin typeface="Segoe UI"/>
                        </a:rPr>
                        <a:t> Payload-</a:t>
                      </a:r>
                      <a:r>
                        <a:rPr sz="1400" b="0" dirty="0" err="1">
                          <a:solidFill>
                            <a:srgbClr val="404040"/>
                          </a:solidFill>
                          <a:latin typeface="Segoe UI"/>
                        </a:rPr>
                        <a:t>Filtern</a:t>
                      </a:r>
                      <a:r>
                        <a:rPr sz="1400" b="0" dirty="0">
                          <a:solidFill>
                            <a:srgbClr val="404040"/>
                          </a:solidFill>
                          <a:latin typeface="Segoe UI"/>
                        </a:rPr>
                        <a:t> (must / should)</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Nicht eingesetzt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algn="l"/>
                      <a:r>
                        <a:rPr sz="1400" b="0">
                          <a:solidFill>
                            <a:srgbClr val="404040"/>
                          </a:solidFill>
                          <a:latin typeface="Segoe UI"/>
                        </a:rPr>
                        <a:t>Chroma</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err="1">
                          <a:solidFill>
                            <a:srgbClr val="404040"/>
                          </a:solidFill>
                          <a:latin typeface="Segoe UI"/>
                        </a:rPr>
                        <a:t>Dokumente</a:t>
                      </a:r>
                      <a:r>
                        <a:rPr sz="1400" b="0" dirty="0">
                          <a:solidFill>
                            <a:srgbClr val="404040"/>
                          </a:solidFill>
                          <a:latin typeface="Segoe UI"/>
                        </a:rPr>
                        <a:t>, Embeddings und </a:t>
                      </a:r>
                      <a:r>
                        <a:rPr sz="1400" b="0" dirty="0" err="1">
                          <a:solidFill>
                            <a:srgbClr val="404040"/>
                          </a:solidFill>
                          <a:latin typeface="Segoe UI"/>
                        </a:rPr>
                        <a:t>Metadaten</a:t>
                      </a:r>
                      <a:r>
                        <a:rPr sz="1400" b="0" dirty="0">
                          <a:solidFill>
                            <a:srgbClr val="404040"/>
                          </a:solidFill>
                          <a:latin typeface="Segoe UI"/>
                        </a:rPr>
                        <a:t> in </a:t>
                      </a:r>
                      <a:r>
                        <a:rPr sz="1400" b="0" dirty="0" err="1">
                          <a:solidFill>
                            <a:srgbClr val="404040"/>
                          </a:solidFill>
                          <a:latin typeface="Segoe UI"/>
                        </a:rPr>
                        <a:t>einem</a:t>
                      </a:r>
                      <a:r>
                        <a:rPr sz="1400" b="0" dirty="0">
                          <a:solidFill>
                            <a:srgbClr val="404040"/>
                          </a:solidFill>
                          <a:latin typeface="Segoe UI"/>
                        </a:rPr>
                        <a:t> Store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a:solidFill>
                            <a:srgbClr val="404040"/>
                          </a:solidFill>
                          <a:latin typeface="Segoe UI"/>
                        </a:rPr>
                        <a:t>Nicht </a:t>
                      </a:r>
                      <a:r>
                        <a:rPr sz="1400" b="0" dirty="0" err="1">
                          <a:solidFill>
                            <a:srgbClr val="404040"/>
                          </a:solidFill>
                          <a:latin typeface="Segoe UI"/>
                        </a:rPr>
                        <a:t>eingesetzt</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149704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Vier Schritte richten die App mit LM Studio auf dem Mac ein</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README.md im github.com/swrobuts/SiemensWashingMachineTroubleShooting_LocalLLM; lmstudio.ai/docs/developer/openai-compat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Aus dem Repository-Stamm eine Python-3.12-Umgebung anlegen und requirements.txt installieren. In LM Studio ein zur Hardware passendes Instruct-Modell laden und den lokalen Server starten. Die Vorlage profiles/local/.env.example nach profiles/local/.env kopieren und die genaue Modell-ID eintragen; der Endpoint bleibt 127.0.0.1:1234/v1. Dann python server.py starten, http://127.0.0.1:3001 öffnen und "Lokal" wählen. Der erste Suchlauf lädt Modelle und baut den Index.</a:t>
            </a:r>
          </a:p>
        </p:txBody>
      </p:sp>
      <p:sp>
        <p:nvSpPr>
          <p:cNvPr id="6" name="Rectangle 5"/>
          <p:cNvSpPr/>
          <p:nvPr/>
        </p:nvSpPr>
        <p:spPr>
          <a:xfrm>
            <a:off x="1153160" y="2503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1  Umgebung</a:t>
            </a:r>
          </a:p>
        </p:txBody>
      </p:sp>
      <p:sp>
        <p:nvSpPr>
          <p:cNvPr id="7" name="Rectangle 6"/>
          <p:cNvSpPr/>
          <p:nvPr/>
        </p:nvSpPr>
        <p:spPr>
          <a:xfrm>
            <a:off x="1153160" y="2503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2744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579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python3.12 -m venv .venv · source .venv/bin/activate · pip install -r requirements.txt</a:t>
            </a:r>
          </a:p>
        </p:txBody>
      </p:sp>
      <p:sp>
        <p:nvSpPr>
          <p:cNvPr id="10" name="Rectangle 9"/>
          <p:cNvSpPr/>
          <p:nvPr/>
        </p:nvSpPr>
        <p:spPr>
          <a:xfrm>
            <a:off x="1153160" y="3265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2  LM Studio</a:t>
            </a:r>
          </a:p>
        </p:txBody>
      </p:sp>
      <p:sp>
        <p:nvSpPr>
          <p:cNvPr id="11" name="Rectangle 10"/>
          <p:cNvSpPr/>
          <p:nvPr/>
        </p:nvSpPr>
        <p:spPr>
          <a:xfrm>
            <a:off x="1153160" y="3265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506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341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Instruct-Modell laden, lokalen OpenAI-kompatiblen Server auf Port 1234 starten.</a:t>
            </a:r>
          </a:p>
        </p:txBody>
      </p:sp>
      <p:sp>
        <p:nvSpPr>
          <p:cNvPr id="14" name="Rectangle 13"/>
          <p:cNvSpPr/>
          <p:nvPr/>
        </p:nvSpPr>
        <p:spPr>
          <a:xfrm>
            <a:off x="1153160" y="4027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3  Konfiguration</a:t>
            </a:r>
          </a:p>
        </p:txBody>
      </p:sp>
      <p:sp>
        <p:nvSpPr>
          <p:cNvPr id="15" name="Rectangle 14"/>
          <p:cNvSpPr/>
          <p:nvPr/>
        </p:nvSpPr>
        <p:spPr>
          <a:xfrm>
            <a:off x="1153160" y="4027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268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4103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profiles/local/.env mit LOCAL_LLM_ENDPOINT und der exakten LOCAL_LLM_MODEL-ID.</a:t>
            </a:r>
          </a:p>
        </p:txBody>
      </p:sp>
      <p:sp>
        <p:nvSpPr>
          <p:cNvPr id="18" name="Rectangle 17"/>
          <p:cNvSpPr/>
          <p:nvPr/>
        </p:nvSpPr>
        <p:spPr>
          <a:xfrm>
            <a:off x="1153160" y="4789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4  Start</a:t>
            </a:r>
          </a:p>
        </p:txBody>
      </p:sp>
      <p:sp>
        <p:nvSpPr>
          <p:cNvPr id="19" name="Rectangle 18"/>
          <p:cNvSpPr/>
          <p:nvPr/>
        </p:nvSpPr>
        <p:spPr>
          <a:xfrm>
            <a:off x="1153160" y="4789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5030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4865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python server.py · http://127.0.0.1:3001 öffnen · "Lokal" wählen. Die HTML-Datei nicht direkt öffnen.</a:t>
            </a:r>
          </a:p>
        </p:txBody>
      </p:sp>
      <p:sp>
        <p:nvSpPr>
          <p:cNvPr id="22" name="Rectangle 21"/>
          <p:cNvSpPr/>
          <p:nvPr/>
        </p:nvSpPr>
        <p:spPr>
          <a:xfrm>
            <a:off x="1153160" y="5652896"/>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5803824"/>
            <a:ext cx="11017250" cy="409343"/>
          </a:xfrm>
          <a:prstGeom prst="rect">
            <a:avLst/>
          </a:prstGeom>
          <a:noFill/>
        </p:spPr>
        <p:txBody>
          <a:bodyPr wrap="square" lIns="0" tIns="0" rIns="0" bIns="0" anchor="ctr">
            <a:spAutoFit/>
          </a:bodyPr>
          <a:lstStyle/>
          <a:p>
            <a:pPr>
              <a:lnSpc>
                <a:spcPct val="95000"/>
              </a:lnSpc>
            </a:pPr>
            <a:r>
              <a:rPr lang="de-DE" sz="1400" b="0">
                <a:solidFill>
                  <a:srgbClr val="003E6E"/>
                </a:solidFill>
                <a:latin typeface="Segoe UI"/>
              </a:rPr>
              <a:t>Der tatsächliche Mac wurde noch nicht erfolgreich getestet; die Schritte stammen aus der README. Ein gültiger Vektorcache wird wiederverwendet.</a:t>
            </a:r>
          </a:p>
        </p:txBody>
      </p:sp>
    </p:spTree>
    <p:extLst>
      <p:ext uri="{BB962C8B-B14F-4D97-AF65-F5344CB8AC3E}">
        <p14:creationId xmlns:p14="http://schemas.microsoft.com/office/powerpoint/2010/main" val="3065074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Fünf Schichten, fünf Bibliotheksgruppen, eine geprüfte Umgebung</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requirements.txt, requirements-optional.txt und docs/AUDIT.md im github.com/swrobuts/SiemensWashingMachineTroubleShooting_LocalLLM (Stand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a:t>Das Web-Framework Flask trägt API, Startseite und SSE; LlamaIndex Core mit der HuggingFace-Integration hält Nodes, Vektorsuche und Persistenz; Sentence Transformers und PyTorch rechnen Embeddings und Cross-Encoder; das OpenAI Python SDK spricht die OpenAI API und den kompatiblen LM-Studio-Server an. Die Pakete Docling, LiteLLM, PyMuPDF und pypdf sind optional. Die Datei requirements.txt fixiert die zusammen getesteten Versionen unter Python 3.12; das Lockfile beschreibt Windows, nicht den Mac.</a:t>
            </a:r>
          </a:p>
        </p:txBody>
      </p:sp>
      <p:graphicFrame>
        <p:nvGraphicFramePr>
          <p:cNvPr id="6" name="Table 5"/>
          <p:cNvGraphicFramePr>
            <a:graphicFrameLocks noGrp="1"/>
          </p:cNvGraphicFramePr>
          <p:nvPr>
            <p:extLst>
              <p:ext uri="{D42A27DB-BD31-4B8C-83A1-F6EECF244321}">
                <p14:modId xmlns:p14="http://schemas.microsoft.com/office/powerpoint/2010/main" val="1275728500"/>
              </p:ext>
            </p:extLst>
          </p:nvPr>
        </p:nvGraphicFramePr>
        <p:xfrm>
          <a:off x="1153160" y="2819400"/>
          <a:ext cx="11474450" cy="2794000"/>
        </p:xfrm>
        <a:graphic>
          <a:graphicData uri="http://schemas.openxmlformats.org/drawingml/2006/table">
            <a:tbl>
              <a:tblPr firstRow="1">
                <a:tableStyleId>{2D5ABB26-0587-4C30-8999-92F81FD0307C}</a:tableStyleId>
              </a:tblPr>
              <a:tblGrid>
                <a:gridCol w="1905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4235450">
                  <a:extLst>
                    <a:ext uri="{9D8B030D-6E8A-4147-A177-3AD203B41FA5}">
                      <a16:colId xmlns:a16="http://schemas.microsoft.com/office/drawing/2014/main" val="20002"/>
                    </a:ext>
                  </a:extLst>
                </a:gridCol>
              </a:tblGrid>
              <a:tr h="381000">
                <a:tc>
                  <a:txBody>
                    <a:bodyPr/>
                    <a:lstStyle/>
                    <a:p>
                      <a:pPr algn="l"/>
                      <a:r>
                        <a:rPr sz="1400" b="1">
                          <a:solidFill>
                            <a:srgbClr val="FFFFFF"/>
                          </a:solidFill>
                          <a:latin typeface="Segoe UI"/>
                        </a:rPr>
                        <a:t>Schicht</a:t>
                      </a:r>
                    </a:p>
                  </a:txBody>
                  <a:tcPr marL="101600" marR="101600" marT="50800" marB="50800" anchor="ctr">
                    <a:solidFill>
                      <a:srgbClr val="003E6E"/>
                    </a:solidFill>
                  </a:tcPr>
                </a:tc>
                <a:tc>
                  <a:txBody>
                    <a:bodyPr/>
                    <a:lstStyle/>
                    <a:p>
                      <a:pPr algn="l"/>
                      <a:r>
                        <a:rPr sz="1400" b="1">
                          <a:solidFill>
                            <a:srgbClr val="FFFFFF"/>
                          </a:solidFill>
                          <a:latin typeface="Segoe UI"/>
                        </a:rPr>
                        <a:t>Bibliotheken (geprüfte Version)</a:t>
                      </a:r>
                    </a:p>
                  </a:txBody>
                  <a:tcPr marL="101600" marR="101600" marT="50800" marB="50800" anchor="ctr">
                    <a:solidFill>
                      <a:srgbClr val="003E6E"/>
                    </a:solidFill>
                  </a:tcPr>
                </a:tc>
                <a:tc>
                  <a:txBody>
                    <a:bodyPr/>
                    <a:lstStyle/>
                    <a:p>
                      <a:pPr algn="l"/>
                      <a:r>
                        <a:rPr sz="1400" b="1">
                          <a:solidFill>
                            <a:srgbClr val="FFFFFF"/>
                          </a:solidFill>
                          <a:latin typeface="Segoe UI"/>
                        </a:rPr>
                        <a:t>Aufgabe</a:t>
                      </a:r>
                    </a:p>
                  </a:txBody>
                  <a:tcPr marL="101600" marR="101600" marT="50800" marB="50800" anchor="ctr">
                    <a:solidFill>
                      <a:srgbClr val="003E6E"/>
                    </a:solidFill>
                  </a:tcPr>
                </a:tc>
                <a:extLst>
                  <a:ext uri="{0D108BD9-81ED-4DB2-BD59-A6C34878D82A}">
                    <a16:rowId xmlns:a16="http://schemas.microsoft.com/office/drawing/2014/main" val="10000"/>
                  </a:ext>
                </a:extLst>
              </a:tr>
              <a:tr h="482600">
                <a:tc>
                  <a:txBody>
                    <a:bodyPr/>
                    <a:lstStyle/>
                    <a:p>
                      <a:pPr algn="l"/>
                      <a:r>
                        <a:rPr sz="1400" b="0" dirty="0">
                          <a:solidFill>
                            <a:srgbClr val="404040"/>
                          </a:solidFill>
                          <a:latin typeface="Segoe UI"/>
                        </a:rPr>
                        <a:t>Web</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a:solidFill>
                            <a:srgbClr val="404040"/>
                          </a:solidFill>
                          <a:latin typeface="Segoe UI"/>
                        </a:rPr>
                        <a:t>Flask 3.1.3</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API, Startseite und SSE</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algn="l"/>
                      <a:r>
                        <a:rPr sz="1400" b="0">
                          <a:solidFill>
                            <a:srgbClr val="404040"/>
                          </a:solidFill>
                          <a:latin typeface="Segoe UI"/>
                        </a:rPr>
                        <a:t>RAG</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err="1">
                          <a:solidFill>
                            <a:srgbClr val="404040"/>
                          </a:solidFill>
                          <a:latin typeface="Segoe UI"/>
                        </a:rPr>
                        <a:t>LlamaIndex</a:t>
                      </a:r>
                      <a:r>
                        <a:rPr sz="1400" b="0" dirty="0">
                          <a:solidFill>
                            <a:srgbClr val="404040"/>
                          </a:solidFill>
                          <a:latin typeface="Segoe UI"/>
                        </a:rPr>
                        <a:t> Core 0.14.24, HF-Embeddings 0.8.0</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Nodes, Vektorsuche und Persistenz</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82600">
                <a:tc>
                  <a:txBody>
                    <a:bodyPr/>
                    <a:lstStyle/>
                    <a:p>
                      <a:pPr algn="l"/>
                      <a:r>
                        <a:rPr sz="1400" b="0">
                          <a:solidFill>
                            <a:srgbClr val="404040"/>
                          </a:solidFill>
                          <a:latin typeface="Segoe UI"/>
                        </a:rPr>
                        <a:t>Modelle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a:solidFill>
                            <a:srgbClr val="404040"/>
                          </a:solidFill>
                          <a:latin typeface="Segoe UI"/>
                        </a:rPr>
                        <a:t>Sentence Transformers 6.1.0, </a:t>
                      </a:r>
                      <a:r>
                        <a:rPr sz="1400" b="0" dirty="0" err="1">
                          <a:solidFill>
                            <a:srgbClr val="404040"/>
                          </a:solidFill>
                          <a:latin typeface="Segoe UI"/>
                        </a:rPr>
                        <a:t>PyTorch</a:t>
                      </a:r>
                      <a:r>
                        <a:rPr sz="1400" b="0" dirty="0">
                          <a:solidFill>
                            <a:srgbClr val="404040"/>
                          </a:solidFill>
                          <a:latin typeface="Segoe UI"/>
                        </a:rPr>
                        <a:t> 2.14.0</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Embeddings und Cross-Encoder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algn="l"/>
                      <a:r>
                        <a:rPr sz="1400" b="0">
                          <a:solidFill>
                            <a:srgbClr val="404040"/>
                          </a:solidFill>
                          <a:latin typeface="Segoe UI"/>
                        </a:rPr>
                        <a:t>LLM-Client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OpenAI Python SDK 2.54.0</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a:solidFill>
                            <a:srgbClr val="404040"/>
                          </a:solidFill>
                          <a:latin typeface="Segoe UI"/>
                        </a:rPr>
                        <a:t>OpenAI API und LM-Studio-Kompatibilität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r h="482600">
                <a:tc>
                  <a:txBody>
                    <a:bodyPr/>
                    <a:lstStyle/>
                    <a:p>
                      <a:pPr algn="l"/>
                      <a:r>
                        <a:rPr sz="1400" b="0">
                          <a:solidFill>
                            <a:srgbClr val="404040"/>
                          </a:solidFill>
                          <a:latin typeface="Segoe UI"/>
                        </a:rPr>
                        <a:t>Optional</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Docling 2.129.0, LiteLLM 1.101.0, PyMuPDF, pypdf</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a:solidFill>
                            <a:srgbClr val="404040"/>
                          </a:solidFill>
                          <a:latin typeface="Segoe UI"/>
                        </a:rPr>
                        <a:t>PDF-</a:t>
                      </a:r>
                      <a:r>
                        <a:rPr sz="1400" b="0" dirty="0" err="1">
                          <a:solidFill>
                            <a:srgbClr val="404040"/>
                          </a:solidFill>
                          <a:latin typeface="Segoe UI"/>
                        </a:rPr>
                        <a:t>Extraktion</a:t>
                      </a:r>
                      <a:r>
                        <a:rPr sz="1400" b="0" dirty="0">
                          <a:solidFill>
                            <a:srgbClr val="404040"/>
                          </a:solidFill>
                          <a:latin typeface="Segoe UI"/>
                        </a:rPr>
                        <a:t> und </a:t>
                      </a:r>
                      <a:r>
                        <a:rPr sz="1400" b="0" dirty="0" err="1">
                          <a:solidFill>
                            <a:srgbClr val="404040"/>
                          </a:solidFill>
                          <a:latin typeface="Segoe UI"/>
                        </a:rPr>
                        <a:t>PageIndex</a:t>
                      </a:r>
                      <a:r>
                        <a:rPr sz="1400" b="0" dirty="0">
                          <a:solidFill>
                            <a:srgbClr val="404040"/>
                          </a:solidFill>
                          <a:latin typeface="Segoe UI"/>
                        </a:rPr>
                        <a:t>-Bau</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31252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Die Web-App übernimmt den API-Key ausschließlich aus dem GUI</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README.md und docs/TECHNICAL.md im github.com/swrobuts/SiemensWashingMachineTroubleShooting_LocalLLM; developers.openai.com, gpt-4.1-mini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Nach dem Start der App öffnet der Support-Tab "OpenAI-Schlüssel für diese Sitzung". Der Key kommt in ein Passwortfeld; "Für diese Sitzung verwenden" übernimmt ihn, danach ist der Umschalter OpenAI API aktiv. Die Eingabe löst keinen API-Aufruf aus. "Key entfernen", ein Serverneustart oder acht Stunden beenden die Nutzung. </a:t>
            </a:r>
            <a:r>
              <a:rPr lang="de-DE" dirty="0" err="1"/>
              <a:t>profiles</a:t>
            </a:r>
            <a:r>
              <a:rPr lang="de-DE" dirty="0"/>
              <a:t>/</a:t>
            </a:r>
            <a:r>
              <a:rPr lang="de-DE" dirty="0" err="1"/>
              <a:t>openai</a:t>
            </a:r>
            <a:r>
              <a:rPr lang="de-DE" dirty="0"/>
              <a:t>/.</a:t>
            </a:r>
            <a:r>
              <a:rPr lang="de-DE" dirty="0" err="1"/>
              <a:t>env</a:t>
            </a:r>
            <a:r>
              <a:rPr lang="de-DE" dirty="0"/>
              <a:t> enthält nur OPENAI_MODEL; einen OPENAI_API_KEY aus Umgebungsvariablen übernimmt die Web-App nicht.</a:t>
            </a:r>
          </a:p>
        </p:txBody>
      </p:sp>
      <p:sp>
        <p:nvSpPr>
          <p:cNvPr id="6" name="Pentagon 5"/>
          <p:cNvSpPr/>
          <p:nvPr/>
        </p:nvSpPr>
        <p:spPr>
          <a:xfrm>
            <a:off x="1153160" y="2592388"/>
            <a:ext cx="3001962" cy="8636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1 Anwendung starten</a:t>
            </a:r>
          </a:p>
        </p:txBody>
      </p:sp>
      <p:sp>
        <p:nvSpPr>
          <p:cNvPr id="7" name="Chevron 6"/>
          <p:cNvSpPr/>
          <p:nvPr/>
        </p:nvSpPr>
        <p:spPr>
          <a:xfrm>
            <a:off x="3977322" y="2592388"/>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2 Schlüssel eingeben</a:t>
            </a:r>
          </a:p>
        </p:txBody>
      </p:sp>
      <p:sp>
        <p:nvSpPr>
          <p:cNvPr id="8" name="Chevron 7"/>
          <p:cNvSpPr/>
          <p:nvPr/>
        </p:nvSpPr>
        <p:spPr>
          <a:xfrm>
            <a:off x="6801485" y="2592388"/>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3 OpenAI API wählen</a:t>
            </a:r>
          </a:p>
        </p:txBody>
      </p:sp>
      <p:sp>
        <p:nvSpPr>
          <p:cNvPr id="9" name="Chevron 8"/>
          <p:cNvSpPr/>
          <p:nvPr/>
        </p:nvSpPr>
        <p:spPr>
          <a:xfrm>
            <a:off x="9625648" y="2592388"/>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4 Key entfernen</a:t>
            </a:r>
          </a:p>
        </p:txBody>
      </p:sp>
      <p:sp>
        <p:nvSpPr>
          <p:cNvPr id="10" name="Rectangle 9"/>
          <p:cNvSpPr/>
          <p:nvPr/>
        </p:nvSpPr>
        <p:spPr>
          <a:xfrm>
            <a:off x="1153160" y="3836988"/>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153160" y="3836988"/>
            <a:ext cx="50800" cy="1397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69060" y="3963988"/>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Sitzung statt Datei</a:t>
            </a:r>
          </a:p>
        </p:txBody>
      </p:sp>
      <p:sp>
        <p:nvSpPr>
          <p:cNvPr id="13" name="TextBox 12"/>
          <p:cNvSpPr txBox="1"/>
          <p:nvPr/>
        </p:nvSpPr>
        <p:spPr>
          <a:xfrm>
            <a:off x="1369060" y="4256088"/>
            <a:ext cx="511810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Der Key gilt für diese Browsersitzung, höchstens acht Stunden. Das Eingabefeld wird nach der Übernahme geleert.</a:t>
            </a:r>
          </a:p>
        </p:txBody>
      </p:sp>
      <p:sp>
        <p:nvSpPr>
          <p:cNvPr id="14" name="Rectangle 13"/>
          <p:cNvSpPr/>
          <p:nvPr/>
        </p:nvSpPr>
        <p:spPr>
          <a:xfrm>
            <a:off x="7096760" y="3836988"/>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096760" y="3836988"/>
            <a:ext cx="50800" cy="1397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2660" y="3963988"/>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Kosten entstehen beim Anbieter</a:t>
            </a:r>
          </a:p>
        </p:txBody>
      </p:sp>
      <p:sp>
        <p:nvSpPr>
          <p:cNvPr id="17" name="TextBox 16"/>
          <p:cNvSpPr txBox="1"/>
          <p:nvPr/>
        </p:nvSpPr>
        <p:spPr>
          <a:xfrm>
            <a:off x="7312660" y="4256088"/>
            <a:ext cx="5118100" cy="850900"/>
          </a:xfrm>
          <a:prstGeom prst="rect">
            <a:avLst/>
          </a:prstGeom>
          <a:noFill/>
        </p:spPr>
        <p:txBody>
          <a:bodyPr wrap="square" lIns="0" tIns="0" rIns="0" bIns="0">
            <a:spAutoFit/>
          </a:bodyPr>
          <a:lstStyle/>
          <a:p>
            <a:pPr>
              <a:lnSpc>
                <a:spcPct val="95000"/>
              </a:lnSpc>
            </a:pPr>
            <a:r>
              <a:rPr lang="de-DE" sz="1400" b="0">
                <a:solidFill>
                  <a:srgbClr val="404040"/>
                </a:solidFill>
                <a:latin typeface="Segoe UI"/>
              </a:rPr>
              <a:t>Kostenpflichtig sind die API-Aufrufe für Antworten und bei PageIndex auch für die Auswahl. Voreinstellung: gpt-4.1-mini.</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Key gilt im lokalen Serverspeicher höchstens acht Stunden</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session_keys.py und server.py im github.com/swrobuts/SiemensWashingMachineTroubleShooting_LocalLLM; flask.palletsprojects.com, Security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Der Endpunkt POST /api/openai_key übernimmt den Key in einen gesperrten Speicher je Browsersitzung. Das Cookie enthält Sitzungs-ID und CSRF-Token, aber keinen Key. Die App legt ihn weder in Dateien noch in Browser-Web-Storage ab. Sie verwendet ihn aus-schließlich für die OpenAI-Anmeldung über HTTPS. Nach Ablauf wird er bei der nächsten Bereinigung entfernt, nicht durch einen garantierten Lösch-</a:t>
            </a:r>
            <a:r>
              <a:rPr lang="de-DE" dirty="0" err="1"/>
              <a:t>Timer</a:t>
            </a:r>
            <a:r>
              <a:rPr lang="de-DE" dirty="0"/>
              <a:t>.</a:t>
            </a:r>
          </a:p>
        </p:txBody>
      </p:sp>
      <p:sp>
        <p:nvSpPr>
          <p:cNvPr id="6" name="Rectangle 5"/>
          <p:cNvSpPr/>
          <p:nvPr/>
        </p:nvSpPr>
        <p:spPr>
          <a:xfrm>
            <a:off x="1153160" y="2508084"/>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08084"/>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635084"/>
            <a:ext cx="313944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Passwortfeld im lokalen GUI</a:t>
            </a:r>
          </a:p>
        </p:txBody>
      </p:sp>
      <p:sp>
        <p:nvSpPr>
          <p:cNvPr id="9" name="TextBox 8"/>
          <p:cNvSpPr txBox="1"/>
          <p:nvPr/>
        </p:nvSpPr>
        <p:spPr>
          <a:xfrm>
            <a:off x="1369060" y="3168484"/>
            <a:ext cx="3139440" cy="863600"/>
          </a:xfrm>
          <a:prstGeom prst="rect">
            <a:avLst/>
          </a:prstGeom>
          <a:noFill/>
        </p:spPr>
        <p:txBody>
          <a:bodyPr wrap="square" lIns="0" tIns="0" rIns="0" bIns="0">
            <a:spAutoFit/>
          </a:bodyPr>
          <a:lstStyle/>
          <a:p>
            <a:pPr>
              <a:lnSpc>
                <a:spcPct val="95000"/>
              </a:lnSpc>
            </a:pPr>
            <a:r>
              <a:rPr sz="1400" b="0">
                <a:solidFill>
                  <a:srgbClr val="404040"/>
                </a:solidFill>
                <a:latin typeface="Segoe UI"/>
              </a:rPr>
              <a:t>Eingabe über POST /api/openai_key mit CSRF-Token; das Feld wird danach geleert.</a:t>
            </a:r>
          </a:p>
        </p:txBody>
      </p:sp>
      <p:sp>
        <p:nvSpPr>
          <p:cNvPr id="10" name="Rectangle 9"/>
          <p:cNvSpPr/>
          <p:nvPr/>
        </p:nvSpPr>
        <p:spPr>
          <a:xfrm>
            <a:off x="5113020" y="2508084"/>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113020" y="2508084"/>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28920" y="2635084"/>
            <a:ext cx="313944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Lokaler Server, Arbeitsspeicher</a:t>
            </a:r>
          </a:p>
        </p:txBody>
      </p:sp>
      <p:sp>
        <p:nvSpPr>
          <p:cNvPr id="13" name="TextBox 12"/>
          <p:cNvSpPr txBox="1"/>
          <p:nvPr/>
        </p:nvSpPr>
        <p:spPr>
          <a:xfrm>
            <a:off x="5328920" y="3168484"/>
            <a:ext cx="3139440" cy="863600"/>
          </a:xfrm>
          <a:prstGeom prst="rect">
            <a:avLst/>
          </a:prstGeom>
          <a:noFill/>
        </p:spPr>
        <p:txBody>
          <a:bodyPr wrap="square" lIns="0" tIns="0" rIns="0" bIns="0">
            <a:spAutoFit/>
          </a:bodyPr>
          <a:lstStyle/>
          <a:p>
            <a:pPr>
              <a:lnSpc>
                <a:spcPct val="95000"/>
              </a:lnSpc>
            </a:pPr>
            <a:r>
              <a:rPr sz="1400" b="0">
                <a:solidFill>
                  <a:srgbClr val="404040"/>
                </a:solidFill>
                <a:latin typeface="Segoe UI"/>
              </a:rPr>
              <a:t>SessionKeys je Browsersitzung; Loopback, Host und Origin werden geprüft. Kein Cookie trägt den Key.</a:t>
            </a:r>
          </a:p>
        </p:txBody>
      </p:sp>
      <p:sp>
        <p:nvSpPr>
          <p:cNvPr id="14" name="Rectangle 13"/>
          <p:cNvSpPr/>
          <p:nvPr/>
        </p:nvSpPr>
        <p:spPr>
          <a:xfrm>
            <a:off x="9081770" y="2508084"/>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9081770" y="2508084"/>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297670" y="2635084"/>
            <a:ext cx="313944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OpenAI API, HTTPS-Anmeldung</a:t>
            </a:r>
          </a:p>
        </p:txBody>
      </p:sp>
      <p:sp>
        <p:nvSpPr>
          <p:cNvPr id="17" name="TextBox 16"/>
          <p:cNvSpPr txBox="1"/>
          <p:nvPr/>
        </p:nvSpPr>
        <p:spPr>
          <a:xfrm>
            <a:off x="9297670" y="3168484"/>
            <a:ext cx="3139440" cy="863600"/>
          </a:xfrm>
          <a:prstGeom prst="rect">
            <a:avLst/>
          </a:prstGeom>
          <a:noFill/>
        </p:spPr>
        <p:txBody>
          <a:bodyPr wrap="square" lIns="0" tIns="0" rIns="0" bIns="0">
            <a:spAutoFit/>
          </a:bodyPr>
          <a:lstStyle/>
          <a:p>
            <a:pPr>
              <a:lnSpc>
                <a:spcPct val="95000"/>
              </a:lnSpc>
            </a:pPr>
            <a:r>
              <a:rPr sz="1400" b="0">
                <a:solidFill>
                  <a:srgbClr val="404040"/>
                </a:solidFill>
                <a:latin typeface="Segoe UI"/>
              </a:rPr>
              <a:t>Nur als Anmeldedatum; nie im Prompt, nie in der Antwort, nie im Protokoll.</a:t>
            </a:r>
          </a:p>
        </p:txBody>
      </p:sp>
      <p:sp>
        <p:nvSpPr>
          <p:cNvPr id="18" name="Rectangle 17"/>
          <p:cNvSpPr/>
          <p:nvPr/>
        </p:nvSpPr>
        <p:spPr>
          <a:xfrm>
            <a:off x="1153160" y="4413084"/>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81760" y="4704448"/>
            <a:ext cx="11017250" cy="204671"/>
          </a:xfrm>
          <a:prstGeom prst="rect">
            <a:avLst/>
          </a:prstGeom>
          <a:noFill/>
        </p:spPr>
        <p:txBody>
          <a:bodyPr wrap="square" lIns="0" tIns="0" rIns="0" bIns="0" anchor="ctr">
            <a:spAutoFit/>
          </a:bodyPr>
          <a:lstStyle/>
          <a:p>
            <a:pPr>
              <a:lnSpc>
                <a:spcPct val="95000"/>
              </a:lnSpc>
            </a:pPr>
            <a:r>
              <a:rPr sz="1400" b="1" dirty="0" err="1">
                <a:solidFill>
                  <a:srgbClr val="003E6E"/>
                </a:solidFill>
                <a:latin typeface="Segoe UI"/>
              </a:rPr>
              <a:t>Entfernen</a:t>
            </a:r>
            <a:r>
              <a:rPr sz="1400" b="1" dirty="0">
                <a:solidFill>
                  <a:srgbClr val="003E6E"/>
                </a:solidFill>
                <a:latin typeface="Segoe UI"/>
              </a:rPr>
              <a:t>, </a:t>
            </a:r>
            <a:r>
              <a:rPr sz="1400" b="1" dirty="0" err="1">
                <a:solidFill>
                  <a:srgbClr val="003E6E"/>
                </a:solidFill>
                <a:latin typeface="Segoe UI"/>
              </a:rPr>
              <a:t>Ablauf</a:t>
            </a:r>
            <a:r>
              <a:rPr sz="1400" b="1" dirty="0">
                <a:solidFill>
                  <a:srgbClr val="003E6E"/>
                </a:solidFill>
                <a:latin typeface="Segoe UI"/>
              </a:rPr>
              <a:t> </a:t>
            </a:r>
            <a:r>
              <a:rPr sz="1400" b="1" dirty="0" err="1">
                <a:solidFill>
                  <a:srgbClr val="003E6E"/>
                </a:solidFill>
                <a:latin typeface="Segoe UI"/>
              </a:rPr>
              <a:t>oder</a:t>
            </a:r>
            <a:r>
              <a:rPr sz="1400" b="1" dirty="0">
                <a:solidFill>
                  <a:srgbClr val="003E6E"/>
                </a:solidFill>
                <a:latin typeface="Segoe UI"/>
              </a:rPr>
              <a:t> </a:t>
            </a:r>
            <a:r>
              <a:rPr sz="1400" b="1" dirty="0" err="1">
                <a:solidFill>
                  <a:srgbClr val="003E6E"/>
                </a:solidFill>
                <a:latin typeface="Segoe UI"/>
              </a:rPr>
              <a:t>Serverneustart</a:t>
            </a:r>
            <a:r>
              <a:rPr sz="1400" b="1" dirty="0">
                <a:solidFill>
                  <a:srgbClr val="003E6E"/>
                </a:solidFill>
                <a:latin typeface="Segoe UI"/>
              </a:rPr>
              <a:t> </a:t>
            </a:r>
            <a:r>
              <a:rPr sz="1400" b="0" dirty="0" err="1">
                <a:solidFill>
                  <a:srgbClr val="404040"/>
                </a:solidFill>
                <a:latin typeface="Segoe UI"/>
              </a:rPr>
              <a:t>sperren</a:t>
            </a:r>
            <a:r>
              <a:rPr sz="1400" b="0" dirty="0">
                <a:solidFill>
                  <a:srgbClr val="404040"/>
                </a:solidFill>
                <a:latin typeface="Segoe UI"/>
              </a:rPr>
              <a:t> </a:t>
            </a:r>
            <a:r>
              <a:rPr sz="1400" b="0" dirty="0" err="1">
                <a:solidFill>
                  <a:srgbClr val="404040"/>
                </a:solidFill>
                <a:latin typeface="Segoe UI"/>
              </a:rPr>
              <a:t>weitere</a:t>
            </a:r>
            <a:r>
              <a:rPr sz="1400" b="0" dirty="0">
                <a:solidFill>
                  <a:srgbClr val="404040"/>
                </a:solidFill>
                <a:latin typeface="Segoe UI"/>
              </a:rPr>
              <a:t> </a:t>
            </a:r>
            <a:r>
              <a:rPr sz="1400" b="0" dirty="0" err="1">
                <a:solidFill>
                  <a:srgbClr val="404040"/>
                </a:solidFill>
                <a:latin typeface="Segoe UI"/>
              </a:rPr>
              <a:t>Aufrufe</a:t>
            </a:r>
            <a:r>
              <a:rPr sz="1400" b="0" dirty="0">
                <a:solidFill>
                  <a:srgbClr val="404040"/>
                </a:solidFill>
                <a:latin typeface="Segoe UI"/>
              </a:rPr>
              <a:t>; </a:t>
            </a:r>
            <a:r>
              <a:rPr sz="1400" b="0" dirty="0" err="1">
                <a:solidFill>
                  <a:srgbClr val="404040"/>
                </a:solidFill>
                <a:latin typeface="Segoe UI"/>
              </a:rPr>
              <a:t>bereits</a:t>
            </a:r>
            <a:r>
              <a:rPr sz="1400" b="0" dirty="0">
                <a:solidFill>
                  <a:srgbClr val="404040"/>
                </a:solidFill>
                <a:latin typeface="Segoe UI"/>
              </a:rPr>
              <a:t> </a:t>
            </a:r>
            <a:r>
              <a:rPr sz="1400" b="0" dirty="0" err="1">
                <a:solidFill>
                  <a:srgbClr val="404040"/>
                </a:solidFill>
                <a:latin typeface="Segoe UI"/>
              </a:rPr>
              <a:t>laufende</a:t>
            </a:r>
            <a:r>
              <a:rPr sz="1400" b="0" dirty="0">
                <a:solidFill>
                  <a:srgbClr val="404040"/>
                </a:solidFill>
                <a:latin typeface="Segoe UI"/>
              </a:rPr>
              <a:t> </a:t>
            </a:r>
            <a:r>
              <a:rPr sz="1400" b="0" dirty="0" err="1">
                <a:solidFill>
                  <a:srgbClr val="404040"/>
                </a:solidFill>
                <a:latin typeface="Segoe UI"/>
              </a:rPr>
              <a:t>Anbieteraufrufe</a:t>
            </a:r>
            <a:r>
              <a:rPr sz="1400" b="0" dirty="0">
                <a:solidFill>
                  <a:srgbClr val="404040"/>
                </a:solidFill>
                <a:latin typeface="Segoe UI"/>
              </a:rPr>
              <a:t> </a:t>
            </a:r>
            <a:r>
              <a:rPr sz="1400" b="0" dirty="0" err="1">
                <a:solidFill>
                  <a:srgbClr val="404040"/>
                </a:solidFill>
                <a:latin typeface="Segoe UI"/>
              </a:rPr>
              <a:t>können</a:t>
            </a:r>
            <a:r>
              <a:rPr sz="1400" b="0" dirty="0">
                <a:solidFill>
                  <a:srgbClr val="404040"/>
                </a:solidFill>
                <a:latin typeface="Segoe UI"/>
              </a:rPr>
              <a:t> </a:t>
            </a:r>
            <a:r>
              <a:rPr sz="1400" b="0" dirty="0" err="1">
                <a:solidFill>
                  <a:srgbClr val="404040"/>
                </a:solidFill>
                <a:latin typeface="Segoe UI"/>
              </a:rPr>
              <a:t>noch</a:t>
            </a:r>
            <a:r>
              <a:rPr sz="1400" b="0" dirty="0">
                <a:solidFill>
                  <a:srgbClr val="404040"/>
                </a:solidFill>
                <a:latin typeface="Segoe UI"/>
              </a:rPr>
              <a:t> </a:t>
            </a:r>
            <a:r>
              <a:rPr sz="1400" b="0" dirty="0" err="1">
                <a:solidFill>
                  <a:srgbClr val="404040"/>
                </a:solidFill>
                <a:latin typeface="Segoe UI"/>
              </a:rPr>
              <a:t>zu</a:t>
            </a:r>
            <a:r>
              <a:rPr sz="1400" b="0" dirty="0">
                <a:solidFill>
                  <a:srgbClr val="404040"/>
                </a:solidFill>
                <a:latin typeface="Segoe UI"/>
              </a:rPr>
              <a:t> Ende </a:t>
            </a:r>
            <a:r>
              <a:rPr sz="1400" b="0" dirty="0" err="1">
                <a:solidFill>
                  <a:srgbClr val="404040"/>
                </a:solidFill>
                <a:latin typeface="Segoe UI"/>
              </a:rPr>
              <a:t>laufen</a:t>
            </a:r>
            <a:r>
              <a:rPr sz="1400" b="0" dirty="0">
                <a:solidFill>
                  <a:srgbClr val="404040"/>
                </a:solidFill>
                <a:latin typeface="Segoe UI"/>
              </a:rPr>
              <a:t>.</a:t>
            </a:r>
          </a:p>
        </p:txBody>
      </p:sp>
    </p:spTree>
    <p:extLst>
      <p:ext uri="{BB962C8B-B14F-4D97-AF65-F5344CB8AC3E}">
        <p14:creationId xmlns:p14="http://schemas.microsoft.com/office/powerpoint/2010/main" val="3301929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Code, Dokumentation und Prüfnachweise werden gemeinsam gepflegt</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README.md und .gitignore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Nach relevanten Änderungen folgen Regressionstests, Retrieval-Messung und fachliche Live-Prüfung. Code und aktuelle Doku-</a:t>
            </a:r>
            <a:r>
              <a:rPr lang="de-DE" dirty="0" err="1"/>
              <a:t>mentation</a:t>
            </a:r>
            <a:r>
              <a:rPr lang="de-DE" dirty="0"/>
              <a:t> werden gemeinsam versioniert. Konfiguration, Modellgewichte und erzeugte Indizes bleiben lokal. Der Mac benötigt anschließend seinen eigenen Funktionstest. Der Hosting-Dienst GitHub Pages stellt ausschließlich die statische Handy-Leseseite bereit. Die Flask-API bleibt auf </a:t>
            </a:r>
            <a:r>
              <a:rPr lang="de-DE" dirty="0" err="1"/>
              <a:t>Loopback</a:t>
            </a:r>
            <a:r>
              <a:rPr lang="de-DE" dirty="0"/>
              <a:t> beschränkt.</a:t>
            </a:r>
          </a:p>
        </p:txBody>
      </p:sp>
      <p:sp>
        <p:nvSpPr>
          <p:cNvPr id="10" name="Rectangle 9"/>
          <p:cNvSpPr/>
          <p:nvPr/>
        </p:nvSpPr>
        <p:spPr>
          <a:xfrm>
            <a:off x="1155700" y="5080000"/>
            <a:ext cx="1148080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181600"/>
            <a:ext cx="11023600" cy="457200"/>
          </a:xfrm>
          <a:prstGeom prst="rect">
            <a:avLst/>
          </a:prstGeom>
          <a:noFill/>
        </p:spPr>
        <p:txBody>
          <a:bodyPr wrap="square" lIns="0" tIns="0" rIns="0" bIns="0">
            <a:spAutoFit/>
          </a:bodyPr>
          <a:lstStyle/>
          <a:p>
            <a:pPr>
              <a:lnSpc>
                <a:spcPct val="95000"/>
              </a:lnSpc>
            </a:pPr>
            <a:r>
              <a:rPr sz="1400" b="1">
                <a:solidFill>
                  <a:srgbClr val="003E6E"/>
                </a:solidFill>
                <a:latin typeface="Segoe UI"/>
              </a:rPr>
              <a:t>Nicht im Repository: </a:t>
            </a:r>
            <a:r>
              <a:rPr sz="1400" b="0">
                <a:solidFill>
                  <a:srgbClr val="404040"/>
                </a:solidFill>
                <a:latin typeface="Segoe UI"/>
              </a:rPr>
              <a:t>profiles/*/.env, .cache/, storage/ und Modellgewichte. Sie entstehen auf jedem Rechner neu.</a:t>
            </a:r>
          </a:p>
        </p:txBody>
      </p:sp>
      <p:sp>
        <p:nvSpPr>
          <p:cNvPr id="40" name="Achse"/>
          <p:cNvSpPr/>
          <p:nvPr/>
        </p:nvSpPr>
        <p:spPr>
          <a:xfrm>
            <a:off x="1155700" y="3314700"/>
            <a:ext cx="11480800" cy="25400"/>
          </a:xfrm>
          <a:prstGeom prst="rect">
            <a:avLst/>
          </a:prstGeom>
          <a:solidFill>
            <a:srgbClr val="C9C3B4"/>
          </a:solidFill>
          <a:ln>
            <a:noFill/>
          </a:ln>
        </p:spPr>
        <p:txBody>
          <a:bodyPr wrap="square" lIns="127000" tIns="50800" rIns="127000" bIns="50800" anchor="ctr">
            <a:noAutofit/>
          </a:bodyPr>
          <a:lstStyle/>
          <a:p>
            <a:endParaRPr/>
          </a:p>
        </p:txBody>
      </p:sp>
      <p:sp>
        <p:nvSpPr>
          <p:cNvPr id="41" name="Titel"/>
          <p:cNvSpPr/>
          <p:nvPr/>
        </p:nvSpPr>
        <p:spPr>
          <a:xfrm>
            <a:off x="12319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Änderung</a:t>
            </a:r>
          </a:p>
        </p:txBody>
      </p:sp>
      <p:sp>
        <p:nvSpPr>
          <p:cNvPr id="42" name="Sub"/>
          <p:cNvSpPr/>
          <p:nvPr/>
        </p:nvSpPr>
        <p:spPr>
          <a:xfrm>
            <a:off x="1231900" y="2717800"/>
            <a:ext cx="2717800" cy="457200"/>
          </a:xfrm>
          <a:prstGeom prst="rect">
            <a:avLst/>
          </a:prstGeom>
          <a:noFill/>
          <a:ln>
            <a:noFill/>
          </a:ln>
        </p:spPr>
        <p:txBody>
          <a:bodyPr wrap="square" lIns="0" tIns="0" rIns="0" bIns="0" anchor="t">
            <a:noAutofit/>
          </a:bodyPr>
          <a:lstStyle/>
          <a:p>
            <a:pPr algn="ctr">
              <a:lnSpc>
                <a:spcPct val="95000"/>
              </a:lnSpc>
            </a:pPr>
            <a:r>
              <a:rPr lang="de-DE" sz="1300" b="0" dirty="0">
                <a:solidFill>
                  <a:srgbClr val="404040"/>
                </a:solidFill>
                <a:latin typeface="Segoe UI"/>
              </a:rPr>
              <a:t>Handbuch-Markdown oder Code</a:t>
            </a:r>
          </a:p>
        </p:txBody>
      </p:sp>
      <p:sp>
        <p:nvSpPr>
          <p:cNvPr id="43" name="Punkt"/>
          <p:cNvSpPr/>
          <p:nvPr/>
        </p:nvSpPr>
        <p:spPr>
          <a:xfrm>
            <a:off x="2425700" y="3162300"/>
            <a:ext cx="330200" cy="330200"/>
          </a:xfrm>
          <a:prstGeom prst="ellipse">
            <a:avLst/>
          </a:prstGeom>
          <a:solidFill>
            <a:srgbClr val="FFFFFF"/>
          </a:solidFill>
          <a:ln w="9525">
            <a:solidFill>
              <a:srgbClr val="003E6E"/>
            </a:solidFill>
          </a:ln>
        </p:spPr>
        <p:txBody>
          <a:bodyPr wrap="square" lIns="0" tIns="0" rIns="0" bIns="0" anchor="ctr">
            <a:noAutofit/>
          </a:bodyPr>
          <a:lstStyle/>
          <a:p>
            <a:pPr algn="ctr">
              <a:lnSpc>
                <a:spcPct val="95000"/>
              </a:lnSpc>
            </a:pPr>
            <a:r>
              <a:rPr lang="de-DE" sz="1300" b="1" dirty="0">
                <a:solidFill>
                  <a:srgbClr val="003E6E"/>
                </a:solidFill>
                <a:latin typeface="Segoe UI"/>
              </a:rPr>
              <a:t>1</a:t>
            </a:r>
          </a:p>
        </p:txBody>
      </p:sp>
      <p:sp>
        <p:nvSpPr>
          <p:cNvPr id="44" name="Chip"/>
          <p:cNvSpPr/>
          <p:nvPr/>
        </p:nvSpPr>
        <p:spPr>
          <a:xfrm>
            <a:off x="13843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a:solidFill>
                  <a:srgbClr val="404040"/>
                </a:solidFill>
                <a:latin typeface="Segoe UI"/>
              </a:rPr>
              <a:t>Quell- und Indexkonsistenz prüfen</a:t>
            </a:r>
          </a:p>
        </p:txBody>
      </p:sp>
      <p:sp>
        <p:nvSpPr>
          <p:cNvPr id="45" name="Titel"/>
          <p:cNvSpPr/>
          <p:nvPr/>
        </p:nvSpPr>
        <p:spPr>
          <a:xfrm>
            <a:off x="41021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Tests und Messung</a:t>
            </a:r>
          </a:p>
        </p:txBody>
      </p:sp>
      <p:sp>
        <p:nvSpPr>
          <p:cNvPr id="46" name="Sub"/>
          <p:cNvSpPr/>
          <p:nvPr/>
        </p:nvSpPr>
        <p:spPr>
          <a:xfrm>
            <a:off x="4102100" y="2717800"/>
            <a:ext cx="2717800" cy="457200"/>
          </a:xfrm>
          <a:prstGeom prst="rect">
            <a:avLst/>
          </a:prstGeom>
          <a:noFill/>
          <a:ln>
            <a:noFill/>
          </a:ln>
        </p:spPr>
        <p:txBody>
          <a:bodyPr wrap="square" lIns="0" tIns="0" rIns="0" bIns="0" anchor="t">
            <a:noAutofit/>
          </a:bodyPr>
          <a:lstStyle/>
          <a:p>
            <a:pPr algn="ctr">
              <a:lnSpc>
                <a:spcPct val="95000"/>
              </a:lnSpc>
            </a:pPr>
            <a:r>
              <a:rPr lang="de-DE" sz="1300" b="0">
                <a:solidFill>
                  <a:srgbClr val="404040"/>
                </a:solidFill>
                <a:latin typeface="Segoe UI"/>
              </a:rPr>
              <a:t>85 Python + 12 JavaScript,</a:t>
            </a:r>
          </a:p>
          <a:p>
            <a:pPr algn="ctr">
              <a:lnSpc>
                <a:spcPct val="95000"/>
              </a:lnSpc>
            </a:pPr>
            <a:r>
              <a:rPr lang="de-DE" sz="1300" b="0">
                <a:solidFill>
                  <a:srgbClr val="404040"/>
                </a:solidFill>
                <a:latin typeface="Segoe UI"/>
              </a:rPr>
              <a:t>10 Suchfragen, 7 Live-Fälle</a:t>
            </a:r>
          </a:p>
        </p:txBody>
      </p:sp>
      <p:sp>
        <p:nvSpPr>
          <p:cNvPr id="47" name="Punkt"/>
          <p:cNvSpPr/>
          <p:nvPr/>
        </p:nvSpPr>
        <p:spPr>
          <a:xfrm>
            <a:off x="5295900" y="3162300"/>
            <a:ext cx="330200" cy="330200"/>
          </a:xfrm>
          <a:prstGeom prst="ellipse">
            <a:avLst/>
          </a:prstGeom>
          <a:solidFill>
            <a:srgbClr val="FFFFFF"/>
          </a:solidFill>
          <a:ln w="9525">
            <a:solidFill>
              <a:srgbClr val="003E6E"/>
            </a:solidFill>
          </a:ln>
        </p:spPr>
        <p:txBody>
          <a:bodyPr wrap="square" lIns="0" tIns="0" rIns="0" bIns="0" anchor="ctr">
            <a:noAutofit/>
          </a:bodyPr>
          <a:lstStyle/>
          <a:p>
            <a:pPr algn="ctr">
              <a:lnSpc>
                <a:spcPct val="95000"/>
              </a:lnSpc>
            </a:pPr>
            <a:r>
              <a:rPr lang="de-DE" sz="1300" b="1" dirty="0">
                <a:solidFill>
                  <a:srgbClr val="003E6E"/>
                </a:solidFill>
                <a:latin typeface="Segoe UI"/>
              </a:rPr>
              <a:t>2</a:t>
            </a:r>
          </a:p>
        </p:txBody>
      </p:sp>
      <p:sp>
        <p:nvSpPr>
          <p:cNvPr id="48" name="Chip"/>
          <p:cNvSpPr/>
          <p:nvPr/>
        </p:nvSpPr>
        <p:spPr>
          <a:xfrm>
            <a:off x="42545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dirty="0">
                <a:solidFill>
                  <a:srgbClr val="404040"/>
                </a:solidFill>
                <a:latin typeface="Consolas"/>
              </a:rPr>
              <a:t>pytest · eval/run_eval.py</a:t>
            </a:r>
          </a:p>
        </p:txBody>
      </p:sp>
      <p:sp>
        <p:nvSpPr>
          <p:cNvPr id="49" name="Titel"/>
          <p:cNvSpPr/>
          <p:nvPr/>
        </p:nvSpPr>
        <p:spPr>
          <a:xfrm>
            <a:off x="69723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Commit und Push</a:t>
            </a:r>
          </a:p>
        </p:txBody>
      </p:sp>
      <p:sp>
        <p:nvSpPr>
          <p:cNvPr id="50" name="Sub"/>
          <p:cNvSpPr/>
          <p:nvPr/>
        </p:nvSpPr>
        <p:spPr>
          <a:xfrm>
            <a:off x="6972300" y="2717800"/>
            <a:ext cx="2717800" cy="457200"/>
          </a:xfrm>
          <a:prstGeom prst="rect">
            <a:avLst/>
          </a:prstGeom>
          <a:noFill/>
          <a:ln>
            <a:noFill/>
          </a:ln>
        </p:spPr>
        <p:txBody>
          <a:bodyPr wrap="square" lIns="0" tIns="0" rIns="0" bIns="0" anchor="t">
            <a:noAutofit/>
          </a:bodyPr>
          <a:lstStyle/>
          <a:p>
            <a:pPr algn="ctr">
              <a:lnSpc>
                <a:spcPct val="95000"/>
              </a:lnSpc>
            </a:pPr>
            <a:r>
              <a:rPr lang="de-DE" sz="1300" b="0" dirty="0">
                <a:solidFill>
                  <a:srgbClr val="404040"/>
                </a:solidFill>
                <a:latin typeface="Segoe UI"/>
              </a:rPr>
              <a:t>Git-Historie macht Änderungen nachvollziehbar</a:t>
            </a:r>
          </a:p>
        </p:txBody>
      </p:sp>
      <p:sp>
        <p:nvSpPr>
          <p:cNvPr id="51" name="Punkt"/>
          <p:cNvSpPr/>
          <p:nvPr/>
        </p:nvSpPr>
        <p:spPr>
          <a:xfrm>
            <a:off x="8166100" y="3162300"/>
            <a:ext cx="330200" cy="330200"/>
          </a:xfrm>
          <a:prstGeom prst="ellipse">
            <a:avLst/>
          </a:prstGeom>
          <a:solidFill>
            <a:srgbClr val="FFFFFF"/>
          </a:solidFill>
          <a:ln w="9525">
            <a:solidFill>
              <a:srgbClr val="003E6E"/>
            </a:solidFill>
          </a:ln>
        </p:spPr>
        <p:txBody>
          <a:bodyPr wrap="square" lIns="0" tIns="0" rIns="0" bIns="0" anchor="ctr">
            <a:noAutofit/>
          </a:bodyPr>
          <a:lstStyle/>
          <a:p>
            <a:pPr algn="ctr">
              <a:lnSpc>
                <a:spcPct val="95000"/>
              </a:lnSpc>
            </a:pPr>
            <a:r>
              <a:rPr lang="de-DE" sz="1300" b="1" dirty="0">
                <a:solidFill>
                  <a:srgbClr val="003E6E"/>
                </a:solidFill>
                <a:latin typeface="Segoe UI"/>
              </a:rPr>
              <a:t>3</a:t>
            </a:r>
          </a:p>
        </p:txBody>
      </p:sp>
      <p:sp>
        <p:nvSpPr>
          <p:cNvPr id="52" name="Chip"/>
          <p:cNvSpPr/>
          <p:nvPr/>
        </p:nvSpPr>
        <p:spPr>
          <a:xfrm>
            <a:off x="71247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dirty="0">
                <a:solidFill>
                  <a:srgbClr val="404040"/>
                </a:solidFill>
                <a:latin typeface="Consolas"/>
              </a:rPr>
              <a:t>git commit · git push</a:t>
            </a:r>
          </a:p>
        </p:txBody>
      </p:sp>
      <p:sp>
        <p:nvSpPr>
          <p:cNvPr id="53" name="Titel"/>
          <p:cNvSpPr/>
          <p:nvPr/>
        </p:nvSpPr>
        <p:spPr>
          <a:xfrm>
            <a:off x="98425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Mac aktualisieren</a:t>
            </a:r>
          </a:p>
        </p:txBody>
      </p:sp>
      <p:sp>
        <p:nvSpPr>
          <p:cNvPr id="54" name="Sub"/>
          <p:cNvSpPr/>
          <p:nvPr/>
        </p:nvSpPr>
        <p:spPr>
          <a:xfrm>
            <a:off x="9842500" y="2717800"/>
            <a:ext cx="2717800" cy="457200"/>
          </a:xfrm>
          <a:prstGeom prst="rect">
            <a:avLst/>
          </a:prstGeom>
          <a:noFill/>
          <a:ln>
            <a:noFill/>
          </a:ln>
        </p:spPr>
        <p:txBody>
          <a:bodyPr wrap="square" lIns="0" tIns="0" rIns="0" bIns="0" anchor="t">
            <a:noAutofit/>
          </a:bodyPr>
          <a:lstStyle/>
          <a:p>
            <a:pPr algn="ctr">
              <a:lnSpc>
                <a:spcPct val="95000"/>
              </a:lnSpc>
            </a:pPr>
            <a:r>
              <a:rPr lang="de-DE" sz="1300" b="0" dirty="0">
                <a:solidFill>
                  <a:srgbClr val="404040"/>
                </a:solidFill>
                <a:latin typeface="Segoe UI"/>
              </a:rPr>
              <a:t>git pull, lokaler Lauf mit LM Studio</a:t>
            </a:r>
          </a:p>
        </p:txBody>
      </p:sp>
      <p:sp>
        <p:nvSpPr>
          <p:cNvPr id="55" name="Punkt"/>
          <p:cNvSpPr/>
          <p:nvPr/>
        </p:nvSpPr>
        <p:spPr>
          <a:xfrm>
            <a:off x="11036300" y="3162300"/>
            <a:ext cx="330200" cy="330200"/>
          </a:xfrm>
          <a:prstGeom prst="ellipse">
            <a:avLst/>
          </a:prstGeom>
          <a:solidFill>
            <a:srgbClr val="003E6E"/>
          </a:solidFill>
          <a:ln w="9525">
            <a:solidFill>
              <a:srgbClr val="003E6E"/>
            </a:solidFill>
          </a:ln>
        </p:spPr>
        <p:txBody>
          <a:bodyPr wrap="square" lIns="0" tIns="0" rIns="0" bIns="0" anchor="ctr">
            <a:noAutofit/>
          </a:bodyPr>
          <a:lstStyle/>
          <a:p>
            <a:pPr algn="ctr">
              <a:lnSpc>
                <a:spcPct val="95000"/>
              </a:lnSpc>
            </a:pPr>
            <a:r>
              <a:rPr lang="de-DE" sz="1300" b="1" dirty="0">
                <a:solidFill>
                  <a:srgbClr val="FFFFFF"/>
                </a:solidFill>
                <a:latin typeface="Segoe UI"/>
              </a:rPr>
              <a:t>4</a:t>
            </a:r>
          </a:p>
        </p:txBody>
      </p:sp>
      <p:sp>
        <p:nvSpPr>
          <p:cNvPr id="56" name="Chip"/>
          <p:cNvSpPr/>
          <p:nvPr/>
        </p:nvSpPr>
        <p:spPr>
          <a:xfrm>
            <a:off x="99949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a:solidFill>
                  <a:srgbClr val="404040"/>
                </a:solidFill>
                <a:latin typeface="Segoe UI"/>
              </a:rPr>
              <a:t>Vektorcache prüfen bzw.</a:t>
            </a:r>
          </a:p>
          <a:p>
            <a:pPr algn="ctr">
              <a:lnSpc>
                <a:spcPct val="95000"/>
              </a:lnSpc>
            </a:pPr>
            <a:r>
              <a:rPr lang="de-DE" sz="1300" b="0">
                <a:solidFill>
                  <a:srgbClr val="404040"/>
                </a:solidFill>
                <a:latin typeface="Segoe UI"/>
              </a:rPr>
              <a:t>bei Bedarf neu aufbauen</a:t>
            </a:r>
          </a:p>
        </p:txBody>
      </p:sp>
      <p:sp>
        <p:nvSpPr>
          <p:cNvPr id="60" name="Hinweis"/>
          <p:cNvSpPr/>
          <p:nvPr/>
        </p:nvSpPr>
        <p:spPr>
          <a:xfrm>
            <a:off x="1155700" y="4445000"/>
            <a:ext cx="11480800" cy="279400"/>
          </a:xfrm>
          <a:prstGeom prst="rect">
            <a:avLst/>
          </a:prstGeom>
          <a:noFill/>
          <a:ln>
            <a:noFill/>
          </a:ln>
        </p:spPr>
        <p:txBody>
          <a:bodyPr wrap="square" lIns="0" tIns="0" rIns="0" bIns="0" anchor="t">
            <a:noAutofit/>
          </a:bodyPr>
          <a:lstStyle/>
          <a:p>
            <a:pPr algn="l">
              <a:lnSpc>
                <a:spcPct val="95000"/>
              </a:lnSpc>
            </a:pPr>
            <a:r>
              <a:rPr lang="de-DE" sz="1300" b="0" dirty="0">
                <a:solidFill>
                  <a:srgbClr val="555148"/>
                </a:solidFill>
                <a:latin typeface="Segoe UI"/>
              </a:rPr>
              <a:t>Der gefüllte Punkt ist die Etappe, die auf dem Zielrechner stattfindet; alle anderen laufen in der Entwicklungsumgebung unter Windows.</a:t>
            </a:r>
          </a:p>
        </p:txBody>
      </p:sp>
    </p:spTree>
    <p:extLst>
      <p:ext uri="{BB962C8B-B14F-4D97-AF65-F5344CB8AC3E}">
        <p14:creationId xmlns:p14="http://schemas.microsoft.com/office/powerpoint/2010/main" val="23283837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Belegtreue, PageIndex und Mehrbenutzerbetrieb bleiben offen</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Verbleibende Grenzen, und docs/TECHNICAL.md, Grenzen (github.com/swrobuts/SiemensWashingMachineTroubleShooting_LocalLLM, 19.09.2026)</a:t>
            </a:r>
          </a:p>
        </p:txBody>
      </p:sp>
      <p:sp>
        <p:nvSpPr>
          <p:cNvPr id="5" name="Text Placeholder 4"/>
          <p:cNvSpPr>
            <a:spLocks noGrp="1"/>
          </p:cNvSpPr>
          <p:nvPr>
            <p:ph type="body" sz="quarter" idx="14"/>
          </p:nvPr>
        </p:nvSpPr>
        <p:spPr>
          <a:xfrm>
            <a:off x="1071753" y="1146175"/>
            <a:ext cx="11546840" cy="652462"/>
          </a:xfrm>
        </p:spPr>
        <p:txBody>
          <a:bodyPr wrap="square">
            <a:noAutofit/>
          </a:bodyPr>
          <a:lstStyle/>
          <a:p>
            <a:r>
              <a:rPr lang="de-DE" dirty="0"/>
              <a:t>Die Quellenansicht ermöglicht Nachprüfung, beweist aber keine Belegtreue. Die zehn Suchfragen und sieben Live-Fälle sind ein kleiner Testbestand. Vier kuratierte Verfahrensgruppen gelten nur für dieses Handbuch. Der Ansatz </a:t>
            </a:r>
            <a:r>
              <a:rPr lang="de-DE" dirty="0" err="1"/>
              <a:t>PageIndex</a:t>
            </a:r>
            <a:r>
              <a:rPr lang="de-DE" dirty="0"/>
              <a:t> bleibt </a:t>
            </a:r>
            <a:r>
              <a:rPr lang="de-DE" dirty="0" err="1"/>
              <a:t>experi-mentell</a:t>
            </a:r>
            <a:r>
              <a:rPr lang="de-DE" dirty="0"/>
              <a:t>. Mehrbenutzerbetrieb benötigt ein eigenes Sicherheits- und Betriebskonzept.</a:t>
            </a:r>
          </a:p>
        </p:txBody>
      </p:sp>
      <p:sp>
        <p:nvSpPr>
          <p:cNvPr id="6" name="Rectangle 5"/>
          <p:cNvSpPr/>
          <p:nvPr/>
        </p:nvSpPr>
        <p:spPr>
          <a:xfrm>
            <a:off x="1153160" y="2316510"/>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316510"/>
            <a:ext cx="50800" cy="14224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443510"/>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Belegtreue</a:t>
            </a:r>
          </a:p>
        </p:txBody>
      </p:sp>
      <p:sp>
        <p:nvSpPr>
          <p:cNvPr id="9" name="TextBox 8"/>
          <p:cNvSpPr txBox="1"/>
          <p:nvPr/>
        </p:nvSpPr>
        <p:spPr>
          <a:xfrm>
            <a:off x="1369060" y="2735610"/>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Quellenanzeige allein garantiert keine durchgehend belegte Modellantwort.</a:t>
            </a:r>
          </a:p>
        </p:txBody>
      </p:sp>
      <p:sp>
        <p:nvSpPr>
          <p:cNvPr id="10" name="Rectangle 9"/>
          <p:cNvSpPr/>
          <p:nvPr/>
        </p:nvSpPr>
        <p:spPr>
          <a:xfrm>
            <a:off x="4066222" y="2316510"/>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066222" y="2316510"/>
            <a:ext cx="50800" cy="14224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82122" y="2443510"/>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PageIndex</a:t>
            </a:r>
          </a:p>
        </p:txBody>
      </p:sp>
      <p:sp>
        <p:nvSpPr>
          <p:cNvPr id="13" name="TextBox 12"/>
          <p:cNvSpPr txBox="1"/>
          <p:nvPr/>
        </p:nvSpPr>
        <p:spPr>
          <a:xfrm>
            <a:off x="4282122" y="2735610"/>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Die vereinfachte Batch-Auswahl ist experimentell und kann Text übersehen.</a:t>
            </a:r>
          </a:p>
        </p:txBody>
      </p:sp>
      <p:sp>
        <p:nvSpPr>
          <p:cNvPr id="14" name="Rectangle 13"/>
          <p:cNvSpPr/>
          <p:nvPr/>
        </p:nvSpPr>
        <p:spPr>
          <a:xfrm>
            <a:off x="6979285" y="2316510"/>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979285" y="2316510"/>
            <a:ext cx="50800" cy="1422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95185" y="2443510"/>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Mehr Dokumente</a:t>
            </a:r>
          </a:p>
        </p:txBody>
      </p:sp>
      <p:sp>
        <p:nvSpPr>
          <p:cNvPr id="17" name="TextBox 16"/>
          <p:cNvSpPr txBox="1"/>
          <p:nvPr/>
        </p:nvSpPr>
        <p:spPr>
          <a:xfrm>
            <a:off x="7195185" y="2735610"/>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Gerätemodell, Version und Dokument-ID als Filter ergänzen.</a:t>
            </a:r>
          </a:p>
        </p:txBody>
      </p:sp>
      <p:sp>
        <p:nvSpPr>
          <p:cNvPr id="18" name="Rectangle 17"/>
          <p:cNvSpPr/>
          <p:nvPr/>
        </p:nvSpPr>
        <p:spPr>
          <a:xfrm>
            <a:off x="9892348" y="2316510"/>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9892348" y="2316510"/>
            <a:ext cx="50800" cy="14224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108248" y="2443510"/>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Produktivbetrieb</a:t>
            </a:r>
          </a:p>
        </p:txBody>
      </p:sp>
      <p:sp>
        <p:nvSpPr>
          <p:cNvPr id="21" name="TextBox 20"/>
          <p:cNvSpPr txBox="1"/>
          <p:nvPr/>
        </p:nvSpPr>
        <p:spPr>
          <a:xfrm>
            <a:off x="10108248" y="2735610"/>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Authentifizierung, Lastgrenzen und fachliche Freigabe gesondert vorsehen.</a:t>
            </a:r>
          </a:p>
        </p:txBody>
      </p:sp>
      <p:sp>
        <p:nvSpPr>
          <p:cNvPr id="22" name="Rectangle 21"/>
          <p:cNvSpPr/>
          <p:nvPr/>
        </p:nvSpPr>
        <p:spPr>
          <a:xfrm>
            <a:off x="1153160" y="4059136"/>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4198836"/>
            <a:ext cx="11017250" cy="508000"/>
          </a:xfrm>
          <a:prstGeom prst="rect">
            <a:avLst/>
          </a:prstGeom>
          <a:noFill/>
        </p:spPr>
        <p:txBody>
          <a:bodyPr wrap="square" lIns="0" tIns="0" rIns="0" bIns="0">
            <a:spAutoFit/>
          </a:bodyPr>
          <a:lstStyle/>
          <a:p>
            <a:pPr>
              <a:lnSpc>
                <a:spcPct val="95000"/>
              </a:lnSpc>
            </a:pPr>
            <a:r>
              <a:rPr sz="1400" b="1">
                <a:solidFill>
                  <a:srgbClr val="003E6E"/>
                </a:solidFill>
                <a:latin typeface="Segoe UI"/>
              </a:rPr>
              <a:t>Modellantworten ersetzen keine Sicherheits- und Kundendiensthinweise des Originalhandbuchs.</a:t>
            </a:r>
          </a:p>
        </p:txBody>
      </p:sp>
    </p:spTree>
    <p:extLst>
      <p:ext uri="{BB962C8B-B14F-4D97-AF65-F5344CB8AC3E}">
        <p14:creationId xmlns:p14="http://schemas.microsoft.com/office/powerpoint/2010/main" val="26010937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6.xml><?xml version="1.0" encoding="utf-8"?>
<p:tagLst xmlns:a="http://schemas.openxmlformats.org/drawingml/2006/main" xmlns:r="http://schemas.openxmlformats.org/officeDocument/2006/relationships" xmlns:p="http://schemas.openxmlformats.org/presentationml/2006/main">
  <p:tag name="SMARTER_SLIDES_AGENDA" val="Yes"/>
  <p:tag name="SMARTER_SLIDES_AGENDA_HYPERLINKS" val="Yes"/>
  <p:tag name="SMARTER_SLIDES_AGENDA_SLIDENUMBER" val="Yes"/>
  <p:tag name="SMARTER_SLIDES_AGENDA_NUMBERING" val="1,2,3,..."/>
  <p:tag name="SMARTER_SLIDES_AGENDA_HYPERLINK" val="Yes"/>
  <p:tag name="SMARTER_SLIDES_AGENDA_ALIGNMENT" val="Top"/>
  <p:tag name="SMARTER_SLIDES_AGENDA_FONT" val="Segoe UI"/>
  <p:tag name="SMARTER_SLIDES_AGENDA_BULLETSIZE" val="Medium"/>
  <p:tag name="SMARTER_SLIDES_AGENDA_BREAKSIZE" val="Medium"/>
  <p:tag name="SMARTER_SLIDES_AGENDA_INDENTATION" val="Yes"/>
  <p:tag name="SMARTER_SLIDES_AGENDA_DIVIDER_TYPE" val="No"/>
  <p:tag name="SMARTER_SLIDES_AGENDA_LAYOUT_1" val="False"/>
  <p:tag name="SMARTER_SLIDES_AGENDA_LAYOUT_2" val="False"/>
  <p:tag name="SMARTER_SLIDES_AGENDA_LAYOUT_3" val="True"/>
  <p:tag name="SMARTER_SLIDES_AGENDA_LAYOUT_4" val="False"/>
  <p:tag name="SMARTER_SLIDES_AGENDA_LAYOUT_5" val="False"/>
  <p:tag name="SMARTER_SLIDES_AGENDA_LAYOUT_6" val="False"/>
  <p:tag name="SMARTER_SLIDES_AGENDA_LAYOUT_7" val="False"/>
  <p:tag name="SMARTER_SLIDES_AGENDA_LAYOUT_8" val="False"/>
  <p:tag name="SMARTER_SLIDES_AGENDA_LAYOUT_9" val="False"/>
  <p:tag name="SMARTER_SLIDES_AGENDA_COLOR_FONT" val="5258796"/>
  <p:tag name="SMARTER_SLIDES_AGENDA_COLOR_BULLET" val="27391"/>
  <p:tag name="SMARTER_SLIDES_AGENDA_COLOR_BULLETFONT" val="15921906"/>
  <p:tag name="SMARTER_SLIDES_AGENDA_COLOR_TITLE" val="15921906"/>
</p:tagLst>
</file>

<file path=ppt/tags/tag17.xml><?xml version="1.0" encoding="utf-8"?>
<p:tagLst xmlns:a="http://schemas.openxmlformats.org/drawingml/2006/main" xmlns:r="http://schemas.openxmlformats.org/officeDocument/2006/relationships" xmlns:p="http://schemas.openxmlformats.org/presentationml/2006/main">
  <p:tag name="SMARTER_TAG_AGENDA_HEADER" val="1"/>
</p:tagLst>
</file>

<file path=ppt/tags/tag18.xml><?xml version="1.0" encoding="utf-8"?>
<p:tagLst xmlns:a="http://schemas.openxmlformats.org/drawingml/2006/main" xmlns:r="http://schemas.openxmlformats.org/officeDocument/2006/relationships" xmlns:p="http://schemas.openxmlformats.org/presentationml/2006/main">
  <p:tag name="SMARTER_SLIDES_AGENDA_TITLE" val="302"/>
  <p:tag name="SMARTER_TAG_AGENDA_TITLE" val="1"/>
  <p:tag name="SMARTER_SLIDES_AGENDA_SLIDENR" val="9"/>
  <p:tag name="SMARTER_SLIDES_AGENDA_LEVEL" val="1"/>
  <p:tag name="SMARTER_SLIDES_TITLE" val="1"/>
</p:tagLst>
</file>

<file path=ppt/tags/tag19.xml><?xml version="1.0" encoding="utf-8"?>
<p:tagLst xmlns:a="http://schemas.openxmlformats.org/drawingml/2006/main" xmlns:r="http://schemas.openxmlformats.org/officeDocument/2006/relationships" xmlns:p="http://schemas.openxmlformats.org/presentationml/2006/main">
  <p:tag name="SMARTER_SLIDES_AGENDA_BULLET" val="302"/>
  <p:tag name="SMARTER_TAG_AGENDA_BULLET" val="1"/>
  <p:tag name="SMARTER_SLIDES_AGENDA_SLIDENR" val="9"/>
  <p:tag name="SMARTER_SLIDES_AGENDA_LEVEL" val="1"/>
  <p:tag name="SMARTER_SLIDES_BULLET" val="1"/>
</p:tagLst>
</file>

<file path=ppt/tags/tag20.xml><?xml version="1.0" encoding="utf-8"?>
<p:tagLst xmlns:a="http://schemas.openxmlformats.org/drawingml/2006/main" xmlns:r="http://schemas.openxmlformats.org/officeDocument/2006/relationships" xmlns:p="http://schemas.openxmlformats.org/presentationml/2006/main">
  <p:tag name="SMARTER_SLIDES_AGENDA_SLIDENUMBER" val="302"/>
  <p:tag name="SMARTER_TAG_AGENDA_PAGE_NUMBER" val="1"/>
  <p:tag name="SMARTER_SLIDES_AGENDA_SLIDENR" val="9"/>
  <p:tag name="SMARTER_SLIDES_AGENDA_LEVEL" val="1"/>
</p:tagLst>
</file>

<file path=ppt/tags/tag21.xml><?xml version="1.0" encoding="utf-8"?>
<p:tagLst xmlns:a="http://schemas.openxmlformats.org/drawingml/2006/main" xmlns:r="http://schemas.openxmlformats.org/officeDocument/2006/relationships" xmlns:p="http://schemas.openxmlformats.org/presentationml/2006/main">
  <p:tag name="SMARTER_SLIDES_AGENDA_TITLE" val="292"/>
  <p:tag name="SMARTER_TAG_AGENDA_TITLE" val="1"/>
  <p:tag name="SMARTER_SLIDES_AGENDA_SLIDENR" val="8"/>
  <p:tag name="SMARTER_SLIDES_AGENDA_LEVEL" val="1"/>
  <p:tag name="SMARTER_SLIDES_TITLE" val="1"/>
</p:tagLst>
</file>

<file path=ppt/tags/tag22.xml><?xml version="1.0" encoding="utf-8"?>
<p:tagLst xmlns:a="http://schemas.openxmlformats.org/drawingml/2006/main" xmlns:r="http://schemas.openxmlformats.org/officeDocument/2006/relationships" xmlns:p="http://schemas.openxmlformats.org/presentationml/2006/main">
  <p:tag name="SMARTER_SLIDES_AGENDA_BULLET" val="292"/>
  <p:tag name="SMARTER_TAG_AGENDA_BULLET" val="1"/>
  <p:tag name="SMARTER_SLIDES_AGENDA_SLIDENR" val="8"/>
  <p:tag name="SMARTER_SLIDES_AGENDA_LEVEL" val="1"/>
  <p:tag name="SMARTER_SLIDES_BULLET" val="1"/>
</p:tagLst>
</file>

<file path=ppt/tags/tag23.xml><?xml version="1.0" encoding="utf-8"?>
<p:tagLst xmlns:a="http://schemas.openxmlformats.org/drawingml/2006/main" xmlns:r="http://schemas.openxmlformats.org/officeDocument/2006/relationships" xmlns:p="http://schemas.openxmlformats.org/presentationml/2006/main">
  <p:tag name="SMARTER_SLIDES_AGENDA_SLIDENUMBER" val="292"/>
  <p:tag name="SMARTER_TAG_AGENDA_PAGE_NUMBER" val="1"/>
  <p:tag name="SMARTER_SLIDES_AGENDA_SLIDENR" val="8"/>
  <p:tag name="SMARTER_SLIDES_AGENDA_LEVEL" val="1"/>
</p:tagLst>
</file>

<file path=ppt/tags/tag24.xml><?xml version="1.0" encoding="utf-8"?>
<p:tagLst xmlns:a="http://schemas.openxmlformats.org/drawingml/2006/main" xmlns:r="http://schemas.openxmlformats.org/officeDocument/2006/relationships" xmlns:p="http://schemas.openxmlformats.org/presentationml/2006/main">
  <p:tag name="SMARTER_SLIDES_AGENDA_TITLE" val="372"/>
  <p:tag name="SMARTER_TAG_AGENDA_TITLE" val="1"/>
  <p:tag name="SMARTER_SLIDES_AGENDA_SLIDENR" val="7"/>
  <p:tag name="SMARTER_SLIDES_AGENDA_LEVEL" val="1"/>
  <p:tag name="SMARTER_SLIDES_TITLE" val="1"/>
</p:tagLst>
</file>

<file path=ppt/tags/tag25.xml><?xml version="1.0" encoding="utf-8"?>
<p:tagLst xmlns:a="http://schemas.openxmlformats.org/drawingml/2006/main" xmlns:r="http://schemas.openxmlformats.org/officeDocument/2006/relationships" xmlns:p="http://schemas.openxmlformats.org/presentationml/2006/main">
  <p:tag name="SMARTER_SLIDES_AGENDA_BULLET" val="372"/>
  <p:tag name="SMARTER_TAG_AGENDA_BULLET" val="1"/>
  <p:tag name="SMARTER_SLIDES_AGENDA_SLIDENR" val="7"/>
  <p:tag name="SMARTER_SLIDES_AGENDA_LEVEL" val="1"/>
  <p:tag name="SMARTER_SLIDES_BULLET" val="1"/>
</p:tagLst>
</file>

<file path=ppt/tags/tag26.xml><?xml version="1.0" encoding="utf-8"?>
<p:tagLst xmlns:a="http://schemas.openxmlformats.org/drawingml/2006/main" xmlns:r="http://schemas.openxmlformats.org/officeDocument/2006/relationships" xmlns:p="http://schemas.openxmlformats.org/presentationml/2006/main">
  <p:tag name="SMARTER_SLIDES_AGENDA_SLIDENUMBER" val="372"/>
  <p:tag name="SMARTER_TAG_AGENDA_PAGE_NUMBER" val="1"/>
  <p:tag name="SMARTER_SLIDES_AGENDA_SLIDENR" val="7"/>
  <p:tag name="SMARTER_SLIDES_AGENDA_LEVEL" val="1"/>
</p:tagLst>
</file>

<file path=ppt/tags/tag27.xml><?xml version="1.0" encoding="utf-8"?>
<p:tagLst xmlns:a="http://schemas.openxmlformats.org/drawingml/2006/main" xmlns:r="http://schemas.openxmlformats.org/officeDocument/2006/relationships" xmlns:p="http://schemas.openxmlformats.org/presentationml/2006/main">
  <p:tag name="SMARTER_SLIDES_AGENDA_TITLE" val="285"/>
  <p:tag name="SMARTER_TAG_AGENDA_TITLE" val="1"/>
  <p:tag name="SMARTER_SLIDES_AGENDA_SLIDENR" val="6"/>
  <p:tag name="SMARTER_SLIDES_AGENDA_LEVEL" val="1"/>
  <p:tag name="SMARTER_SLIDES_TITLE" val="1"/>
</p:tagLst>
</file>

<file path=ppt/tags/tag28.xml><?xml version="1.0" encoding="utf-8"?>
<p:tagLst xmlns:a="http://schemas.openxmlformats.org/drawingml/2006/main" xmlns:r="http://schemas.openxmlformats.org/officeDocument/2006/relationships" xmlns:p="http://schemas.openxmlformats.org/presentationml/2006/main">
  <p:tag name="SMARTER_SLIDES_AGENDA_BULLET" val="285"/>
  <p:tag name="SMARTER_TAG_AGENDA_BULLET" val="1"/>
  <p:tag name="SMARTER_SLIDES_AGENDA_SLIDENR" val="6"/>
  <p:tag name="SMARTER_SLIDES_AGENDA_LEVEL" val="1"/>
  <p:tag name="SMARTER_SLIDES_BULLET" val="1"/>
</p:tagLst>
</file>

<file path=ppt/tags/tag29.xml><?xml version="1.0" encoding="utf-8"?>
<p:tagLst xmlns:a="http://schemas.openxmlformats.org/drawingml/2006/main" xmlns:r="http://schemas.openxmlformats.org/officeDocument/2006/relationships" xmlns:p="http://schemas.openxmlformats.org/presentationml/2006/main">
  <p:tag name="SMARTER_SLIDES_AGENDA_SLIDENUMBER" val="285"/>
  <p:tag name="SMARTER_TAG_AGENDA_PAGE_NUMBER" val="1"/>
  <p:tag name="SMARTER_SLIDES_AGENDA_SLIDENR" val="6"/>
  <p:tag name="SMARTER_SLIDES_AGENDA_LEVEL" val="1"/>
</p:tagLst>
</file>

<file path=ppt/tags/tag30.xml><?xml version="1.0" encoding="utf-8"?>
<p:tagLst xmlns:a="http://schemas.openxmlformats.org/drawingml/2006/main" xmlns:r="http://schemas.openxmlformats.org/officeDocument/2006/relationships" xmlns:p="http://schemas.openxmlformats.org/presentationml/2006/main">
  <p:tag name="SMARTER_SLIDES_AGENDA_TITLE" val="281"/>
  <p:tag name="SMARTER_TAG_AGENDA_TITLE" val="1"/>
  <p:tag name="SMARTER_SLIDES_AGENDA_SLIDENR" val="5"/>
  <p:tag name="SMARTER_SLIDES_AGENDA_LEVEL" val="1"/>
  <p:tag name="SMARTER_SLIDES_TITLE" val="1"/>
</p:tagLst>
</file>

<file path=ppt/tags/tag31.xml><?xml version="1.0" encoding="utf-8"?>
<p:tagLst xmlns:a="http://schemas.openxmlformats.org/drawingml/2006/main" xmlns:r="http://schemas.openxmlformats.org/officeDocument/2006/relationships" xmlns:p="http://schemas.openxmlformats.org/presentationml/2006/main">
  <p:tag name="SMARTER_SLIDES_AGENDA_BULLET" val="281"/>
  <p:tag name="SMARTER_TAG_AGENDA_BULLET" val="1"/>
  <p:tag name="SMARTER_SLIDES_AGENDA_SLIDENR" val="5"/>
  <p:tag name="SMARTER_SLIDES_AGENDA_LEVEL" val="1"/>
  <p:tag name="SMARTER_SLIDES_BULLET" val="1"/>
</p:tagLst>
</file>

<file path=ppt/tags/tag32.xml><?xml version="1.0" encoding="utf-8"?>
<p:tagLst xmlns:a="http://schemas.openxmlformats.org/drawingml/2006/main" xmlns:r="http://schemas.openxmlformats.org/officeDocument/2006/relationships" xmlns:p="http://schemas.openxmlformats.org/presentationml/2006/main">
  <p:tag name="SMARTER_SLIDES_AGENDA_SLIDENUMBER" val="281"/>
  <p:tag name="SMARTER_TAG_AGENDA_PAGE_NUMBER" val="1"/>
  <p:tag name="SMARTER_SLIDES_AGENDA_SLIDENR" val="5"/>
  <p:tag name="SMARTER_SLIDES_AGENDA_LEVEL" val="1"/>
</p:tagLst>
</file>

<file path=ppt/tags/tag33.xml><?xml version="1.0" encoding="utf-8"?>
<p:tagLst xmlns:a="http://schemas.openxmlformats.org/drawingml/2006/main" xmlns:r="http://schemas.openxmlformats.org/officeDocument/2006/relationships" xmlns:p="http://schemas.openxmlformats.org/presentationml/2006/main">
  <p:tag name="SMARTER_SLIDES_AGENDA_TITLE" val="274"/>
  <p:tag name="SMARTER_TAG_AGENDA_TITLE" val="1"/>
  <p:tag name="SMARTER_SLIDES_AGENDA_SLIDENR" val="4"/>
  <p:tag name="SMARTER_SLIDES_AGENDA_LEVEL" val="1"/>
  <p:tag name="SMARTER_SLIDES_TITLE" val="1"/>
</p:tagLst>
</file>

<file path=ppt/tags/tag34.xml><?xml version="1.0" encoding="utf-8"?>
<p:tagLst xmlns:a="http://schemas.openxmlformats.org/drawingml/2006/main" xmlns:r="http://schemas.openxmlformats.org/officeDocument/2006/relationships" xmlns:p="http://schemas.openxmlformats.org/presentationml/2006/main">
  <p:tag name="SMARTER_SLIDES_AGENDA_BULLET" val="274"/>
  <p:tag name="SMARTER_TAG_AGENDA_BULLET" val="1"/>
  <p:tag name="SMARTER_SLIDES_AGENDA_SLIDENR" val="4"/>
  <p:tag name="SMARTER_SLIDES_AGENDA_LEVEL" val="1"/>
  <p:tag name="SMARTER_SLIDES_BULLET" val="1"/>
</p:tagLst>
</file>

<file path=ppt/tags/tag35.xml><?xml version="1.0" encoding="utf-8"?>
<p:tagLst xmlns:a="http://schemas.openxmlformats.org/drawingml/2006/main" xmlns:r="http://schemas.openxmlformats.org/officeDocument/2006/relationships" xmlns:p="http://schemas.openxmlformats.org/presentationml/2006/main">
  <p:tag name="SMARTER_SLIDES_AGENDA_SLIDENUMBER" val="274"/>
  <p:tag name="SMARTER_TAG_AGENDA_PAGE_NUMBER" val="1"/>
  <p:tag name="SMARTER_SLIDES_AGENDA_SLIDENR" val="4"/>
  <p:tag name="SMARTER_SLIDES_AGENDA_LEVEL" val="1"/>
</p:tagLst>
</file>

<file path=ppt/tags/tag36.xml><?xml version="1.0" encoding="utf-8"?>
<p:tagLst xmlns:a="http://schemas.openxmlformats.org/drawingml/2006/main" xmlns:r="http://schemas.openxmlformats.org/officeDocument/2006/relationships" xmlns:p="http://schemas.openxmlformats.org/presentationml/2006/main">
  <p:tag name="SMARTER_SLIDES_AGENDA_TITLE" val="265"/>
  <p:tag name="SMARTER_TAG_AGENDA_TITLE" val="1"/>
  <p:tag name="SMARTER_SLIDES_AGENDA_SLIDENR" val="3"/>
  <p:tag name="SMARTER_SLIDES_AGENDA_LEVEL" val="1"/>
  <p:tag name="SMARTER_SLIDES_TITLE" val="1"/>
</p:tagLst>
</file>

<file path=ppt/tags/tag37.xml><?xml version="1.0" encoding="utf-8"?>
<p:tagLst xmlns:a="http://schemas.openxmlformats.org/drawingml/2006/main" xmlns:r="http://schemas.openxmlformats.org/officeDocument/2006/relationships" xmlns:p="http://schemas.openxmlformats.org/presentationml/2006/main">
  <p:tag name="SMARTER_SLIDES_AGENDA_BULLET" val="265"/>
  <p:tag name="SMARTER_TAG_AGENDA_BULLET" val="1"/>
  <p:tag name="SMARTER_SLIDES_AGENDA_SLIDENR" val="3"/>
  <p:tag name="SMARTER_SLIDES_AGENDA_LEVEL" val="1"/>
  <p:tag name="SMARTER_SLIDES_BULLET" val="1"/>
</p:tagLst>
</file>

<file path=ppt/tags/tag38.xml><?xml version="1.0" encoding="utf-8"?>
<p:tagLst xmlns:a="http://schemas.openxmlformats.org/drawingml/2006/main" xmlns:r="http://schemas.openxmlformats.org/officeDocument/2006/relationships" xmlns:p="http://schemas.openxmlformats.org/presentationml/2006/main">
  <p:tag name="SMARTER_SLIDES_AGENDA_SLIDENUMBER" val="265"/>
  <p:tag name="SMARTER_TAG_AGENDA_PAGE_NUMBER" val="1"/>
  <p:tag name="SMARTER_SLIDES_AGENDA_SLIDENR" val="3"/>
  <p:tag name="SMARTER_SLIDES_AGENDA_LEVEL" val="1"/>
</p:tagLst>
</file>

<file path=ppt/tags/tag39.xml><?xml version="1.0" encoding="utf-8"?>
<p:tagLst xmlns:a="http://schemas.openxmlformats.org/drawingml/2006/main" xmlns:r="http://schemas.openxmlformats.org/officeDocument/2006/relationships" xmlns:p="http://schemas.openxmlformats.org/presentationml/2006/main">
  <p:tag name="SMARTER_SLIDES_AGENDA_TITLE" val="259"/>
  <p:tag name="SMARTER_TAG_AGENDA_TITLE" val="1"/>
  <p:tag name="SMARTER_SLIDES_AGENDA_SLIDENR" val="2"/>
  <p:tag name="SMARTER_SLIDES_AGENDA_LEVEL" val="1"/>
  <p:tag name="SMARTER_SLIDES_TITLE" val="1"/>
</p:tagLst>
</file>

<file path=ppt/tags/tag40.xml><?xml version="1.0" encoding="utf-8"?>
<p:tagLst xmlns:a="http://schemas.openxmlformats.org/drawingml/2006/main" xmlns:r="http://schemas.openxmlformats.org/officeDocument/2006/relationships" xmlns:p="http://schemas.openxmlformats.org/presentationml/2006/main">
  <p:tag name="SMARTER_SLIDES_AGENDA_BULLET" val="259"/>
  <p:tag name="SMARTER_TAG_AGENDA_BULLET" val="1"/>
  <p:tag name="SMARTER_SLIDES_AGENDA_SLIDENR" val="2"/>
  <p:tag name="SMARTER_SLIDES_AGENDA_LEVEL" val="1"/>
  <p:tag name="SMARTER_SLIDES_BULLET" val="1"/>
</p:tagLst>
</file>

<file path=ppt/tags/tag41.xml><?xml version="1.0" encoding="utf-8"?>
<p:tagLst xmlns:a="http://schemas.openxmlformats.org/drawingml/2006/main" xmlns:r="http://schemas.openxmlformats.org/officeDocument/2006/relationships" xmlns:p="http://schemas.openxmlformats.org/presentationml/2006/main">
  <p:tag name="SMARTER_SLIDES_AGENDA_SLIDENUMBER" val="259"/>
  <p:tag name="SMARTER_TAG_AGENDA_PAGE_NUMBER" val="1"/>
  <p:tag name="SMARTER_SLIDES_AGENDA_SLIDENR" val="2"/>
  <p:tag name="SMARTER_SLIDES_AGENDA_LEVEL" val="1"/>
</p:tagLst>
</file>

<file path=ppt/tags/tag42.xml><?xml version="1.0" encoding="utf-8"?>
<p:tagLst xmlns:a="http://schemas.openxmlformats.org/drawingml/2006/main" xmlns:r="http://schemas.openxmlformats.org/officeDocument/2006/relationships" xmlns:p="http://schemas.openxmlformats.org/presentationml/2006/main">
  <p:tag name="SMARTER_SLIDES_AGENDA_TITLE" val="257"/>
  <p:tag name="SMARTER_TAG_AGENDA_TITLE" val="1"/>
  <p:tag name="SMARTER_SLIDES_AGENDA_SLIDENR" val="1"/>
  <p:tag name="SMARTER_SLIDES_AGENDA_LEVEL" val="1"/>
  <p:tag name="SMARTER_SLIDES_TITLE" val="1"/>
</p:tagLst>
</file>

<file path=ppt/tags/tag43.xml><?xml version="1.0" encoding="utf-8"?>
<p:tagLst xmlns:a="http://schemas.openxmlformats.org/drawingml/2006/main" xmlns:r="http://schemas.openxmlformats.org/officeDocument/2006/relationships" xmlns:p="http://schemas.openxmlformats.org/presentationml/2006/main">
  <p:tag name="SMARTER_SLIDES_AGENDA_BULLET" val="257"/>
  <p:tag name="SMARTER_TAG_AGENDA_BULLET" val="1"/>
  <p:tag name="SMARTER_SLIDES_AGENDA_SLIDENR" val="1"/>
  <p:tag name="SMARTER_SLIDES_AGENDA_LEVEL" val="1"/>
  <p:tag name="SMARTER_SLIDES_BULLET" val="1"/>
</p:tagLst>
</file>

<file path=ppt/tags/tag44.xml><?xml version="1.0" encoding="utf-8"?>
<p:tagLst xmlns:a="http://schemas.openxmlformats.org/drawingml/2006/main" xmlns:r="http://schemas.openxmlformats.org/officeDocument/2006/relationships" xmlns:p="http://schemas.openxmlformats.org/presentationml/2006/main">
  <p:tag name="SMARTER_SLIDES_AGENDA_SLIDENUMBER" val="257"/>
  <p:tag name="SMARTER_TAG_AGENDA_PAGE_NUMBER" val="1"/>
  <p:tag name="SMARTER_SLIDES_AGENDA_SLIDENR" val="1"/>
  <p:tag name="SMARTER_SLIDES_AGENDA_LEVEL" val="1"/>
</p:tagLst>
</file>

<file path=ppt/tags/tag45.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46.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47.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48.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49.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50.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51.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52.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ags/tag53.xml><?xml version="1.0" encoding="utf-8"?>
<p:tagLst xmlns:a="http://schemas.openxmlformats.org/drawingml/2006/main" xmlns:r="http://schemas.openxmlformats.org/officeDocument/2006/relationships" xmlns:p="http://schemas.openxmlformats.org/presentationml/2006/main">
  <p:tag name="SMARTER_SLIDES_AGENDA_LEVEL" val="1"/>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Button" Revision="1" Stencil="System.Storyboarding.Common" StencilVersion="0.1"/>
</Control>
</file>

<file path=customXml/item2.xml><?xml version="1.0" encoding="utf-8"?>
<Control xmlns="http://schemas.microsoft.com/VisualStudio/2011/storyboarding/control">
  <Id Name="System.Storyboarding.Common.TextInput" Revision="1" Stencil="System.Storyboarding.Common" StencilVersion="0.1"/>
</Control>
</file>

<file path=customXml/item3.xml><?xml version="1.0" encoding="utf-8"?>
<Control xmlns="http://schemas.microsoft.com/VisualStudio/2011/storyboarding/control">
  <Id Name="System.Storyboarding.Common.Text"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Common.Text" Revision="1" Stencil="System.Storyboarding.Common" StencilVersion="0.1"/>
</Control>
</file>

<file path=customXml/item6.xml><?xml version="1.0" encoding="utf-8"?>
<Control xmlns="http://schemas.microsoft.com/VisualStudio/2011/storyboarding/control">
  <Id Name="System.Storyboarding.Icons.Play" Revision="1" Stencil="System.Storyboarding.Icons" StencilVersion="0.1"/>
</Control>
</file>

<file path=customXml/item7.xml><?xml version="1.0" encoding="utf-8"?>
<Control xmlns="http://schemas.microsoft.com/VisualStudio/2011/storyboarding/control">
  <Id Name="System.Storyboarding.Common.TextInput" Revision="1" Stencil="System.Storyboarding.Common" StencilVersion="0.1"/>
</Control>
</file>

<file path=customXml/item8.xml><?xml version="1.0" encoding="utf-8"?>
<Control xmlns="http://schemas.microsoft.com/VisualStudio/2011/storyboarding/control">
  <Id Name="System.Storyboarding.Common.Text" Revision="1" Stencil="System.Storyboarding.Common" StencilVersion="0.1"/>
</Control>
</file>

<file path=customXml/item9.xml><?xml version="1.0" encoding="utf-8"?>
<Control xmlns="http://schemas.microsoft.com/VisualStudio/2011/storyboarding/control">
  <Id Name="System.Storyboarding.Common.Text" Revision="1" Stencil="System.Storyboarding.Common" StencilVersion="0.1"/>
</Control>
</file>

<file path=customXml/item10.xml><?xml version="1.0" encoding="utf-8"?>
<Control xmlns="http://schemas.microsoft.com/VisualStudio/2011/storyboarding/control">
  <Id Name="System.Storyboarding.Common.Text" Revision="1" Stencil="System.Storyboarding.Common" StencilVersion="0.1"/>
</Control>
</file>

<file path=customXml/item11.xml><?xml version="1.0" encoding="utf-8"?>
<Control xmlns="http://schemas.microsoft.com/VisualStudio/2011/storyboarding/control">
  <Id Name="System.Storyboarding.Common.Button" Revision="1" Stencil="System.Storyboarding.Common" StencilVersion="0.1"/>
</Control>
</file>

<file path=customXml/item12.xml><?xml version="1.0" encoding="utf-8"?>
<Control xmlns="http://schemas.microsoft.com/VisualStudio/2011/storyboarding/control">
  <Id Name="System.Storyboarding.Common.Text" Revision="1" Stencil="System.Storyboarding.Common" StencilVersion="0.1"/>
</Control>
</file>

<file path=customXml/item13.xml><?xml version="1.0" encoding="utf-8"?>
<Control xmlns="http://schemas.microsoft.com/VisualStudio/2011/storyboarding/control">
  <Id Name="System.Storyboarding.Backgrounds.Window" Revision="1" Stencil="System.Storyboarding.Backgrounds" StencilVersion="0.1"/>
</Control>
</file>

<file path=customXml/item14.xml><?xml version="1.0" encoding="utf-8"?>
<Control xmlns="http://schemas.microsoft.com/VisualStudio/2011/storyboarding/control">
  <Id Name="System.Storyboarding.Common.TextInput" Revision="1" Stencil="System.Storyboarding.Common" StencilVersion="0.1"/>
</Control>
</file>

<file path=customXml/item15.xml><?xml version="1.0" encoding="utf-8"?>
<Control xmlns="http://schemas.microsoft.com/VisualStudio/2011/storyboarding/control">
  <Id Name="System.Storyboarding.Backgrounds.Window" Revision="1" Stencil="System.Storyboarding.Backgrounds" StencilVersion="0.1"/>
</Control>
</file>

<file path=customXml/item16.xml><?xml version="1.0" encoding="utf-8"?>
<Control xmlns="http://schemas.microsoft.com/VisualStudio/2011/storyboarding/control">
  <Id Name="System.Storyboarding.Common.Button" Revision="1" Stencil="System.Storyboarding.Common" StencilVersion="0.1"/>
</Control>
</file>

<file path=customXml/item17.xml><?xml version="1.0" encoding="utf-8"?>
<Control xmlns="http://schemas.microsoft.com/VisualStudio/2011/storyboarding/control">
  <Id Name="System.Storyboarding.Common.Breadcrumb" Revision="1" Stencil="System.Storyboarding.Common" StencilVersion="0.1"/>
</Control>
</file>

<file path=customXml/item18.xml><?xml version="1.0" encoding="utf-8"?>
<Control xmlns="http://schemas.microsoft.com/VisualStudio/2011/storyboarding/control">
  <Id Name="System.Storyboarding.Common.Button" Revision="1" Stencil="System.Storyboarding.Common" StencilVersion="0.1"/>
</Control>
</file>

<file path=customXml/item19.xml><?xml version="1.0" encoding="utf-8"?>
<Control xmlns="http://schemas.microsoft.com/VisualStudio/2011/storyboarding/control">
  <Id Name="System.Storyboarding.WindowsPhoneIcons.Play" Revision="1" Stencil="System.Storyboarding.WindowsPhoneIcons" StencilVersion="0.1"/>
</Control>
</file>

<file path=customXml/item20.xml><?xml version="1.0" encoding="utf-8"?>
<Control xmlns="http://schemas.microsoft.com/VisualStudio/2011/storyboarding/control">
  <Id Name="System.Storyboarding.Common.Text" Revision="1" Stencil="System.Storyboarding.Common" StencilVersion="0.1"/>
</Control>
</file>

<file path=customXml/item21.xml><?xml version="1.0" encoding="utf-8"?>
<Control xmlns="http://schemas.microsoft.com/VisualStudio/2011/storyboarding/control">
  <Id Name="System.Storyboarding.WindowsPhoneIcons.Play" Revision="1" Stencil="System.Storyboarding.WindowsPhoneIcons" StencilVersion="0.1"/>
</Control>
</file>

<file path=customXml/item22.xml><?xml version="1.0" encoding="utf-8"?>
<Control xmlns="http://schemas.microsoft.com/VisualStudio/2011/storyboarding/control">
  <Id Name="System.Storyboarding.Icons.Play" Revision="1" Stencil="System.Storyboarding.Icons" StencilVersion="0.1"/>
</Control>
</file>

<file path=customXml/item23.xml><?xml version="1.0" encoding="utf-8"?>
<Control xmlns="http://schemas.microsoft.com/VisualStudio/2011/storyboarding/control">
  <Id Name="System.Storyboarding.Common.Button"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ontrol xmlns="http://schemas.microsoft.com/VisualStudio/2011/storyboarding/control">
  <Id Name="System.Storyboarding.Common.Button" Revision="1" Stencil="System.Storyboarding.Common" StencilVersion="0.1"/>
</Control>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Control xmlns="http://schemas.microsoft.com/VisualStudio/2011/storyboarding/control">
  <Id Name="System.Storyboarding.WindowsPhoneIcons.Play" Revision="1" Stencil="System.Storyboarding.WindowsPhoneIcons" StencilVersion="0.1"/>
</Control>
</file>

<file path=customXml/item28.xml><?xml version="1.0" encoding="utf-8"?>
<Control xmlns="http://schemas.microsoft.com/VisualStudio/2011/storyboarding/control">
  <Id Name="System.Storyboarding.WindowsPhoneIcons.Play" Revision="1" Stencil="System.Storyboarding.WindowsPhoneIcons" StencilVersion="0.1"/>
</Control>
</file>

<file path=customXml/item29.xml><?xml version="1.0" encoding="utf-8"?>
<Control xmlns="http://schemas.microsoft.com/VisualStudio/2011/storyboarding/control">
  <Id Name="System.Storyboarding.Icons.Play" Revision="1" Stencil="System.Storyboarding.Icons" StencilVersion="0.1"/>
</Control>
</file>

<file path=customXml/item30.xml><?xml version="1.0" encoding="utf-8"?>
<Control xmlns="http://schemas.microsoft.com/VisualStudio/2011/storyboarding/control">
  <Id Name="System.Storyboarding.Common.TextInput" Revision="1" Stencil="System.Storyboarding.Common"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WindowsPhoneIcons.Play" Revision="1" Stencil="System.Storyboarding.WindowsPhoneIcons" StencilVersion="0.1"/>
</Control>
</file>

<file path=customXml/item34.xml><?xml version="1.0" encoding="utf-8"?>
<Control xmlns="http://schemas.microsoft.com/VisualStudio/2011/storyboarding/control">
  <Id Name="System.Storyboarding.Common.Text" Revision="1" Stencil="System.Storyboarding.Common" StencilVersion="0.1"/>
</Control>
</file>

<file path=customXml/item35.xml><?xml version="1.0" encoding="utf-8"?>
<Control xmlns="http://schemas.microsoft.com/VisualStudio/2011/storyboarding/control">
  <Id Name="System.Storyboarding.Common.Text" Revision="1" Stencil="System.Storyboarding.Common"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WindowsAppIcons.Filter" Revision="1" Stencil="System.Storyboarding.WindowsAppIcons" StencilVersion="0.1"/>
</Control>
</file>

<file path=customXml/item38.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9.xml><?xml version="1.0" encoding="utf-8"?>
<p:properties xmlns:p="http://schemas.microsoft.com/office/2006/metadata/properties" xmlns:xsi="http://www.w3.org/2001/XMLSchema-instance" xmlns:pc="http://schemas.microsoft.com/office/infopath/2007/PartnerControls">
  <documentManagement/>
</p:properties>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Common.Text" Revision="1" Stencil="System.Storyboarding.Common" StencilVersion="0.1"/>
</Control>
</file>

<file path=customXml/item42.xml><?xml version="1.0" encoding="utf-8"?>
<Control xmlns="http://schemas.microsoft.com/VisualStudio/2011/storyboarding/control">
  <Id Name="System.Storyboarding.Common.Text"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Common.TextInput" Revision="1" Stencil="System.Storyboarding.Common" StencilVersion="0.1"/>
</Control>
</file>

<file path=customXml/item45.xml><?xml version="1.0" encoding="utf-8"?>
<Control xmlns="http://schemas.microsoft.com/VisualStudio/2011/storyboarding/control">
  <Id Name="System.Storyboarding.Common.CheckBoxChecked" Revision="1" Stencil="System.Storyboarding.Common" StencilVersion="0.1"/>
</Control>
</file>

<file path=customXml/item46.xml><?xml version="1.0" encoding="utf-8"?>
<Control xmlns="http://schemas.microsoft.com/VisualStudio/2011/storyboarding/control">
  <Id Name="System.Storyboarding.Common.Text" Revision="1" Stencil="System.Storyboarding.Common" StencilVersion="0.1"/>
</Control>
</file>

<file path=customXml/item47.xml><?xml version="1.0" encoding="utf-8"?>
<Control xmlns="http://schemas.microsoft.com/VisualStudio/2011/storyboarding/control">
  <Id Name="System.Storyboarding.Common.Button" Revision="1" Stencil="System.Storyboarding.Common" StencilVersion="0.1"/>
</Control>
</file>

<file path=customXml/item48.xml><?xml version="1.0" encoding="utf-8"?>
<Control xmlns="http://schemas.microsoft.com/VisualStudio/2011/storyboarding/control">
  <Id Name="System.Storyboarding.Common.Text" Revision="1" Stencil="System.Storyboarding.Common"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WindowsPhoneIcons.Play" Revision="1" Stencil="System.Storyboarding.WindowsPhoneIcons" StencilVersion="0.1"/>
</Control>
</file>

<file path=customXml/item52.xml><?xml version="1.0" encoding="utf-8"?>
<Control xmlns="http://schemas.microsoft.com/VisualStudio/2011/storyboarding/control">
  <Id Name="System.Storyboarding.Backgrounds.WebBrowser" Revision="1" Stencil="System.Storyboarding.Backgrounds" StencilVersion="0.1"/>
</Control>
</file>

<file path=customXml/item53.xml><?xml version="1.0" encoding="utf-8"?>
<Control xmlns="http://schemas.microsoft.com/VisualStudio/2011/storyboarding/control">
  <Id Name="System.Storyboarding.Common.Button" Revision="1" Stencil="System.Storyboarding.Common" StencilVersion="0.1"/>
</Control>
</file>

<file path=customXml/item54.xml><?xml version="1.0" encoding="utf-8"?>
<Control xmlns="http://schemas.microsoft.com/VisualStudio/2011/storyboarding/control">
  <Id Name="System.Storyboarding.WindowsPhoneIcons.Play" Revision="1" Stencil="System.Storyboarding.WindowsPhoneIcons" StencilVersion="0.1"/>
</Control>
</file>

<file path=customXml/item55.xml><?xml version="1.0" encoding="utf-8"?>
<Control xmlns="http://schemas.microsoft.com/VisualStudio/2011/storyboarding/control">
  <Id Name="System.Storyboarding.Common.Button" Revision="1" Stencil="System.Storyboarding.Common" StencilVersion="0.1"/>
</Control>
</file>

<file path=customXml/item56.xml><?xml version="1.0" encoding="utf-8"?>
<Control xmlns="http://schemas.microsoft.com/VisualStudio/2011/storyboarding/control">
  <Id Name="System.Storyboarding.Common.TextInput" Revision="1" Stencil="System.Storyboarding.Common" StencilVersion="0.1"/>
</Control>
</file>

<file path=customXml/item57.xml><?xml version="1.0" encoding="utf-8"?>
<Control xmlns="http://schemas.microsoft.com/VisualStudio/2011/storyboarding/control">
  <Id Name="System.Storyboarding.Common.TextInput" Revision="1" Stencil="System.Storyboarding.Common" StencilVersion="0.1"/>
</Control>
</file>

<file path=customXml/item58.xml><?xml version="1.0" encoding="utf-8"?>
<Control xmlns="http://schemas.microsoft.com/VisualStudio/2011/storyboarding/control">
  <Id Name="System.Storyboarding.Common.Text" Revision="1" Stencil="System.Storyboarding.Common" StencilVersion="0.1"/>
</Control>
</file>

<file path=customXml/item59.xml><?xml version="1.0" encoding="utf-8"?>
<?mso-contentType ?>
<FormTemplates xmlns="http://schemas.microsoft.com/sharepoint/v3/contenttype/forms">
  <Display>DocumentLibraryForm</Display>
  <Edit>DocumentLibraryForm</Edit>
  <New>DocumentLibraryForm</New>
</FormTemplates>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 Revision="1" Stencil="System.Storyboarding.Common" StencilVersion="0.1"/>
</Control>
</file>

<file path=customXml/item63.xml><?xml version="1.0" encoding="utf-8"?>
<Control xmlns="http://schemas.microsoft.com/VisualStudio/2011/storyboarding/control">
  <Id Name="System.Storyboarding.Icons.Play" Revision="1" Stencil="System.Storyboarding.Icons"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Text" Revision="1" Stencil="System.Storyboarding.Common" StencilVersion="0.1"/>
</Control>
</file>

<file path=customXml/item66.xml><?xml version="1.0" encoding="utf-8"?>
<Control xmlns="http://schemas.microsoft.com/VisualStudio/2011/storyboarding/control">
  <Id Name="System.Storyboarding.WindowsPhoneIcons.Play" Revision="1" Stencil="System.Storyboarding.WindowsPhoneIcons" StencilVersion="0.1"/>
</Control>
</file>

<file path=customXml/item67.xml><?xml version="1.0" encoding="utf-8"?>
<Control xmlns="http://schemas.microsoft.com/VisualStudio/2011/storyboarding/control">
  <Id Name="System.Storyboarding.Common.Text" Revision="1" Stencil="System.Storyboarding.Common" StencilVersion="0.1"/>
</Control>
</file>

<file path=customXml/item68.xml><?xml version="1.0" encoding="utf-8"?>
<Control xmlns="http://schemas.microsoft.com/VisualStudio/2011/storyboarding/control">
  <Id Name="System.Storyboarding.Common.TextInput"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Input" Revision="1" Stencil="System.Storyboarding.Common" StencilVersion="0.1"/>
</Control>
</file>

<file path=customXml/item71.xml><?xml version="1.0" encoding="utf-8"?>
<Control xmlns="http://schemas.microsoft.com/VisualStudio/2011/storyboarding/control">
  <Id Name="System.Storyboarding.Common.TextInput" Revision="1" Stencil="System.Storyboarding.Common" StencilVersion="0.1"/>
</Control>
</file>

<file path=customXml/item72.xml><?xml version="1.0" encoding="utf-8"?>
<Control xmlns="http://schemas.microsoft.com/VisualStudio/2011/storyboarding/control">
  <Id Name="System.Storyboarding.Common.Text" Revision="1" Stencil="System.Storyboarding.Common"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2.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3.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4.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5.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6.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8.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9.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0.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11.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12.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13.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14.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5.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6.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17.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18.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19.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20.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2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22.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2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24.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5.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26.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customXml/itemProps27.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28.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29.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30.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33.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34.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35.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6.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7.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38.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9.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0.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1.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42.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43.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44.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45.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46.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7.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48.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49.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52.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53.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54.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55.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56.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57.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58.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59.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60.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61.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62.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6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66.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7.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6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69.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70.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71.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72.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73.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74.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75.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TotalTime>0</TotalTime>
  <Words>20154</Words>
  <Application>Microsoft Office PowerPoint</Application>
  <PresentationFormat>Benutzerdefiniert</PresentationFormat>
  <Paragraphs>3089</Paragraphs>
  <Slides>60</Slides>
  <Notes>50</Notes>
  <HiddenSlides>0</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1</vt:i4>
      </vt:variant>
      <vt:variant>
        <vt:lpstr>Folientitel</vt:lpstr>
      </vt:variant>
      <vt:variant>
        <vt:i4>60</vt:i4>
      </vt:variant>
    </vt:vector>
  </HeadingPairs>
  <TitlesOfParts>
    <vt:vector size="69" baseType="lpstr">
      <vt:lpstr>GT Planar Light</vt:lpstr>
      <vt:lpstr>GT Planar Medium</vt:lpstr>
      <vt:lpstr>Arial</vt:lpstr>
      <vt:lpstr>Wingdings</vt:lpstr>
      <vt:lpstr>Consolas</vt:lpstr>
      <vt:lpstr>Segoe UI</vt:lpstr>
      <vt:lpstr>Courier New</vt:lpstr>
      <vt:lpstr>Charts</vt:lpstr>
      <vt:lpstr>think-cell Folie</vt:lpstr>
      <vt:lpstr>PowerPoint-Präsentation</vt:lpstr>
      <vt:lpstr>Quellen für Theorie, Implementierung und gemessene Ergebnisse</vt:lpstr>
      <vt:lpstr>Inhaltsübersicht </vt:lpstr>
      <vt:lpstr>Eine Anleitung, eine App, zwei Suchwege</vt:lpstr>
      <vt:lpstr>Die App beantwortet Handbuchfragen und zeigt verwendete Auszüge</vt:lpstr>
      <vt:lpstr>RAG sucht, bevor das Modell antwortet</vt:lpstr>
      <vt:lpstr>Ein Sprachmodell erzeugt Text aus Trainingswissen und Kontext</vt:lpstr>
      <vt:lpstr>RAG sucht zuerst im Dokument und lässt das Modell dann antworten</vt:lpstr>
      <vt:lpstr>RAG liegt zwischen Volltext-Prompt und Fine-Tuning</vt:lpstr>
      <vt:lpstr>Der Prompt trennt Regeln, Frage und Handbuchauszüge</vt:lpstr>
      <vt:lpstr>Aufbereitung läuft je Handbuchstand, die Suche bei jeder Frage</vt:lpstr>
      <vt:lpstr>Vom PDF zum durchsuchbaren Index</vt:lpstr>
      <vt:lpstr>Der Parser Docling liefert Markdown mit Seitenmarkern, das geprüft werden muss</vt:lpstr>
      <vt:lpstr>Der E5-Tokenizer zählt Wortteile, nicht Wörter</vt:lpstr>
      <vt:lpstr>440 Tokens je Chunk halten Abstand zum Limit von 512</vt:lpstr>
      <vt:lpstr>Tabellen werden zeilenweise zerlegt und behalten ihre Kopfzeile</vt:lpstr>
      <vt:lpstr>Frage und Abschnitt werden mit demselben Modell zu 384 Zahlen</vt:lpstr>
      <vt:lpstr>Ähnliche Bedeutung heißt ähnliche Richtung im Vektorraum</vt:lpstr>
      <vt:lpstr>Kosinusähnlichkeit ordnet Kandidaten, sie belegt keine Antwort</vt:lpstr>
      <vt:lpstr>Ein lokaler Dateispeicher genügt für die eine Anleitung</vt:lpstr>
      <vt:lpstr>Suchen, sortieren, ablehnen</vt:lpstr>
      <vt:lpstr>Hybrid heißt hier Vektorsuche plus exakter Fehlercode-Lookup</vt:lpstr>
      <vt:lpstr>Bi-Encoder vergleicht zwei Vektoren, Cross-Encoder liest das Paar</vt:lpstr>
      <vt:lpstr>Der Cross-Encoder liest Frage und Kandidat gemeinsam</vt:lpstr>
      <vt:lpstr>Die Sigmoid-Funktion macht aus einem Logit einen Score zwischen 0 und 1</vt:lpstr>
      <vt:lpstr>Ein absoluter und ein relativer Filter begrenzen den Kontext</vt:lpstr>
      <vt:lpstr>Warnhinweise und Arbeitsschritte bleiben im selben Kontext</vt:lpstr>
      <vt:lpstr>Seite 33 ist die Fundseite, 30, 31 und 36 sind Querverweise</vt:lpstr>
      <vt:lpstr>Zwei Antwortmodelle, ein Retrieval-Kern</vt:lpstr>
      <vt:lpstr>Ein Server, ein Retrieval-Kern und zwei Modell-Clients</vt:lpstr>
      <vt:lpstr>Die Adresse 127.0.0.1 verbindet App und LM Studio auf demselben Rechner</vt:lpstr>
      <vt:lpstr>Hybrid sucht lokal, PageIndex nutzt den gewählten Modellanbieter</vt:lpstr>
      <vt:lpstr>PageIndex, Cache und Streaming</vt:lpstr>
      <vt:lpstr>Der Ansatz PageIndex lässt das LLM Abschnitte auswählen, ohne Vektoren</vt:lpstr>
      <vt:lpstr>PageIndex wählt in sieben Batches und begrenzt den Kontext auf 14.000 Zeichen</vt:lpstr>
      <vt:lpstr>Ein Hash ist ein Fingerabdruck: gleicher Inhalt, gleicher Wert</vt:lpstr>
      <vt:lpstr>Ein SHA-256-Fingerprint bindet den Index an seine Quelle</vt:lpstr>
      <vt:lpstr>Server-Sent Events sind Klartext: event, data, Leerzeile</vt:lpstr>
      <vt:lpstr>Der Stream zeigt die Quelle, bevor die Antwort fertig ist</vt:lpstr>
      <vt:lpstr>Die Antwort wandert per QR-Code aufs Handy (Ausbaustufe)</vt:lpstr>
      <vt:lpstr>Der QR-Code überträgt die Antwort als grafische Anleitung</vt:lpstr>
      <vt:lpstr>Vorlesen nutzt die vollständige Antwort und Browserereignisse</vt:lpstr>
      <vt:lpstr>Was die Prüfung ergab</vt:lpstr>
      <vt:lpstr>Fünf Befunde im RAG-Kern wurden mit Tests behoben</vt:lpstr>
      <vt:lpstr>Vier zusätzliche Fehler wurden erst im Live-Test sichtbar</vt:lpstr>
      <vt:lpstr>API und Oberfläche gaben zu viel preis und behaupteten zu viel</vt:lpstr>
      <vt:lpstr>Tests prüfen Code und Suche, die Antwortqualität bleibt Handarbeit</vt:lpstr>
      <vt:lpstr>85 Python-Tests, 12 JavaScript-Tests und sieben Live-Fälle</vt:lpstr>
      <vt:lpstr>Ein Stichworttreffer ist kein Beleg für eine richtige Antwort</vt:lpstr>
      <vt:lpstr>Reranking erhöht Hit@1 von 70 auf 100 % bei zehn Fragen</vt:lpstr>
      <vt:lpstr>MRR 1,000 bedeutet zehn erste Stichworttreffer auf Rang 1</vt:lpstr>
      <vt:lpstr>Ein größerer Testbestand braucht Grenzfälle und fachliche Urteile</vt:lpstr>
      <vt:lpstr>Betrieb und Ausbau</vt:lpstr>
      <vt:lpstr>Ein Datenbankwechsel ist erst mit konkreten Anforderungen begründet</vt:lpstr>
      <vt:lpstr>Vier Schritte richten die App mit LM Studio auf dem Mac ein</vt:lpstr>
      <vt:lpstr>Fünf Schichten, fünf Bibliotheksgruppen, eine geprüfte Umgebung</vt:lpstr>
      <vt:lpstr>Die Web-App übernimmt den API-Key ausschließlich aus dem GUI</vt:lpstr>
      <vt:lpstr>Der Key gilt im lokalen Serverspeicher höchstens acht Stunden</vt:lpstr>
      <vt:lpstr>Code, Dokumentation und Prüfnachweise werden gemeinsam gepflegt</vt:lpstr>
      <vt:lpstr>Belegtreue, PageIndex und Mehrbenutzerbetrieb bleiben offen</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lastModifiedBy>Robert Butscher</cp:lastModifiedBy>
  <cp:revision>2</cp:revision>
  <dcterms:created xsi:type="dcterms:W3CDTF">2022-01-10T08:21:41Z</dcterms:created>
  <dcterms:modified xsi:type="dcterms:W3CDTF">2026-09-19T14:21:42Z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